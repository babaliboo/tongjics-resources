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</p:sldMasterIdLst>
  <p:notesMasterIdLst>
    <p:notesMasterId r:id="rId36"/>
  </p:notesMasterIdLst>
  <p:sldIdLst>
    <p:sldId id="28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00B0F0"/>
            </a:solidFill>
            <a:ln w="12700" cap="flat">
              <a:noFill/>
              <a:miter lim="400000"/>
            </a:ln>
            <a:effectLst/>
          </c:spPr>
          <c:dPt>
            <c:idx val="0"/>
            <c:bubble3D val="0"/>
          </c:dPt>
          <c:dPt>
            <c:idx val="1"/>
            <c:bubble3D val="0"/>
            <c:spPr>
              <a:solidFill>
                <a:srgbClr val="595959"/>
              </a:solidFill>
              <a:ln w="12700" cap="flat">
                <a:noFill/>
                <a:miter lim="400000"/>
              </a:ln>
              <a:effectLst/>
            </c:spPr>
          </c:dPt>
          <c:dPt>
            <c:idx val="2"/>
            <c:bubble3D val="0"/>
            <c:spPr>
              <a:solidFill>
                <a:srgbClr val="00B0F0"/>
              </a:solidFill>
              <a:ln w="12700" cap="flat">
                <a:solidFill>
                  <a:srgbClr val="0066CC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595959"/>
              </a:solidFill>
              <a:ln w="12700" cap="flat">
                <a:noFill/>
                <a:miter lim="400000"/>
              </a:ln>
              <a:effectLst/>
            </c:spPr>
          </c:dPt>
          <c:cat>
            <c:strRef>
              <c:f>Sheet1!$B$1:$E$1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4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8" name="Shape 29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7181533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Calibri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46D5E331-3811-4993-BAA3-C4421D73AF36}" type="slidenum">
              <a:rPr lang="zh-CN" altLang="en-US" smtClean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/>
              <a:t>1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4811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722312" y="3305176"/>
            <a:ext cx="7772401" cy="1021557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457200" y="900112"/>
            <a:ext cx="4038600" cy="2545558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45026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457201" y="204786"/>
            <a:ext cx="3008314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文本占位符 3"/>
          <p:cNvSpPr>
            <a:spLocks noGrp="1"/>
          </p:cNvSpPr>
          <p:nvPr>
            <p:ph type="body" sz="half" idx="13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13"/>
          </p:nvPr>
        </p:nvSpPr>
        <p:spPr>
          <a:xfrm>
            <a:off x="1792288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92288" y="4025503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3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5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1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矩形 3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课题综述</a:t>
            </a:r>
          </a:p>
        </p:txBody>
      </p:sp>
      <p:sp>
        <p:nvSpPr>
          <p:cNvPr id="113" name="矩形 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4" name="矩形 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" name="矩形 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6" name="矩形 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7" name="矩形 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8" name="矩形 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9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0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6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矩形 3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目前现状</a:t>
            </a:r>
          </a:p>
        </p:txBody>
      </p:sp>
      <p:sp>
        <p:nvSpPr>
          <p:cNvPr id="138" name="矩形 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39" name="矩形 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40" name="矩形 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41" name="矩形 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42" name="矩形 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43" name="矩形 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44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45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54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矩形 3"/>
          <p:cNvSpPr txBox="1"/>
          <p:nvPr/>
        </p:nvSpPr>
        <p:spPr>
          <a:xfrm>
            <a:off x="6156325" y="176212"/>
            <a:ext cx="11709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国外研究现状</a:t>
            </a:r>
          </a:p>
        </p:txBody>
      </p:sp>
      <p:sp>
        <p:nvSpPr>
          <p:cNvPr id="156" name="矩形 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57" name="矩形 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58" name="矩形 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59" name="矩形 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60" name="矩形 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61" name="矩形 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62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3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2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矩形 3"/>
          <p:cNvSpPr txBox="1"/>
          <p:nvPr/>
        </p:nvSpPr>
        <p:spPr>
          <a:xfrm>
            <a:off x="6156325" y="176212"/>
            <a:ext cx="11709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国内研究现状</a:t>
            </a:r>
          </a:p>
        </p:txBody>
      </p:sp>
      <p:sp>
        <p:nvSpPr>
          <p:cNvPr id="174" name="矩形 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75" name="矩形 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76" name="矩形 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77" name="矩形 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78" name="矩形 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79" name="矩形 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80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81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97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矩形 3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研究目标</a:t>
            </a:r>
          </a:p>
        </p:txBody>
      </p:sp>
      <p:sp>
        <p:nvSpPr>
          <p:cNvPr id="199" name="矩形 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00" name="矩形 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01" name="矩形 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02" name="矩形 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03" name="矩形 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04" name="矩形 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05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06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22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矩形 3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研究过程</a:t>
            </a:r>
          </a:p>
        </p:txBody>
      </p:sp>
      <p:sp>
        <p:nvSpPr>
          <p:cNvPr id="224" name="矩形 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25" name="矩形 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26" name="矩形 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27" name="矩形 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28" name="矩形 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29" name="矩形 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30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31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47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矩形 3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研究结论</a:t>
            </a:r>
          </a:p>
        </p:txBody>
      </p:sp>
      <p:sp>
        <p:nvSpPr>
          <p:cNvPr id="249" name="矩形 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50" name="矩形 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51" name="矩形 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52" name="矩形 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53" name="矩形 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54" name="矩形 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55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56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72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387" y="-20638"/>
            <a:ext cx="1704976" cy="720727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矩形 3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参考文献</a:t>
            </a:r>
          </a:p>
        </p:txBody>
      </p:sp>
      <p:sp>
        <p:nvSpPr>
          <p:cNvPr id="274" name="矩形 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75" name="矩形 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76" name="矩形 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77" name="矩形 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78" name="矩形 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79" name="矩形 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280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1" name="同济大学.png" descr="同济大学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矩形 1"/>
          <p:cNvSpPr/>
          <p:nvPr/>
        </p:nvSpPr>
        <p:spPr>
          <a:xfrm>
            <a:off x="0" y="-1"/>
            <a:ext cx="9144000" cy="700090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90" name="同济大学.png" descr="同济大学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38764" y="-578822"/>
            <a:ext cx="2840784" cy="1857732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F187BD9-DF81-40AC-AAC2-9527AC856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E1520995-3707-4D88-A274-95851BEBD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CF7F44CD-95FD-4437-BE24-4E6DAA3CC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70259127-3ED3-43AE-8438-83E1B7F83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67F7CA10-7B99-4D50-ACD9-3D8F067C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9737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4003411-FCCA-4BC7-AE97-4EE405BE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5E65F8E-FC05-477F-99A7-EF06BF29D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FE3CDA69-48B8-4E55-A15E-5A22C8AF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99011666-1550-4B76-9EF3-8654EA6D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05EEC172-E16C-48A3-9161-CE9C3756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8929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B445452-1426-4D40-8C02-2ED1D95D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B6BE252-9CF3-4B14-A8B3-E198E3E93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93134637-C4FE-4F52-A58B-20B725057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43BBB2E-8E3F-4403-851C-B1465911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2D4F9C35-0368-4940-AAB4-9685C379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1705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9CA370D-D690-4404-AB46-8A8F82BB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0B15BD46-09ED-4637-86A4-0B7C2602C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5CFB6ED0-407B-469B-896B-F3D08FEE6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7088458F-8D52-4DF7-A546-F9A456EB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5EAA715E-EE29-4DD9-9915-FEAA5C89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6A9357BD-516D-4127-BD96-44A4C91A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562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242B79B-5162-4447-9634-209B65C6F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936D66A0-86B6-45E9-8A56-1E149C0CB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1F85A42C-3D75-4D94-B777-9E63EC311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DB8379DC-A3FD-4C7B-8588-225F25737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C7CDCCA3-F779-4B2D-ABD1-FB473701A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F91E6959-E662-434E-9F45-843CB6A15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10080951-6681-4346-955F-6BC27FE8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5CD4390B-6F5E-46A1-A63D-07EC32FC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3207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8DC2A45-105C-4C75-8CF1-EC1D0B50F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0C22044C-2CFA-4F1E-BEE3-2B3AE8460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4E2AC9B3-C6F8-4DA6-B8D2-8A314A45D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A3327499-B9B6-46EB-AF37-C83312C1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1657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143C1444-C84F-461E-9F64-B8E550658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B0D4B82E-BA7D-417F-866D-5290BBB8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BC4386BB-34D3-4068-BEE3-A0490ACA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9561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6071AA5-01E5-4982-9E19-BFCE89CCD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5F19A56-6458-496D-B28C-F62F1F445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BF0B9A53-85BE-4B32-A0D1-BBB580E96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9AA323B1-B319-40F1-A90E-50AB2714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FDF1D3D6-6000-408E-86E4-052C1138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E115A6F0-5324-420B-8D0A-11E013DC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4681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4884893-A697-4EBB-AA1B-6B8215C4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17A394E5-F62B-4719-AAFA-2414CD470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F988EC55-650D-495F-9CB0-F877353B3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49E4A4AA-65D0-401C-84FF-DF465AD4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AFF955A5-017D-46A2-A974-3AB36446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BF4E4B3E-FF6D-47FA-8681-360EDB9AC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4462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46C8A9A-C806-4E4A-97A1-F8638641C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7550B693-7D0A-4C6C-B977-07C3B611C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30BCB43F-3ED7-4EE1-B948-77190120E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D23D9347-32A2-4E44-9228-1D724172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DBD8B1B5-A89A-42D6-B380-29A51A10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9277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4F53FE85-9C97-4C46-AA9E-1023F0D7A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56E856F8-EDE7-482D-9A09-BBFF25402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3348BE3A-03BA-4F55-A719-94126088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EF1F-60C5-4480-AA09-B9CAD080CF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2022/3/4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DADD8A4-D57A-4870-8D0B-78A4D5AD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9D54DA5A-CE92-4199-9D99-9636859E6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1C536-FA53-469F-808A-DDE11F90DD0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1544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5725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51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7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553200" y="4767262"/>
            <a:ext cx="343903" cy="358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EBC9E92B-5F9F-4C56-B1C3-11BAAB3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BB4BC566-4EF7-42F0-B162-054BE2BA5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EB3136C1-BD87-429A-94CC-6F9499F69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hangingPunct="1"/>
            <a:fld id="{C48EEF1F-60C5-4480-AA09-B9CAD080CFCB}" type="datetimeFigureOut">
              <a:rPr lang="zh-CN" altLang="en-US" kern="1200" smtClean="0">
                <a:solidFill>
                  <a:prstClr val="black">
                    <a:tint val="75000"/>
                  </a:prstClr>
                </a:solidFill>
              </a:rPr>
              <a:pPr hangingPunct="1"/>
              <a:t>2022/3/4</a:t>
            </a:fld>
            <a:endParaRPr lang="zh-CN" altLang="en-US" kern="1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BAB93947-C208-458A-B274-A466AC7F2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hangingPunct="1"/>
            <a:endParaRPr lang="zh-CN" altLang="en-US" kern="1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0C3967C8-6AF3-49A3-A04B-80292AE91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hangingPunct="1"/>
            <a:fld id="{CE81C536-FA53-469F-808A-DDE11F90DD03}" type="slidenum">
              <a:rPr lang="zh-CN" altLang="en-US" kern="1200" smtClean="0">
                <a:solidFill>
                  <a:prstClr val="black">
                    <a:tint val="75000"/>
                  </a:prstClr>
                </a:solidFill>
              </a:rPr>
              <a:pPr hangingPunct="1"/>
              <a:t>‹#›</a:t>
            </a:fld>
            <a:endParaRPr lang="zh-CN" altLang="en-US" kern="12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40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3371"/>
            <a:ext cx="9144000" cy="333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1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98380" y="846249"/>
            <a:ext cx="3460751" cy="2342928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矩形 1"/>
          <p:cNvSpPr/>
          <p:nvPr/>
        </p:nvSpPr>
        <p:spPr>
          <a:xfrm>
            <a:off x="2627313" y="1109663"/>
            <a:ext cx="6516687" cy="209708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2" name="TextBox 25"/>
          <p:cNvSpPr txBox="1"/>
          <p:nvPr/>
        </p:nvSpPr>
        <p:spPr>
          <a:xfrm>
            <a:off x="3816350" y="2595404"/>
            <a:ext cx="4787900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 anchor="ctr">
            <a:spAutoFit/>
          </a:bodyPr>
          <a:lstStyle/>
          <a:p>
            <a:pPr>
              <a:lnSpc>
                <a:spcPct val="150000"/>
              </a:lnSpc>
              <a:defRPr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学院：xxx      学号：xxx</a:t>
            </a:r>
          </a:p>
        </p:txBody>
      </p:sp>
      <p:sp>
        <p:nvSpPr>
          <p:cNvPr id="303" name="矩形 33"/>
          <p:cNvSpPr/>
          <p:nvPr/>
        </p:nvSpPr>
        <p:spPr>
          <a:xfrm>
            <a:off x="3342011" y="832595"/>
            <a:ext cx="5974752" cy="266701"/>
          </a:xfrm>
          <a:prstGeom prst="rect">
            <a:avLst/>
          </a:prstGeom>
          <a:blipFill>
            <a:blip r:embed="rId3"/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4" name="TextBox 29"/>
          <p:cNvSpPr txBox="1"/>
          <p:nvPr/>
        </p:nvSpPr>
        <p:spPr>
          <a:xfrm>
            <a:off x="3816350" y="1203166"/>
            <a:ext cx="3509963" cy="347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 anchor="ctr">
            <a:spAutoFit/>
          </a:bodyPr>
          <a:lstStyle>
            <a:lvl1pPr>
              <a:lnSpc>
                <a:spcPct val="150000"/>
              </a:lnSpc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HOUQIMIAO</a:t>
            </a:r>
          </a:p>
        </p:txBody>
      </p:sp>
      <p:sp>
        <p:nvSpPr>
          <p:cNvPr id="305" name="TextBox 28"/>
          <p:cNvSpPr txBox="1"/>
          <p:nvPr/>
        </p:nvSpPr>
        <p:spPr>
          <a:xfrm>
            <a:off x="3779837" y="1557972"/>
            <a:ext cx="5327651" cy="919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 anchor="ctr">
            <a:spAutoFit/>
          </a:bodyPr>
          <a:lstStyle>
            <a:lvl1pPr>
              <a:lnSpc>
                <a:spcPct val="150000"/>
              </a:lnSpc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同济大学论文答辩</a:t>
            </a:r>
          </a:p>
        </p:txBody>
      </p:sp>
      <p:grpSp>
        <p:nvGrpSpPr>
          <p:cNvPr id="315" name="组合 2"/>
          <p:cNvGrpSpPr/>
          <p:nvPr/>
        </p:nvGrpSpPr>
        <p:grpSpPr>
          <a:xfrm>
            <a:off x="3632200" y="3435350"/>
            <a:ext cx="3460751" cy="1501141"/>
            <a:chOff x="0" y="0"/>
            <a:chExt cx="3460750" cy="1501140"/>
          </a:xfrm>
        </p:grpSpPr>
        <p:sp>
          <p:nvSpPr>
            <p:cNvPr id="306" name="TextBox 57"/>
            <p:cNvSpPr txBox="1"/>
            <p:nvPr/>
          </p:nvSpPr>
          <p:spPr>
            <a:xfrm>
              <a:off x="563562" y="0"/>
              <a:ext cx="2897188" cy="1501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zh-CN" altLang="en-US" dirty="0"/>
                <a:t>五角场情报站</a:t>
              </a:r>
            </a:p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dirty="0" smtClean="0"/>
                <a:t>xxx</a:t>
              </a:r>
              <a:endParaRPr dirty="0"/>
            </a:p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dirty="0" err="1"/>
                <a:t>代用名</a:t>
              </a:r>
              <a:endParaRPr dirty="0"/>
            </a:p>
            <a:p>
              <a:pPr algn="ctr">
                <a:lnSpc>
                  <a:spcPct val="150000"/>
                </a:lnSpc>
                <a:defRPr sz="15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dirty="0"/>
                <a:t>201X年XX月XX日 </a:t>
              </a:r>
            </a:p>
          </p:txBody>
        </p:sp>
        <p:sp>
          <p:nvSpPr>
            <p:cNvPr id="307" name="TextBox 90"/>
            <p:cNvSpPr txBox="1"/>
            <p:nvPr/>
          </p:nvSpPr>
          <p:spPr>
            <a:xfrm>
              <a:off x="0" y="76199"/>
              <a:ext cx="1154113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姓名：</a:t>
              </a:r>
            </a:p>
          </p:txBody>
        </p:sp>
        <p:sp>
          <p:nvSpPr>
            <p:cNvPr id="308" name="TextBox 59"/>
            <p:cNvSpPr txBox="1"/>
            <p:nvPr/>
          </p:nvSpPr>
          <p:spPr>
            <a:xfrm>
              <a:off x="0" y="422275"/>
              <a:ext cx="118110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专业：</a:t>
              </a:r>
            </a:p>
          </p:txBody>
        </p:sp>
        <p:sp>
          <p:nvSpPr>
            <p:cNvPr id="309" name="TextBox 60"/>
            <p:cNvSpPr txBox="1"/>
            <p:nvPr/>
          </p:nvSpPr>
          <p:spPr>
            <a:xfrm>
              <a:off x="0" y="777875"/>
              <a:ext cx="7137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导师：</a:t>
              </a:r>
            </a:p>
          </p:txBody>
        </p:sp>
        <p:sp>
          <p:nvSpPr>
            <p:cNvPr id="310" name="TextBox 61"/>
            <p:cNvSpPr txBox="1"/>
            <p:nvPr/>
          </p:nvSpPr>
          <p:spPr>
            <a:xfrm>
              <a:off x="0" y="1123949"/>
              <a:ext cx="7137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日期：</a:t>
              </a:r>
            </a:p>
          </p:txBody>
        </p:sp>
        <p:sp>
          <p:nvSpPr>
            <p:cNvPr id="311" name="直接连接符 62"/>
            <p:cNvSpPr/>
            <p:nvPr/>
          </p:nvSpPr>
          <p:spPr>
            <a:xfrm>
              <a:off x="1036638" y="368300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2" name="直接连接符 63"/>
            <p:cNvSpPr/>
            <p:nvPr/>
          </p:nvSpPr>
          <p:spPr>
            <a:xfrm>
              <a:off x="1036638" y="692150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3" name="直接连接符 64"/>
            <p:cNvSpPr/>
            <p:nvPr/>
          </p:nvSpPr>
          <p:spPr>
            <a:xfrm>
              <a:off x="1036638" y="1069974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4" name="直接连接符 65"/>
            <p:cNvSpPr/>
            <p:nvPr/>
          </p:nvSpPr>
          <p:spPr>
            <a:xfrm>
              <a:off x="1036638" y="1393824"/>
              <a:ext cx="2089151" cy="1"/>
            </a:xfrm>
            <a:prstGeom prst="line">
              <a:avLst/>
            </a:prstGeom>
            <a:noFill/>
            <a:ln w="9525" cap="flat">
              <a:solidFill>
                <a:srgbClr val="40404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16" name="温馨、背景音乐 - 梦.mp3" descr="温馨、背景音乐 - 梦.mp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43400" y="-506413"/>
            <a:ext cx="457200" cy="45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0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9" presetClass="entr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3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19" presetClass="entr" presetSubtype="5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50"/>
                            </p:stCondLst>
                            <p:childTnLst>
                              <p:par>
                                <p:cTn id="22" presetID="22" presetClass="entr" presetSubtype="8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50"/>
                            </p:stCondLst>
                            <p:childTnLst>
                              <p:par>
                                <p:cTn id="26" presetID="18" presetClass="entr" presetSubtype="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2" animBg="1" advAuto="0"/>
      <p:bldP spid="302" grpId="6" animBg="1" advAuto="0"/>
      <p:bldP spid="303" grpId="1" animBg="1" advAuto="0"/>
      <p:bldP spid="304" grpId="3" animBg="1" advAuto="0"/>
      <p:bldP spid="305" grpId="5" animBg="1" advAuto="0"/>
      <p:bldP spid="315" grpId="7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文本框 38"/>
          <p:cNvSpPr txBox="1"/>
          <p:nvPr/>
        </p:nvSpPr>
        <p:spPr>
          <a:xfrm>
            <a:off x="163512" y="2346325"/>
            <a:ext cx="312420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CONTENTS</a:t>
            </a:r>
          </a:p>
        </p:txBody>
      </p:sp>
      <p:sp>
        <p:nvSpPr>
          <p:cNvPr id="319" name="文本框 11"/>
          <p:cNvSpPr txBox="1"/>
          <p:nvPr/>
        </p:nvSpPr>
        <p:spPr>
          <a:xfrm>
            <a:off x="1979613" y="1976438"/>
            <a:ext cx="81534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 b="1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目录</a:t>
            </a:r>
          </a:p>
        </p:txBody>
      </p:sp>
      <p:sp>
        <p:nvSpPr>
          <p:cNvPr id="320" name="文本框 18"/>
          <p:cNvSpPr txBox="1"/>
          <p:nvPr/>
        </p:nvSpPr>
        <p:spPr>
          <a:xfrm>
            <a:off x="3984625" y="2114549"/>
            <a:ext cx="101854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课题综述</a:t>
            </a:r>
          </a:p>
        </p:txBody>
      </p:sp>
      <p:grpSp>
        <p:nvGrpSpPr>
          <p:cNvPr id="323" name="组合 34"/>
          <p:cNvGrpSpPr/>
          <p:nvPr/>
        </p:nvGrpSpPr>
        <p:grpSpPr>
          <a:xfrm>
            <a:off x="3568895" y="2047874"/>
            <a:ext cx="414143" cy="497842"/>
            <a:chOff x="0" y="0"/>
            <a:chExt cx="414142" cy="497840"/>
          </a:xfrm>
        </p:grpSpPr>
        <p:sp>
          <p:nvSpPr>
            <p:cNvPr id="321" name="文本框 16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322" name="直接连接符 17"/>
            <p:cNvSpPr/>
            <p:nvPr/>
          </p:nvSpPr>
          <p:spPr>
            <a:xfrm flipH="1">
              <a:off x="168079" y="179388"/>
              <a:ext cx="246064" cy="247650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24" name="文本框 21"/>
          <p:cNvSpPr txBox="1"/>
          <p:nvPr/>
        </p:nvSpPr>
        <p:spPr>
          <a:xfrm>
            <a:off x="6570663" y="2139949"/>
            <a:ext cx="9169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研究过程</a:t>
            </a:r>
          </a:p>
        </p:txBody>
      </p:sp>
      <p:grpSp>
        <p:nvGrpSpPr>
          <p:cNvPr id="327" name="组合 35"/>
          <p:cNvGrpSpPr/>
          <p:nvPr/>
        </p:nvGrpSpPr>
        <p:grpSpPr>
          <a:xfrm>
            <a:off x="6124934" y="2057399"/>
            <a:ext cx="445729" cy="497842"/>
            <a:chOff x="0" y="0"/>
            <a:chExt cx="445728" cy="497840"/>
          </a:xfrm>
        </p:grpSpPr>
        <p:sp>
          <p:nvSpPr>
            <p:cNvPr id="325" name="文本框 20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326" name="直接连接符 20"/>
            <p:cNvSpPr/>
            <p:nvPr/>
          </p:nvSpPr>
          <p:spPr>
            <a:xfrm flipH="1">
              <a:off x="199666" y="169863"/>
              <a:ext cx="246063" cy="246062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28" name="文本框 24"/>
          <p:cNvSpPr txBox="1"/>
          <p:nvPr/>
        </p:nvSpPr>
        <p:spPr>
          <a:xfrm>
            <a:off x="3984625" y="2693988"/>
            <a:ext cx="101854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目前现状</a:t>
            </a:r>
          </a:p>
        </p:txBody>
      </p:sp>
      <p:grpSp>
        <p:nvGrpSpPr>
          <p:cNvPr id="331" name="组合 36"/>
          <p:cNvGrpSpPr/>
          <p:nvPr/>
        </p:nvGrpSpPr>
        <p:grpSpPr>
          <a:xfrm>
            <a:off x="3568895" y="2627313"/>
            <a:ext cx="414143" cy="497841"/>
            <a:chOff x="0" y="0"/>
            <a:chExt cx="414142" cy="497840"/>
          </a:xfrm>
        </p:grpSpPr>
        <p:sp>
          <p:nvSpPr>
            <p:cNvPr id="329" name="文本框 23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330" name="直接连接符 23"/>
            <p:cNvSpPr/>
            <p:nvPr/>
          </p:nvSpPr>
          <p:spPr>
            <a:xfrm flipH="1">
              <a:off x="168079" y="179386"/>
              <a:ext cx="246064" cy="246064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32" name="文本框 27"/>
          <p:cNvSpPr txBox="1"/>
          <p:nvPr/>
        </p:nvSpPr>
        <p:spPr>
          <a:xfrm>
            <a:off x="6570663" y="2719388"/>
            <a:ext cx="9169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研究结论</a:t>
            </a:r>
          </a:p>
        </p:txBody>
      </p:sp>
      <p:grpSp>
        <p:nvGrpSpPr>
          <p:cNvPr id="335" name="组合 37"/>
          <p:cNvGrpSpPr/>
          <p:nvPr/>
        </p:nvGrpSpPr>
        <p:grpSpPr>
          <a:xfrm>
            <a:off x="6124934" y="2636838"/>
            <a:ext cx="445729" cy="497841"/>
            <a:chOff x="0" y="0"/>
            <a:chExt cx="445728" cy="497840"/>
          </a:xfrm>
        </p:grpSpPr>
        <p:sp>
          <p:nvSpPr>
            <p:cNvPr id="333" name="文本框 26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334" name="直接连接符 26"/>
            <p:cNvSpPr/>
            <p:nvPr/>
          </p:nvSpPr>
          <p:spPr>
            <a:xfrm flipH="1">
              <a:off x="199666" y="169862"/>
              <a:ext cx="246063" cy="246063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36" name="文本框 30"/>
          <p:cNvSpPr txBox="1"/>
          <p:nvPr/>
        </p:nvSpPr>
        <p:spPr>
          <a:xfrm>
            <a:off x="3984625" y="3267074"/>
            <a:ext cx="101854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研究目标</a:t>
            </a:r>
          </a:p>
        </p:txBody>
      </p:sp>
      <p:grpSp>
        <p:nvGrpSpPr>
          <p:cNvPr id="339" name="组合 38"/>
          <p:cNvGrpSpPr/>
          <p:nvPr/>
        </p:nvGrpSpPr>
        <p:grpSpPr>
          <a:xfrm>
            <a:off x="3568895" y="3200399"/>
            <a:ext cx="414143" cy="497842"/>
            <a:chOff x="0" y="0"/>
            <a:chExt cx="414142" cy="497840"/>
          </a:xfrm>
        </p:grpSpPr>
        <p:sp>
          <p:nvSpPr>
            <p:cNvPr id="337" name="文本框 29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338" name="直接连接符 29"/>
            <p:cNvSpPr/>
            <p:nvPr/>
          </p:nvSpPr>
          <p:spPr>
            <a:xfrm flipH="1">
              <a:off x="168079" y="179388"/>
              <a:ext cx="246064" cy="247650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0" name="文本框 33"/>
          <p:cNvSpPr txBox="1"/>
          <p:nvPr/>
        </p:nvSpPr>
        <p:spPr>
          <a:xfrm>
            <a:off x="6570663" y="3292474"/>
            <a:ext cx="9169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参考文献</a:t>
            </a:r>
          </a:p>
        </p:txBody>
      </p:sp>
      <p:grpSp>
        <p:nvGrpSpPr>
          <p:cNvPr id="343" name="组合 39"/>
          <p:cNvGrpSpPr/>
          <p:nvPr/>
        </p:nvGrpSpPr>
        <p:grpSpPr>
          <a:xfrm>
            <a:off x="6124934" y="3211513"/>
            <a:ext cx="445729" cy="497841"/>
            <a:chOff x="0" y="0"/>
            <a:chExt cx="445728" cy="497840"/>
          </a:xfrm>
        </p:grpSpPr>
        <p:sp>
          <p:nvSpPr>
            <p:cNvPr id="341" name="文本框 32"/>
            <p:cNvSpPr txBox="1"/>
            <p:nvPr/>
          </p:nvSpPr>
          <p:spPr>
            <a:xfrm>
              <a:off x="0" y="0"/>
              <a:ext cx="290622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2800">
                  <a:solidFill>
                    <a:srgbClr val="414455"/>
                  </a:solid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342" name="直接连接符 32"/>
            <p:cNvSpPr/>
            <p:nvPr/>
          </p:nvSpPr>
          <p:spPr>
            <a:xfrm flipH="1">
              <a:off x="199666" y="169861"/>
              <a:ext cx="246063" cy="244476"/>
            </a:xfrm>
            <a:prstGeom prst="line">
              <a:avLst/>
            </a:prstGeom>
            <a:noFill/>
            <a:ln w="9525" cap="flat">
              <a:solidFill>
                <a:srgbClr val="5C307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4" name="直接连接符 33"/>
          <p:cNvSpPr/>
          <p:nvPr/>
        </p:nvSpPr>
        <p:spPr>
          <a:xfrm>
            <a:off x="3278187" y="2139950"/>
            <a:ext cx="1" cy="1546226"/>
          </a:xfrm>
          <a:prstGeom prst="line">
            <a:avLst/>
          </a:prstGeom>
          <a:ln>
            <a:solidFill>
              <a:srgbClr val="808080"/>
            </a:solidFill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dissolv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9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7369 -0.041213" pathEditMode="relative">
                                      <p:cBhvr>
                                        <p:cTn id="23" dur="7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22" presetClass="entr" presetSubtype="8" fill="hold" grpId="6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50"/>
                            </p:stCondLst>
                            <p:childTnLst>
                              <p:par>
                                <p:cTn id="29" presetID="9" presetClass="entr" fill="hold" grpId="7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-1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00000 0.000000 L 0.037369 -0.041197" pathEditMode="relative">
                                      <p:cBhvr>
                                        <p:cTn id="34" dur="7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50"/>
                            </p:stCondLst>
                            <p:childTnLst>
                              <p:par>
                                <p:cTn id="36" presetID="22" presetClass="entr" presetSubtype="8" fill="hold" grpId="9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9" presetClass="entr" fill="hold" grpId="1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-1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000 0.000000 L 0.037369 -0.041201" pathEditMode="relative">
                                      <p:cBhvr>
                                        <p:cTn id="45" dur="7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22" presetClass="entr" presetSubtype="8" fill="hold" grpId="12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450"/>
                            </p:stCondLst>
                            <p:childTnLst>
                              <p:par>
                                <p:cTn id="51" presetID="9" presetClass="entr" fill="hold" grpId="13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-1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0000 0.000000 L 0.037369 -0.041213" pathEditMode="relative">
                                      <p:cBhvr>
                                        <p:cTn id="56" dur="7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700"/>
                            </p:stCondLst>
                            <p:childTnLst>
                              <p:par>
                                <p:cTn id="58" presetID="22" presetClass="entr" presetSubtype="8" fill="hold" grpId="15" nodeType="afterEffect">
                                  <p:stCondLst>
                                    <p:cond delay="1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450"/>
                            </p:stCondLst>
                            <p:childTnLst>
                              <p:par>
                                <p:cTn id="62" presetID="9" presetClass="entr" fill="hold" grpId="16" nodeType="afterEffect">
                                  <p:stCondLst>
                                    <p:cond delay="1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-1" presetClass="path" presetSubtype="0" accel="50000" decel="5000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.000000 0.000000 L 0.037369 -0.041197" pathEditMode="relative">
                                      <p:cBhvr>
                                        <p:cTn id="67" dur="7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950"/>
                            </p:stCondLst>
                            <p:childTnLst>
                              <p:par>
                                <p:cTn id="69" presetID="22" presetClass="entr" presetSubtype="8" fill="hold" grpId="18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950"/>
                            </p:stCondLst>
                            <p:childTnLst>
                              <p:par>
                                <p:cTn id="73" presetID="9" presetClass="entr" fill="hold" grpId="19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-1" presetClass="path" presetSubtype="0" accel="50000" decel="5000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00000 0.000000 L 0.037369 -0.041201" pathEditMode="relative">
                                      <p:cBhvr>
                                        <p:cTn id="78" dur="7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00"/>
                            </p:stCondLst>
                            <p:childTnLst>
                              <p:par>
                                <p:cTn id="80" presetID="22" presetClass="entr" presetSubtype="8" fill="hold" grpId="21" nodeType="afterEffect">
                                  <p:stCondLst>
                                    <p:cond delay="1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" grpId="2" animBg="1" advAuto="0"/>
      <p:bldP spid="319" grpId="1" animBg="1" advAuto="0"/>
      <p:bldP spid="320" grpId="6" animBg="1" advAuto="0"/>
      <p:bldP spid="323" grpId="4" animBg="1" advAuto="0"/>
      <p:bldP spid="324" grpId="15" animBg="1" advAuto="0"/>
      <p:bldP spid="327" grpId="13" animBg="1" advAuto="0"/>
      <p:bldP spid="328" grpId="9" animBg="1" advAuto="0"/>
      <p:bldP spid="331" grpId="7" animBg="1" advAuto="0"/>
      <p:bldP spid="332" grpId="18" animBg="1" advAuto="0"/>
      <p:bldP spid="335" grpId="16" animBg="1" advAuto="0"/>
      <p:bldP spid="336" grpId="12" animBg="1" advAuto="0"/>
      <p:bldP spid="339" grpId="10" animBg="1" advAuto="0"/>
      <p:bldP spid="340" grpId="21" animBg="1" advAuto="0"/>
      <p:bldP spid="343" grpId="19" animBg="1" advAuto="0"/>
      <p:bldP spid="344" grpId="3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7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第一部分</a:t>
            </a:r>
          </a:p>
        </p:txBody>
      </p:sp>
      <p:sp>
        <p:nvSpPr>
          <p:cNvPr id="348" name="TextBox 23"/>
          <p:cNvSpPr txBox="1"/>
          <p:nvPr/>
        </p:nvSpPr>
        <p:spPr>
          <a:xfrm>
            <a:off x="3773487" y="1827213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选题背景</a:t>
            </a:r>
          </a:p>
        </p:txBody>
      </p:sp>
      <p:sp>
        <p:nvSpPr>
          <p:cNvPr id="349" name="TextBox 24"/>
          <p:cNvSpPr txBox="1"/>
          <p:nvPr/>
        </p:nvSpPr>
        <p:spPr>
          <a:xfrm>
            <a:off x="3773487" y="2154238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选题理由</a:t>
            </a:r>
          </a:p>
        </p:txBody>
      </p:sp>
      <p:sp>
        <p:nvSpPr>
          <p:cNvPr id="350" name="TextBox 25"/>
          <p:cNvSpPr txBox="1"/>
          <p:nvPr/>
        </p:nvSpPr>
        <p:spPr>
          <a:xfrm>
            <a:off x="3773487" y="2505074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研究意义</a:t>
            </a:r>
          </a:p>
        </p:txBody>
      </p:sp>
      <p:sp>
        <p:nvSpPr>
          <p:cNvPr id="351" name="TextBox 28"/>
          <p:cNvSpPr txBox="1"/>
          <p:nvPr/>
        </p:nvSpPr>
        <p:spPr>
          <a:xfrm>
            <a:off x="3773487" y="2876549"/>
            <a:ext cx="16294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主要贡献与创新</a:t>
            </a:r>
          </a:p>
        </p:txBody>
      </p:sp>
      <p:grpSp>
        <p:nvGrpSpPr>
          <p:cNvPr id="354" name="组合 11"/>
          <p:cNvGrpSpPr/>
          <p:nvPr/>
        </p:nvGrpSpPr>
        <p:grpSpPr>
          <a:xfrm>
            <a:off x="3773487" y="1247774"/>
            <a:ext cx="3824607" cy="533720"/>
            <a:chOff x="0" y="0"/>
            <a:chExt cx="3824605" cy="533718"/>
          </a:xfrm>
        </p:grpSpPr>
        <p:sp>
          <p:nvSpPr>
            <p:cNvPr id="352" name="TextBox 4"/>
            <p:cNvSpPr txBox="1"/>
            <p:nvPr/>
          </p:nvSpPr>
          <p:spPr>
            <a:xfrm>
              <a:off x="0" y="0"/>
              <a:ext cx="2328585" cy="525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0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r>
                <a:t>Project review</a:t>
              </a:r>
            </a:p>
          </p:txBody>
        </p:sp>
        <p:sp>
          <p:nvSpPr>
            <p:cNvPr id="353" name="文本框 8"/>
            <p:cNvSpPr txBox="1"/>
            <p:nvPr/>
          </p:nvSpPr>
          <p:spPr>
            <a:xfrm>
              <a:off x="2524125" y="46038"/>
              <a:ext cx="1300481" cy="487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课题综述</a:t>
              </a:r>
            </a:p>
          </p:txBody>
        </p:sp>
      </p:grpSp>
      <p:sp>
        <p:nvSpPr>
          <p:cNvPr id="355" name="矩形 9"/>
          <p:cNvSpPr/>
          <p:nvPr/>
        </p:nvSpPr>
        <p:spPr>
          <a:xfrm>
            <a:off x="3825875" y="3281362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6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9" presetClass="entr" fill="hold" grpId="5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9" presetClass="entr" fill="hold" grpId="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950"/>
                            </p:stCondLst>
                            <p:childTnLst>
                              <p:par>
                                <p:cTn id="30" presetID="9" presetClass="entr" fill="hold" grpId="7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200"/>
                            </p:stCondLst>
                            <p:childTnLst>
                              <p:par>
                                <p:cTn id="34" presetID="22" presetClass="entr" presetSubtype="8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" grpId="1" animBg="1" advAuto="0"/>
      <p:bldP spid="348" grpId="4" animBg="1" advAuto="0"/>
      <p:bldP spid="349" grpId="5" animBg="1" advAuto="0"/>
      <p:bldP spid="350" grpId="6" animBg="1" advAuto="0"/>
      <p:bldP spid="351" grpId="7" animBg="1" advAuto="0"/>
      <p:bldP spid="354" grpId="3" animBg="1" advAuto="0"/>
      <p:bldP spid="355" grpId="8" animBg="1" advAuto="0"/>
      <p:bldP spid="356" grpId="2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组合 1"/>
          <p:cNvGrpSpPr/>
          <p:nvPr/>
        </p:nvGrpSpPr>
        <p:grpSpPr>
          <a:xfrm>
            <a:off x="3313112" y="2644774"/>
            <a:ext cx="1958977" cy="1871666"/>
            <a:chOff x="0" y="0"/>
            <a:chExt cx="1958975" cy="1871664"/>
          </a:xfrm>
        </p:grpSpPr>
        <p:sp>
          <p:nvSpPr>
            <p:cNvPr id="358" name="椭圆 2"/>
            <p:cNvSpPr/>
            <p:nvPr/>
          </p:nvSpPr>
          <p:spPr>
            <a:xfrm>
              <a:off x="50799" y="-1"/>
              <a:ext cx="1844675" cy="1871666"/>
            </a:xfrm>
            <a:prstGeom prst="ellipse">
              <a:avLst/>
            </a:prstGeom>
            <a:noFill/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59" name="椭圆 3"/>
            <p:cNvSpPr/>
            <p:nvPr/>
          </p:nvSpPr>
          <p:spPr>
            <a:xfrm>
              <a:off x="1439861" y="98425"/>
              <a:ext cx="125415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360" name="椭圆 4"/>
            <p:cNvSpPr/>
            <p:nvPr/>
          </p:nvSpPr>
          <p:spPr>
            <a:xfrm>
              <a:off x="390525" y="98425"/>
              <a:ext cx="125413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361" name="椭圆 5"/>
            <p:cNvSpPr/>
            <p:nvPr/>
          </p:nvSpPr>
          <p:spPr>
            <a:xfrm>
              <a:off x="-1" y="876299"/>
              <a:ext cx="125413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362" name="椭圆 6"/>
            <p:cNvSpPr/>
            <p:nvPr/>
          </p:nvSpPr>
          <p:spPr>
            <a:xfrm>
              <a:off x="1833561" y="876299"/>
              <a:ext cx="125415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363" name="椭圆 7"/>
            <p:cNvSpPr/>
            <p:nvPr/>
          </p:nvSpPr>
          <p:spPr>
            <a:xfrm>
              <a:off x="1439861" y="1652588"/>
              <a:ext cx="125415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364" name="椭圆 8"/>
            <p:cNvSpPr/>
            <p:nvPr/>
          </p:nvSpPr>
          <p:spPr>
            <a:xfrm>
              <a:off x="390525" y="1628774"/>
              <a:ext cx="125413" cy="127001"/>
            </a:xfrm>
            <a:prstGeom prst="ellipse">
              <a:avLst/>
            </a:prstGeom>
            <a:solidFill>
              <a:srgbClr val="414455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grpSp>
          <p:nvGrpSpPr>
            <p:cNvPr id="371" name="组合 9"/>
            <p:cNvGrpSpPr/>
            <p:nvPr/>
          </p:nvGrpSpPr>
          <p:grpSpPr>
            <a:xfrm>
              <a:off x="212724" y="292099"/>
              <a:ext cx="1533527" cy="1277940"/>
              <a:chOff x="0" y="0"/>
              <a:chExt cx="1533525" cy="1277938"/>
            </a:xfrm>
          </p:grpSpPr>
          <p:sp>
            <p:nvSpPr>
              <p:cNvPr id="365" name="任意多边形 10"/>
              <p:cNvSpPr/>
              <p:nvPr/>
            </p:nvSpPr>
            <p:spPr>
              <a:xfrm flipV="1">
                <a:off x="773111" y="12699"/>
                <a:ext cx="446089" cy="627065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6" name="任意多边形 11"/>
              <p:cNvSpPr/>
              <p:nvPr/>
            </p:nvSpPr>
            <p:spPr>
              <a:xfrm>
                <a:off x="760412" y="639763"/>
                <a:ext cx="773114" cy="1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7" name="任意多边形 12"/>
              <p:cNvSpPr/>
              <p:nvPr/>
            </p:nvSpPr>
            <p:spPr>
              <a:xfrm flipH="1" flipV="1">
                <a:off x="341312" y="0"/>
                <a:ext cx="431800" cy="625476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8" name="任意多边形 13"/>
              <p:cNvSpPr/>
              <p:nvPr/>
            </p:nvSpPr>
            <p:spPr>
              <a:xfrm flipH="1" flipV="1">
                <a:off x="0" y="652463"/>
                <a:ext cx="760413" cy="1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9" name="任意多边形 14"/>
              <p:cNvSpPr/>
              <p:nvPr/>
            </p:nvSpPr>
            <p:spPr>
              <a:xfrm flipH="1">
                <a:off x="327025" y="665163"/>
                <a:ext cx="446088" cy="612776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0" name="任意多边形 15"/>
              <p:cNvSpPr/>
              <p:nvPr/>
            </p:nvSpPr>
            <p:spPr>
              <a:xfrm>
                <a:off x="785811" y="665163"/>
                <a:ext cx="406401" cy="612776"/>
              </a:xfrm>
              <a:prstGeom prst="line">
                <a:avLst/>
              </a:prstGeom>
              <a:noFill/>
              <a:ln w="38100" cap="flat">
                <a:solidFill>
                  <a:srgbClr val="414455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grpSp>
        <p:nvGrpSpPr>
          <p:cNvPr id="375" name="组合 16"/>
          <p:cNvGrpSpPr/>
          <p:nvPr/>
        </p:nvGrpSpPr>
        <p:grpSpPr>
          <a:xfrm>
            <a:off x="827087" y="935037"/>
            <a:ext cx="7496176" cy="1832431"/>
            <a:chOff x="0" y="0"/>
            <a:chExt cx="7496175" cy="1832429"/>
          </a:xfrm>
        </p:grpSpPr>
        <p:sp>
          <p:nvSpPr>
            <p:cNvPr id="373" name="矩形 17"/>
            <p:cNvSpPr txBox="1"/>
            <p:nvPr/>
          </p:nvSpPr>
          <p:spPr>
            <a:xfrm>
              <a:off x="0" y="440509"/>
              <a:ext cx="7496175" cy="1391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30000"/>
                </a:lnSpc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  </a:r>
            </a:p>
          </p:txBody>
        </p:sp>
        <p:sp>
          <p:nvSpPr>
            <p:cNvPr id="374" name="矩形 18"/>
            <p:cNvSpPr txBox="1"/>
            <p:nvPr/>
          </p:nvSpPr>
          <p:spPr>
            <a:xfrm>
              <a:off x="9169" y="0"/>
              <a:ext cx="1018541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选题背景</a:t>
              </a:r>
            </a:p>
          </p:txBody>
        </p:sp>
      </p:grpSp>
      <p:grpSp>
        <p:nvGrpSpPr>
          <p:cNvPr id="378" name="组合 19"/>
          <p:cNvGrpSpPr/>
          <p:nvPr/>
        </p:nvGrpSpPr>
        <p:grpSpPr>
          <a:xfrm>
            <a:off x="3797300" y="3082925"/>
            <a:ext cx="979488" cy="993776"/>
            <a:chOff x="0" y="0"/>
            <a:chExt cx="979487" cy="993775"/>
          </a:xfrm>
        </p:grpSpPr>
        <p:sp>
          <p:nvSpPr>
            <p:cNvPr id="376" name="椭圆 20"/>
            <p:cNvSpPr/>
            <p:nvPr/>
          </p:nvSpPr>
          <p:spPr>
            <a:xfrm>
              <a:off x="0" y="0"/>
              <a:ext cx="979488" cy="993776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77" name="矩形 21"/>
            <p:cNvSpPr txBox="1"/>
            <p:nvPr/>
          </p:nvSpPr>
          <p:spPr>
            <a:xfrm>
              <a:off x="224956" y="333517"/>
              <a:ext cx="538068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5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标题 </a:t>
              </a:r>
            </a:p>
          </p:txBody>
        </p:sp>
      </p:grpSp>
      <p:grpSp>
        <p:nvGrpSpPr>
          <p:cNvPr id="381" name="组合 22"/>
          <p:cNvGrpSpPr/>
          <p:nvPr/>
        </p:nvGrpSpPr>
        <p:grpSpPr>
          <a:xfrm>
            <a:off x="5478462" y="3070224"/>
            <a:ext cx="2079626" cy="1204342"/>
            <a:chOff x="0" y="0"/>
            <a:chExt cx="2079624" cy="1204340"/>
          </a:xfrm>
        </p:grpSpPr>
        <p:sp>
          <p:nvSpPr>
            <p:cNvPr id="379" name="TextBox 23"/>
            <p:cNvSpPr txBox="1"/>
            <p:nvPr/>
          </p:nvSpPr>
          <p:spPr>
            <a:xfrm>
              <a:off x="0" y="0"/>
              <a:ext cx="1018540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添加标题</a:t>
              </a:r>
            </a:p>
          </p:txBody>
        </p:sp>
        <p:sp>
          <p:nvSpPr>
            <p:cNvPr id="380" name="矩形 24"/>
            <p:cNvSpPr txBox="1"/>
            <p:nvPr/>
          </p:nvSpPr>
          <p:spPr>
            <a:xfrm>
              <a:off x="23811" y="314324"/>
              <a:ext cx="2055814" cy="890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r">
                <a:lnSpc>
                  <a:spcPts val="2100"/>
                </a:lnSpc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</a:t>
              </a:r>
            </a:p>
          </p:txBody>
        </p:sp>
      </p:grpSp>
      <p:grpSp>
        <p:nvGrpSpPr>
          <p:cNvPr id="384" name="组合 25"/>
          <p:cNvGrpSpPr/>
          <p:nvPr/>
        </p:nvGrpSpPr>
        <p:grpSpPr>
          <a:xfrm>
            <a:off x="954087" y="3081338"/>
            <a:ext cx="2054226" cy="1193228"/>
            <a:chOff x="0" y="0"/>
            <a:chExt cx="2054225" cy="1193227"/>
          </a:xfrm>
        </p:grpSpPr>
        <p:sp>
          <p:nvSpPr>
            <p:cNvPr id="382" name="TextBox 26"/>
            <p:cNvSpPr txBox="1"/>
            <p:nvPr/>
          </p:nvSpPr>
          <p:spPr>
            <a:xfrm>
              <a:off x="54335" y="0"/>
              <a:ext cx="1018541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添加标题</a:t>
              </a:r>
            </a:p>
          </p:txBody>
        </p:sp>
        <p:sp>
          <p:nvSpPr>
            <p:cNvPr id="383" name="矩形 27"/>
            <p:cNvSpPr txBox="1"/>
            <p:nvPr/>
          </p:nvSpPr>
          <p:spPr>
            <a:xfrm>
              <a:off x="0" y="303211"/>
              <a:ext cx="2054225" cy="8900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r">
                <a:lnSpc>
                  <a:spcPts val="2100"/>
                </a:lnSpc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</a:t>
              </a:r>
            </a:p>
          </p:txBody>
        </p:sp>
      </p:grpSp>
      <p:sp>
        <p:nvSpPr>
          <p:cNvPr id="385" name="矩形 28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选题背景</a:t>
            </a:r>
          </a:p>
        </p:txBody>
      </p:sp>
      <p:sp>
        <p:nvSpPr>
          <p:cNvPr id="386" name="矩形 29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7" name="矩形 30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8" name="矩形 31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89" name="矩形 32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90" name="矩形 33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391" name="矩形 34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5" presetClass="entr" presetSubtype="0" fill="hold" grpId="2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5" presetClass="entr" presetSubtype="0" fill="hold" grpId="3" nodeType="afterEffect">
                                  <p:stCondLst>
                                    <p:cond delay="1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100"/>
                            </p:stCondLst>
                            <p:childTnLst>
                              <p:par>
                                <p:cTn id="23" presetID="22" presetClass="entr" presetSubtype="2" fill="hold" grpId="4" nodeType="afterEffect">
                                  <p:stCondLst>
                                    <p:cond delay="2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600"/>
                            </p:stCondLst>
                            <p:childTnLst>
                              <p:par>
                                <p:cTn id="27" presetID="22" presetClass="entr" presetSubtype="8" fill="hold" grpId="5" nodeType="afterEffect">
                                  <p:stCondLst>
                                    <p:cond delay="2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" grpId="2" animBg="1" advAuto="0"/>
      <p:bldP spid="375" grpId="1" animBg="1" advAuto="0"/>
      <p:bldP spid="378" grpId="3" animBg="1" advAuto="0"/>
      <p:bldP spid="381" grpId="5" animBg="1" advAuto="0"/>
      <p:bldP spid="384" grpId="4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Box 30"/>
          <p:cNvSpPr txBox="1"/>
          <p:nvPr/>
        </p:nvSpPr>
        <p:spPr>
          <a:xfrm>
            <a:off x="539750" y="915987"/>
            <a:ext cx="101854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选题理由</a:t>
            </a:r>
          </a:p>
        </p:txBody>
      </p:sp>
      <p:sp>
        <p:nvSpPr>
          <p:cNvPr id="394" name="TextBox 29"/>
          <p:cNvSpPr txBox="1"/>
          <p:nvPr/>
        </p:nvSpPr>
        <p:spPr>
          <a:xfrm>
            <a:off x="552449" y="1290637"/>
            <a:ext cx="764699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grpSp>
        <p:nvGrpSpPr>
          <p:cNvPr id="407" name="图示 6"/>
          <p:cNvGrpSpPr/>
          <p:nvPr/>
        </p:nvGrpSpPr>
        <p:grpSpPr>
          <a:xfrm>
            <a:off x="361055" y="2067693"/>
            <a:ext cx="5796643" cy="2898322"/>
            <a:chOff x="0" y="0"/>
            <a:chExt cx="5796641" cy="2898321"/>
          </a:xfrm>
        </p:grpSpPr>
        <p:grpSp>
          <p:nvGrpSpPr>
            <p:cNvPr id="397" name="成组"/>
            <p:cNvGrpSpPr/>
            <p:nvPr/>
          </p:nvGrpSpPr>
          <p:grpSpPr>
            <a:xfrm>
              <a:off x="-1" y="-1"/>
              <a:ext cx="5796643" cy="724582"/>
              <a:chOff x="0" y="0"/>
              <a:chExt cx="5796641" cy="724580"/>
            </a:xfrm>
          </p:grpSpPr>
          <p:sp>
            <p:nvSpPr>
              <p:cNvPr id="395" name="圆角矩形"/>
              <p:cNvSpPr/>
              <p:nvPr/>
            </p:nvSpPr>
            <p:spPr>
              <a:xfrm>
                <a:off x="0" y="0"/>
                <a:ext cx="5796642" cy="724581"/>
              </a:xfrm>
              <a:prstGeom prst="roundRect">
                <a:avLst>
                  <a:gd name="adj" fmla="val 7500"/>
                </a:avLst>
              </a:prstGeom>
              <a:solidFill>
                <a:srgbClr val="D9D9D9"/>
              </a:solidFill>
              <a:ln w="25400" cap="flat">
                <a:solidFill>
                  <a:srgbClr val="41445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396" name="标题"/>
              <p:cNvSpPr txBox="1"/>
              <p:nvPr/>
            </p:nvSpPr>
            <p:spPr>
              <a:xfrm>
                <a:off x="15900" y="189570"/>
                <a:ext cx="5764841" cy="345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r>
                  <a:t>标题</a:t>
                </a:r>
              </a:p>
            </p:txBody>
          </p:sp>
        </p:grpSp>
        <p:grpSp>
          <p:nvGrpSpPr>
            <p:cNvPr id="400" name="成组"/>
            <p:cNvGrpSpPr/>
            <p:nvPr/>
          </p:nvGrpSpPr>
          <p:grpSpPr>
            <a:xfrm>
              <a:off x="-1" y="724580"/>
              <a:ext cx="5796643" cy="724581"/>
              <a:chOff x="0" y="0"/>
              <a:chExt cx="5796641" cy="724580"/>
            </a:xfrm>
          </p:grpSpPr>
          <p:sp>
            <p:nvSpPr>
              <p:cNvPr id="398" name="圆角矩形"/>
              <p:cNvSpPr/>
              <p:nvPr/>
            </p:nvSpPr>
            <p:spPr>
              <a:xfrm>
                <a:off x="0" y="0"/>
                <a:ext cx="5796642" cy="724581"/>
              </a:xfrm>
              <a:prstGeom prst="roundRect">
                <a:avLst>
                  <a:gd name="adj" fmla="val 7500"/>
                </a:avLst>
              </a:prstGeom>
              <a:solidFill>
                <a:srgbClr val="F2F2F2"/>
              </a:solidFill>
              <a:ln w="25400" cap="flat">
                <a:solidFill>
                  <a:srgbClr val="41445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399" name="标题"/>
              <p:cNvSpPr txBox="1"/>
              <p:nvPr/>
            </p:nvSpPr>
            <p:spPr>
              <a:xfrm>
                <a:off x="15900" y="189570"/>
                <a:ext cx="5764841" cy="345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r>
                  <a:t>标题</a:t>
                </a:r>
              </a:p>
            </p:txBody>
          </p:sp>
        </p:grpSp>
        <p:grpSp>
          <p:nvGrpSpPr>
            <p:cNvPr id="403" name="成组"/>
            <p:cNvGrpSpPr/>
            <p:nvPr/>
          </p:nvGrpSpPr>
          <p:grpSpPr>
            <a:xfrm>
              <a:off x="-1" y="1449160"/>
              <a:ext cx="5796643" cy="724581"/>
              <a:chOff x="0" y="0"/>
              <a:chExt cx="5796641" cy="724580"/>
            </a:xfrm>
          </p:grpSpPr>
          <p:sp>
            <p:nvSpPr>
              <p:cNvPr id="401" name="圆角矩形"/>
              <p:cNvSpPr/>
              <p:nvPr/>
            </p:nvSpPr>
            <p:spPr>
              <a:xfrm>
                <a:off x="0" y="0"/>
                <a:ext cx="5796642" cy="724581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25400" cap="flat">
                <a:solidFill>
                  <a:srgbClr val="41445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402" name="标题"/>
              <p:cNvSpPr txBox="1"/>
              <p:nvPr/>
            </p:nvSpPr>
            <p:spPr>
              <a:xfrm>
                <a:off x="15900" y="189570"/>
                <a:ext cx="5764841" cy="345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r>
                  <a:t>标题</a:t>
                </a:r>
              </a:p>
            </p:txBody>
          </p:sp>
        </p:grpSp>
        <p:grpSp>
          <p:nvGrpSpPr>
            <p:cNvPr id="406" name="成组"/>
            <p:cNvGrpSpPr/>
            <p:nvPr/>
          </p:nvGrpSpPr>
          <p:grpSpPr>
            <a:xfrm>
              <a:off x="-1" y="2173740"/>
              <a:ext cx="5796643" cy="724581"/>
              <a:chOff x="0" y="0"/>
              <a:chExt cx="5796641" cy="724580"/>
            </a:xfrm>
          </p:grpSpPr>
          <p:sp>
            <p:nvSpPr>
              <p:cNvPr id="404" name="圆角矩形"/>
              <p:cNvSpPr/>
              <p:nvPr/>
            </p:nvSpPr>
            <p:spPr>
              <a:xfrm>
                <a:off x="0" y="0"/>
                <a:ext cx="5796642" cy="724581"/>
              </a:xfrm>
              <a:prstGeom prst="roundRect">
                <a:avLst>
                  <a:gd name="adj" fmla="val 7500"/>
                </a:avLst>
              </a:prstGeom>
              <a:solidFill>
                <a:srgbClr val="414455"/>
              </a:solidFill>
              <a:ln w="25400" cap="flat">
                <a:solidFill>
                  <a:srgbClr val="41445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405" name="标题"/>
              <p:cNvSpPr txBox="1"/>
              <p:nvPr/>
            </p:nvSpPr>
            <p:spPr>
              <a:xfrm>
                <a:off x="15900" y="189570"/>
                <a:ext cx="5764841" cy="345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40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r>
                  <a:t>标题</a:t>
                </a:r>
              </a:p>
            </p:txBody>
          </p:sp>
        </p:grpSp>
      </p:grpSp>
      <p:sp>
        <p:nvSpPr>
          <p:cNvPr id="408" name="直接连接符 7"/>
          <p:cNvSpPr/>
          <p:nvPr/>
        </p:nvSpPr>
        <p:spPr>
          <a:xfrm>
            <a:off x="3748087" y="3551237"/>
            <a:ext cx="1928814" cy="1"/>
          </a:xfrm>
          <a:prstGeom prst="line">
            <a:avLst/>
          </a:prstGeom>
          <a:ln>
            <a:solidFill>
              <a:srgbClr val="414455"/>
            </a:solidFill>
            <a:headEnd type="oval"/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9" name="直接连接符 8"/>
          <p:cNvSpPr/>
          <p:nvPr/>
        </p:nvSpPr>
        <p:spPr>
          <a:xfrm>
            <a:off x="3748087" y="2984500"/>
            <a:ext cx="1928814" cy="0"/>
          </a:xfrm>
          <a:prstGeom prst="line">
            <a:avLst/>
          </a:prstGeom>
          <a:ln>
            <a:solidFill>
              <a:srgbClr val="414455"/>
            </a:solidFill>
            <a:headEnd type="oval"/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0" name="直接连接符 9"/>
          <p:cNvSpPr/>
          <p:nvPr/>
        </p:nvSpPr>
        <p:spPr>
          <a:xfrm>
            <a:off x="3748087" y="2417763"/>
            <a:ext cx="1928814" cy="1"/>
          </a:xfrm>
          <a:prstGeom prst="line">
            <a:avLst/>
          </a:prstGeom>
          <a:ln>
            <a:solidFill>
              <a:srgbClr val="414455"/>
            </a:solidFill>
            <a:headEnd type="oval"/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1" name="直接连接符 10"/>
          <p:cNvSpPr/>
          <p:nvPr/>
        </p:nvSpPr>
        <p:spPr>
          <a:xfrm>
            <a:off x="3748087" y="4360862"/>
            <a:ext cx="1928814" cy="1"/>
          </a:xfrm>
          <a:prstGeom prst="line">
            <a:avLst/>
          </a:prstGeom>
          <a:ln>
            <a:solidFill>
              <a:srgbClr val="414455"/>
            </a:solidFill>
            <a:headEnd type="oval"/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2" name="直接连接符 11"/>
          <p:cNvSpPr/>
          <p:nvPr/>
        </p:nvSpPr>
        <p:spPr>
          <a:xfrm>
            <a:off x="3748087" y="4360862"/>
            <a:ext cx="366714" cy="1"/>
          </a:xfrm>
          <a:prstGeom prst="line">
            <a:avLst/>
          </a:prstGeom>
          <a:ln>
            <a:solidFill>
              <a:srgbClr val="FFFFFF"/>
            </a:solidFill>
            <a:headEnd type="oval"/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3" name="TextBox 29"/>
          <p:cNvSpPr txBox="1"/>
          <p:nvPr/>
        </p:nvSpPr>
        <p:spPr>
          <a:xfrm>
            <a:off x="5932487" y="2266949"/>
            <a:ext cx="285115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0000"/>
              </a:lnSpc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核心选题理由 4</a:t>
            </a:r>
          </a:p>
        </p:txBody>
      </p:sp>
      <p:sp>
        <p:nvSpPr>
          <p:cNvPr id="414" name="TextBox 29"/>
          <p:cNvSpPr txBox="1"/>
          <p:nvPr/>
        </p:nvSpPr>
        <p:spPr>
          <a:xfrm>
            <a:off x="5932487" y="2836863"/>
            <a:ext cx="285115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0000"/>
              </a:lnSpc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核心选题理由 3</a:t>
            </a:r>
          </a:p>
        </p:txBody>
      </p:sp>
      <p:sp>
        <p:nvSpPr>
          <p:cNvPr id="415" name="TextBox 29"/>
          <p:cNvSpPr txBox="1"/>
          <p:nvPr/>
        </p:nvSpPr>
        <p:spPr>
          <a:xfrm>
            <a:off x="5932487" y="3402012"/>
            <a:ext cx="285115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0000"/>
              </a:lnSpc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核心选题理由 2</a:t>
            </a:r>
          </a:p>
        </p:txBody>
      </p:sp>
      <p:sp>
        <p:nvSpPr>
          <p:cNvPr id="416" name="TextBox 29"/>
          <p:cNvSpPr txBox="1"/>
          <p:nvPr/>
        </p:nvSpPr>
        <p:spPr>
          <a:xfrm>
            <a:off x="5932487" y="4211637"/>
            <a:ext cx="285115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0000"/>
              </a:lnSpc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核心选题理由 1</a:t>
            </a:r>
          </a:p>
        </p:txBody>
      </p:sp>
      <p:sp>
        <p:nvSpPr>
          <p:cNvPr id="417" name="矩形 16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选题理由</a:t>
            </a:r>
          </a:p>
        </p:txBody>
      </p:sp>
      <p:sp>
        <p:nvSpPr>
          <p:cNvPr id="418" name="矩形 17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19" name="矩形 18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20" name="矩形 19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21" name="矩形 20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22" name="矩形 21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23" name="矩形 22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"/>
                            </p:stCondLst>
                            <p:childTnLst>
                              <p:par>
                                <p:cTn id="25" presetID="19" presetClass="entr" presetSubtype="5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"/>
                            </p:stCondLst>
                            <p:childTnLst>
                              <p:par>
                                <p:cTn id="35" presetID="19" presetClass="entr" presetSubtype="5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"/>
                            </p:stCondLst>
                            <p:childTnLst>
                              <p:par>
                                <p:cTn id="45" presetID="19" presetClass="entr" presetSubtype="5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5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"/>
                            </p:stCondLst>
                            <p:childTnLst>
                              <p:par>
                                <p:cTn id="55" presetID="19" presetClass="entr" presetSubtype="5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" grpId="1" animBg="1" advAuto="0"/>
      <p:bldP spid="394" grpId="2" animBg="1" advAuto="0"/>
      <p:bldP spid="407" grpId="3" animBg="1" advAuto="0"/>
      <p:bldP spid="408" grpId="6" animBg="1" advAuto="0"/>
      <p:bldP spid="409" grpId="8" animBg="1" advAuto="0"/>
      <p:bldP spid="410" grpId="10" animBg="1" advAuto="0"/>
      <p:bldP spid="411" grpId="4" animBg="1" advAuto="0"/>
      <p:bldP spid="413" grpId="11" animBg="1" advAuto="0"/>
      <p:bldP spid="414" grpId="9" animBg="1" advAuto="0"/>
      <p:bldP spid="415" grpId="7" animBg="1" advAuto="0"/>
      <p:bldP spid="416" grpId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组合 8"/>
          <p:cNvGrpSpPr/>
          <p:nvPr/>
        </p:nvGrpSpPr>
        <p:grpSpPr>
          <a:xfrm>
            <a:off x="1027112" y="1238249"/>
            <a:ext cx="3562351" cy="907417"/>
            <a:chOff x="0" y="0"/>
            <a:chExt cx="3562350" cy="907415"/>
          </a:xfrm>
        </p:grpSpPr>
        <p:sp>
          <p:nvSpPr>
            <p:cNvPr id="425" name="矩形 9"/>
            <p:cNvSpPr txBox="1"/>
            <p:nvPr/>
          </p:nvSpPr>
          <p:spPr>
            <a:xfrm>
              <a:off x="0" y="276225"/>
              <a:ext cx="3562350" cy="6311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您的内容打在这里，或者通过复制您的文本后，在此框中选择粘贴，并选择只保留文字。</a:t>
              </a:r>
            </a:p>
          </p:txBody>
        </p:sp>
        <p:sp>
          <p:nvSpPr>
            <p:cNvPr id="426" name="文本框 26"/>
            <p:cNvSpPr txBox="1"/>
            <p:nvPr/>
          </p:nvSpPr>
          <p:spPr>
            <a:xfrm>
              <a:off x="0" y="0"/>
              <a:ext cx="993141" cy="345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研究意义一</a:t>
              </a:r>
            </a:p>
          </p:txBody>
        </p:sp>
      </p:grpSp>
      <p:grpSp>
        <p:nvGrpSpPr>
          <p:cNvPr id="430" name="组合 12"/>
          <p:cNvGrpSpPr/>
          <p:nvPr/>
        </p:nvGrpSpPr>
        <p:grpSpPr>
          <a:xfrm>
            <a:off x="1027112" y="2368549"/>
            <a:ext cx="3562351" cy="907417"/>
            <a:chOff x="0" y="0"/>
            <a:chExt cx="3562350" cy="907415"/>
          </a:xfrm>
        </p:grpSpPr>
        <p:sp>
          <p:nvSpPr>
            <p:cNvPr id="428" name="矩形 13"/>
            <p:cNvSpPr txBox="1"/>
            <p:nvPr/>
          </p:nvSpPr>
          <p:spPr>
            <a:xfrm>
              <a:off x="0" y="276225"/>
              <a:ext cx="3562350" cy="6311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您的内容打在这里，或者通过复制您的文本后，在此框中选择粘贴，并选择只保留文字。</a:t>
              </a:r>
            </a:p>
          </p:txBody>
        </p:sp>
        <p:sp>
          <p:nvSpPr>
            <p:cNvPr id="429" name="文本框 30"/>
            <p:cNvSpPr txBox="1"/>
            <p:nvPr/>
          </p:nvSpPr>
          <p:spPr>
            <a:xfrm>
              <a:off x="0" y="0"/>
              <a:ext cx="993141" cy="345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研究意义二</a:t>
              </a:r>
            </a:p>
          </p:txBody>
        </p:sp>
      </p:grpSp>
      <p:grpSp>
        <p:nvGrpSpPr>
          <p:cNvPr id="433" name="组合 16"/>
          <p:cNvGrpSpPr/>
          <p:nvPr/>
        </p:nvGrpSpPr>
        <p:grpSpPr>
          <a:xfrm>
            <a:off x="1027112" y="3432174"/>
            <a:ext cx="3562351" cy="907417"/>
            <a:chOff x="0" y="0"/>
            <a:chExt cx="3562350" cy="907415"/>
          </a:xfrm>
        </p:grpSpPr>
        <p:sp>
          <p:nvSpPr>
            <p:cNvPr id="431" name="矩形 17"/>
            <p:cNvSpPr txBox="1"/>
            <p:nvPr/>
          </p:nvSpPr>
          <p:spPr>
            <a:xfrm>
              <a:off x="0" y="276225"/>
              <a:ext cx="3562350" cy="6311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您的内容打在这里，或者通过复制您的文本后，在此框中选择粘贴，并选择只保留文字。</a:t>
              </a:r>
            </a:p>
          </p:txBody>
        </p:sp>
        <p:sp>
          <p:nvSpPr>
            <p:cNvPr id="432" name="文本框 34"/>
            <p:cNvSpPr txBox="1"/>
            <p:nvPr/>
          </p:nvSpPr>
          <p:spPr>
            <a:xfrm>
              <a:off x="0" y="0"/>
              <a:ext cx="993141" cy="345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研究意义三</a:t>
              </a:r>
            </a:p>
          </p:txBody>
        </p:sp>
      </p:grpSp>
      <p:sp>
        <p:nvSpPr>
          <p:cNvPr id="434" name="环形箭头 5"/>
          <p:cNvSpPr/>
          <p:nvPr/>
        </p:nvSpPr>
        <p:spPr>
          <a:xfrm>
            <a:off x="7272677" y="2624249"/>
            <a:ext cx="1063094" cy="1649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02" h="20924" extrusionOk="0">
                <a:moveTo>
                  <a:pt x="0" y="78"/>
                </a:moveTo>
                <a:lnTo>
                  <a:pt x="0" y="78"/>
                </a:lnTo>
                <a:cubicBezTo>
                  <a:pt x="10408" y="-676"/>
                  <a:pt x="19802" y="4108"/>
                  <a:pt x="20981" y="10764"/>
                </a:cubicBezTo>
                <a:cubicBezTo>
                  <a:pt x="21600" y="14254"/>
                  <a:pt x="19823" y="17744"/>
                  <a:pt x="16109" y="20332"/>
                </a:cubicBezTo>
                <a:lnTo>
                  <a:pt x="16964" y="20924"/>
                </a:lnTo>
                <a:lnTo>
                  <a:pt x="14359" y="20596"/>
                </a:lnTo>
                <a:lnTo>
                  <a:pt x="13963" y="18846"/>
                </a:lnTo>
                <a:lnTo>
                  <a:pt x="14817" y="19438"/>
                </a:lnTo>
                <a:cubicBezTo>
                  <a:pt x="21128" y="14958"/>
                  <a:pt x="20565" y="8055"/>
                  <a:pt x="13562" y="4020"/>
                </a:cubicBezTo>
                <a:cubicBezTo>
                  <a:pt x="9930" y="1927"/>
                  <a:pt x="5070" y="931"/>
                  <a:pt x="213" y="1283"/>
                </a:cubicBezTo>
                <a:close/>
              </a:path>
            </a:pathLst>
          </a:custGeom>
          <a:solidFill>
            <a:srgbClr val="41445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5" name="形状 6"/>
          <p:cNvSpPr/>
          <p:nvPr/>
        </p:nvSpPr>
        <p:spPr>
          <a:xfrm>
            <a:off x="5348673" y="2286262"/>
            <a:ext cx="511063" cy="7589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41" y="0"/>
                </a:moveTo>
                <a:lnTo>
                  <a:pt x="21600" y="2509"/>
                </a:lnTo>
                <a:lnTo>
                  <a:pt x="21600" y="2509"/>
                </a:lnTo>
                <a:cubicBezTo>
                  <a:pt x="11798" y="5271"/>
                  <a:pt x="5742" y="11963"/>
                  <a:pt x="6593" y="19095"/>
                </a:cubicBezTo>
                <a:lnTo>
                  <a:pt x="9206" y="18710"/>
                </a:lnTo>
                <a:lnTo>
                  <a:pt x="5109" y="21600"/>
                </a:lnTo>
                <a:lnTo>
                  <a:pt x="0" y="20067"/>
                </a:lnTo>
                <a:lnTo>
                  <a:pt x="2616" y="19681"/>
                </a:lnTo>
                <a:lnTo>
                  <a:pt x="2616" y="19681"/>
                </a:lnTo>
                <a:cubicBezTo>
                  <a:pt x="1369" y="11255"/>
                  <a:pt x="8440" y="3268"/>
                  <a:pt x="20041" y="0"/>
                </a:cubicBezTo>
                <a:close/>
              </a:path>
            </a:pathLst>
          </a:custGeom>
          <a:solidFill>
            <a:srgbClr val="41445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6" name="环形箭头 7"/>
          <p:cNvSpPr/>
          <p:nvPr/>
        </p:nvSpPr>
        <p:spPr>
          <a:xfrm>
            <a:off x="5999365" y="1634216"/>
            <a:ext cx="297351" cy="6045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82" h="21600" extrusionOk="0">
                <a:moveTo>
                  <a:pt x="183" y="21600"/>
                </a:moveTo>
                <a:lnTo>
                  <a:pt x="183" y="21600"/>
                </a:lnTo>
                <a:cubicBezTo>
                  <a:pt x="-1018" y="14315"/>
                  <a:pt x="3721" y="7101"/>
                  <a:pt x="13258" y="1696"/>
                </a:cubicBezTo>
                <a:lnTo>
                  <a:pt x="10348" y="0"/>
                </a:lnTo>
                <a:lnTo>
                  <a:pt x="19330" y="999"/>
                </a:lnTo>
                <a:lnTo>
                  <a:pt x="20582" y="5964"/>
                </a:lnTo>
                <a:lnTo>
                  <a:pt x="17674" y="4269"/>
                </a:lnTo>
                <a:lnTo>
                  <a:pt x="17674" y="4269"/>
                </a:lnTo>
                <a:cubicBezTo>
                  <a:pt x="9688" y="8944"/>
                  <a:pt x="5750" y="15100"/>
                  <a:pt x="6774" y="21311"/>
                </a:cubicBezTo>
                <a:close/>
              </a:path>
            </a:pathLst>
          </a:custGeom>
          <a:solidFill>
            <a:srgbClr val="41445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7" name="Freeform 12"/>
          <p:cNvSpPr/>
          <p:nvPr/>
        </p:nvSpPr>
        <p:spPr>
          <a:xfrm>
            <a:off x="6138862" y="2701924"/>
            <a:ext cx="265113" cy="2651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21600"/>
                  <a:pt x="0" y="21600"/>
                  <a:pt x="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9651"/>
                  <a:pt x="11949" y="0"/>
                  <a:pt x="0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8" name="Freeform 10"/>
          <p:cNvSpPr/>
          <p:nvPr/>
        </p:nvSpPr>
        <p:spPr>
          <a:xfrm>
            <a:off x="6605588" y="1882775"/>
            <a:ext cx="231776" cy="1063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76" y="20661"/>
                </a:moveTo>
                <a:cubicBezTo>
                  <a:pt x="21600" y="0"/>
                  <a:pt x="21600" y="0"/>
                  <a:pt x="21600" y="0"/>
                </a:cubicBezTo>
                <a:cubicBezTo>
                  <a:pt x="6480" y="0"/>
                  <a:pt x="6480" y="0"/>
                  <a:pt x="6480" y="0"/>
                </a:cubicBezTo>
                <a:cubicBezTo>
                  <a:pt x="8640" y="19722"/>
                  <a:pt x="8640" y="19722"/>
                  <a:pt x="8640" y="19722"/>
                </a:cubicBezTo>
                <a:cubicBezTo>
                  <a:pt x="7344" y="15965"/>
                  <a:pt x="3456" y="7513"/>
                  <a:pt x="0" y="10330"/>
                </a:cubicBezTo>
                <a:cubicBezTo>
                  <a:pt x="432" y="13148"/>
                  <a:pt x="432" y="13148"/>
                  <a:pt x="432" y="13148"/>
                </a:cubicBezTo>
                <a:cubicBezTo>
                  <a:pt x="3456" y="10330"/>
                  <a:pt x="6912" y="18783"/>
                  <a:pt x="8208" y="21600"/>
                </a:cubicBezTo>
                <a:cubicBezTo>
                  <a:pt x="8640" y="20661"/>
                  <a:pt x="8640" y="20661"/>
                  <a:pt x="8640" y="20661"/>
                </a:cubicBezTo>
                <a:lnTo>
                  <a:pt x="18576" y="2066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D0D0D"/>
                </a:solidFill>
              </a:defRPr>
            </a:pPr>
            <a:endParaRPr/>
          </a:p>
        </p:txBody>
      </p:sp>
      <p:grpSp>
        <p:nvGrpSpPr>
          <p:cNvPr id="445" name="组合 19"/>
          <p:cNvGrpSpPr/>
          <p:nvPr/>
        </p:nvGrpSpPr>
        <p:grpSpPr>
          <a:xfrm>
            <a:off x="5606177" y="1645537"/>
            <a:ext cx="2455526" cy="2721103"/>
            <a:chOff x="0" y="0"/>
            <a:chExt cx="2455524" cy="2721102"/>
          </a:xfrm>
        </p:grpSpPr>
        <p:sp>
          <p:nvSpPr>
            <p:cNvPr id="439" name="任意多边形 2"/>
            <p:cNvSpPr/>
            <p:nvPr/>
          </p:nvSpPr>
          <p:spPr>
            <a:xfrm>
              <a:off x="876795" y="1166357"/>
              <a:ext cx="1578730" cy="1554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75" y="3436"/>
                  </a:moveTo>
                  <a:lnTo>
                    <a:pt x="17071" y="1991"/>
                  </a:lnTo>
                  <a:lnTo>
                    <a:pt x="18426" y="3146"/>
                  </a:lnTo>
                  <a:lnTo>
                    <a:pt x="17319" y="5093"/>
                  </a:lnTo>
                  <a:cubicBezTo>
                    <a:pt x="18107" y="5992"/>
                    <a:pt x="18705" y="7045"/>
                    <a:pt x="19079" y="8187"/>
                  </a:cubicBezTo>
                  <a:lnTo>
                    <a:pt x="21293" y="8187"/>
                  </a:lnTo>
                  <a:lnTo>
                    <a:pt x="21600" y="9956"/>
                  </a:lnTo>
                  <a:lnTo>
                    <a:pt x="19519" y="10725"/>
                  </a:lnTo>
                  <a:cubicBezTo>
                    <a:pt x="19553" y="11927"/>
                    <a:pt x="19345" y="13125"/>
                    <a:pt x="18908" y="14243"/>
                  </a:cubicBezTo>
                  <a:lnTo>
                    <a:pt x="20605" y="15688"/>
                  </a:lnTo>
                  <a:lnTo>
                    <a:pt x="19720" y="17244"/>
                  </a:lnTo>
                  <a:lnTo>
                    <a:pt x="17639" y="16475"/>
                  </a:lnTo>
                  <a:cubicBezTo>
                    <a:pt x="16904" y="17418"/>
                    <a:pt x="15987" y="18200"/>
                    <a:pt x="14944" y="18771"/>
                  </a:cubicBezTo>
                  <a:lnTo>
                    <a:pt x="15329" y="20986"/>
                  </a:lnTo>
                  <a:lnTo>
                    <a:pt x="13666" y="21600"/>
                  </a:lnTo>
                  <a:lnTo>
                    <a:pt x="12559" y="19653"/>
                  </a:lnTo>
                  <a:cubicBezTo>
                    <a:pt x="11399" y="19895"/>
                    <a:pt x="10201" y="19895"/>
                    <a:pt x="9041" y="19653"/>
                  </a:cubicBezTo>
                  <a:lnTo>
                    <a:pt x="7934" y="21600"/>
                  </a:lnTo>
                  <a:lnTo>
                    <a:pt x="6271" y="20986"/>
                  </a:lnTo>
                  <a:lnTo>
                    <a:pt x="6656" y="18771"/>
                  </a:lnTo>
                  <a:cubicBezTo>
                    <a:pt x="5613" y="18200"/>
                    <a:pt x="4696" y="17418"/>
                    <a:pt x="3961" y="16475"/>
                  </a:cubicBezTo>
                  <a:lnTo>
                    <a:pt x="1880" y="17244"/>
                  </a:lnTo>
                  <a:lnTo>
                    <a:pt x="995" y="15688"/>
                  </a:lnTo>
                  <a:lnTo>
                    <a:pt x="2692" y="14243"/>
                  </a:lnTo>
                  <a:cubicBezTo>
                    <a:pt x="2255" y="13125"/>
                    <a:pt x="2047" y="11927"/>
                    <a:pt x="2081" y="10725"/>
                  </a:cubicBezTo>
                  <a:lnTo>
                    <a:pt x="0" y="9956"/>
                  </a:lnTo>
                  <a:lnTo>
                    <a:pt x="307" y="8187"/>
                  </a:lnTo>
                  <a:lnTo>
                    <a:pt x="2521" y="8187"/>
                  </a:lnTo>
                  <a:cubicBezTo>
                    <a:pt x="2895" y="7045"/>
                    <a:pt x="3493" y="5992"/>
                    <a:pt x="4281" y="5093"/>
                  </a:cubicBezTo>
                  <a:lnTo>
                    <a:pt x="3174" y="3146"/>
                  </a:lnTo>
                  <a:lnTo>
                    <a:pt x="4529" y="1991"/>
                  </a:lnTo>
                  <a:lnTo>
                    <a:pt x="6225" y="3436"/>
                  </a:lnTo>
                  <a:cubicBezTo>
                    <a:pt x="7234" y="2805"/>
                    <a:pt x="8359" y="2389"/>
                    <a:pt x="9531" y="2214"/>
                  </a:cubicBezTo>
                  <a:lnTo>
                    <a:pt x="9916" y="0"/>
                  </a:lnTo>
                  <a:lnTo>
                    <a:pt x="11684" y="0"/>
                  </a:lnTo>
                  <a:lnTo>
                    <a:pt x="12069" y="2214"/>
                  </a:lnTo>
                  <a:cubicBezTo>
                    <a:pt x="13241" y="2389"/>
                    <a:pt x="14366" y="2805"/>
                    <a:pt x="15375" y="3436"/>
                  </a:cubicBezTo>
                  <a:close/>
                </a:path>
              </a:pathLst>
            </a:custGeom>
            <a:solidFill>
              <a:srgbClr val="414455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633220">
                <a:lnSpc>
                  <a:spcPct val="90000"/>
                </a:lnSpc>
                <a:spcBef>
                  <a:spcPts val="700"/>
                </a:spcBef>
                <a:defRPr sz="37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0" name="任意多边形 3"/>
            <p:cNvSpPr/>
            <p:nvPr/>
          </p:nvSpPr>
          <p:spPr>
            <a:xfrm>
              <a:off x="0" y="796837"/>
              <a:ext cx="1043146" cy="11318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757" y="5344"/>
                  </a:moveTo>
                  <a:lnTo>
                    <a:pt x="20297" y="4360"/>
                  </a:lnTo>
                  <a:lnTo>
                    <a:pt x="21600" y="6440"/>
                  </a:lnTo>
                  <a:lnTo>
                    <a:pt x="18906" y="8774"/>
                  </a:lnTo>
                  <a:cubicBezTo>
                    <a:pt x="19296" y="10101"/>
                    <a:pt x="19296" y="11499"/>
                    <a:pt x="18906" y="12826"/>
                  </a:cubicBezTo>
                  <a:lnTo>
                    <a:pt x="21600" y="15160"/>
                  </a:lnTo>
                  <a:lnTo>
                    <a:pt x="20297" y="17240"/>
                  </a:lnTo>
                  <a:lnTo>
                    <a:pt x="16757" y="16256"/>
                  </a:lnTo>
                  <a:cubicBezTo>
                    <a:pt x="15705" y="17232"/>
                    <a:pt x="14391" y="17931"/>
                    <a:pt x="12949" y="18283"/>
                  </a:cubicBezTo>
                  <a:lnTo>
                    <a:pt x="12103" y="21600"/>
                  </a:lnTo>
                  <a:lnTo>
                    <a:pt x="9497" y="21600"/>
                  </a:lnTo>
                  <a:lnTo>
                    <a:pt x="8651" y="18283"/>
                  </a:lnTo>
                  <a:cubicBezTo>
                    <a:pt x="7209" y="17931"/>
                    <a:pt x="5895" y="17232"/>
                    <a:pt x="4843" y="16256"/>
                  </a:cubicBezTo>
                  <a:lnTo>
                    <a:pt x="1303" y="17240"/>
                  </a:lnTo>
                  <a:lnTo>
                    <a:pt x="0" y="15160"/>
                  </a:lnTo>
                  <a:lnTo>
                    <a:pt x="2694" y="12826"/>
                  </a:lnTo>
                  <a:cubicBezTo>
                    <a:pt x="2304" y="11499"/>
                    <a:pt x="2304" y="10101"/>
                    <a:pt x="2694" y="8774"/>
                  </a:cubicBezTo>
                  <a:lnTo>
                    <a:pt x="0" y="6440"/>
                  </a:lnTo>
                  <a:lnTo>
                    <a:pt x="1303" y="4360"/>
                  </a:lnTo>
                  <a:lnTo>
                    <a:pt x="4843" y="5344"/>
                  </a:lnTo>
                  <a:cubicBezTo>
                    <a:pt x="5895" y="4368"/>
                    <a:pt x="7209" y="3669"/>
                    <a:pt x="8651" y="3317"/>
                  </a:cubicBezTo>
                  <a:lnTo>
                    <a:pt x="9497" y="0"/>
                  </a:lnTo>
                  <a:lnTo>
                    <a:pt x="12103" y="0"/>
                  </a:lnTo>
                  <a:lnTo>
                    <a:pt x="12949" y="3317"/>
                  </a:lnTo>
                  <a:cubicBezTo>
                    <a:pt x="14391" y="3669"/>
                    <a:pt x="15705" y="4368"/>
                    <a:pt x="16757" y="5344"/>
                  </a:cubicBezTo>
                  <a:close/>
                </a:path>
              </a:pathLst>
            </a:custGeom>
            <a:solidFill>
              <a:srgbClr val="414455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066800">
                <a:lnSpc>
                  <a:spcPct val="90000"/>
                </a:lnSpc>
                <a:spcBef>
                  <a:spcPts val="700"/>
                </a:spcBef>
                <a:defRPr sz="24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1" name="任意多边形 4"/>
            <p:cNvSpPr/>
            <p:nvPr/>
          </p:nvSpPr>
          <p:spPr>
            <a:xfrm>
              <a:off x="608184" y="0"/>
              <a:ext cx="1103127" cy="1103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712" y="4073"/>
                  </a:moveTo>
                  <a:lnTo>
                    <a:pt x="17624" y="2269"/>
                  </a:lnTo>
                  <a:lnTo>
                    <a:pt x="19331" y="3976"/>
                  </a:lnTo>
                  <a:lnTo>
                    <a:pt x="17527" y="6889"/>
                  </a:lnTo>
                  <a:cubicBezTo>
                    <a:pt x="18222" y="8083"/>
                    <a:pt x="18586" y="9442"/>
                    <a:pt x="18582" y="10824"/>
                  </a:cubicBezTo>
                  <a:lnTo>
                    <a:pt x="21600" y="12444"/>
                  </a:lnTo>
                  <a:lnTo>
                    <a:pt x="20975" y="14776"/>
                  </a:lnTo>
                  <a:lnTo>
                    <a:pt x="17551" y="14670"/>
                  </a:lnTo>
                  <a:cubicBezTo>
                    <a:pt x="16864" y="15869"/>
                    <a:pt x="15869" y="16864"/>
                    <a:pt x="14670" y="17551"/>
                  </a:cubicBezTo>
                  <a:lnTo>
                    <a:pt x="14776" y="20975"/>
                  </a:lnTo>
                  <a:lnTo>
                    <a:pt x="12444" y="21600"/>
                  </a:lnTo>
                  <a:lnTo>
                    <a:pt x="10824" y="18582"/>
                  </a:lnTo>
                  <a:cubicBezTo>
                    <a:pt x="9442" y="18586"/>
                    <a:pt x="8083" y="18222"/>
                    <a:pt x="6888" y="17527"/>
                  </a:cubicBezTo>
                  <a:lnTo>
                    <a:pt x="3976" y="19331"/>
                  </a:lnTo>
                  <a:lnTo>
                    <a:pt x="2269" y="17624"/>
                  </a:lnTo>
                  <a:lnTo>
                    <a:pt x="4073" y="14711"/>
                  </a:lnTo>
                  <a:cubicBezTo>
                    <a:pt x="3378" y="13517"/>
                    <a:pt x="3014" y="12158"/>
                    <a:pt x="3018" y="10776"/>
                  </a:cubicBezTo>
                  <a:lnTo>
                    <a:pt x="0" y="9156"/>
                  </a:lnTo>
                  <a:lnTo>
                    <a:pt x="625" y="6824"/>
                  </a:lnTo>
                  <a:lnTo>
                    <a:pt x="4049" y="6930"/>
                  </a:lnTo>
                  <a:cubicBezTo>
                    <a:pt x="4736" y="5731"/>
                    <a:pt x="5731" y="4736"/>
                    <a:pt x="6930" y="4049"/>
                  </a:cubicBezTo>
                  <a:lnTo>
                    <a:pt x="6824" y="625"/>
                  </a:lnTo>
                  <a:lnTo>
                    <a:pt x="9156" y="0"/>
                  </a:lnTo>
                  <a:lnTo>
                    <a:pt x="10776" y="3018"/>
                  </a:lnTo>
                  <a:cubicBezTo>
                    <a:pt x="12158" y="3014"/>
                    <a:pt x="13517" y="3378"/>
                    <a:pt x="14712" y="4073"/>
                  </a:cubicBezTo>
                  <a:close/>
                </a:path>
              </a:pathLst>
            </a:custGeom>
            <a:solidFill>
              <a:srgbClr val="414455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099819">
                <a:lnSpc>
                  <a:spcPct val="90000"/>
                </a:lnSpc>
                <a:spcBef>
                  <a:spcPts val="700"/>
                </a:spcBef>
                <a:defRPr sz="25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2" name="Freeform 7"/>
            <p:cNvSpPr/>
            <p:nvPr/>
          </p:nvSpPr>
          <p:spPr>
            <a:xfrm>
              <a:off x="1355010" y="1718375"/>
              <a:ext cx="579437" cy="433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879" y="16118"/>
                  </a:moveTo>
                  <a:cubicBezTo>
                    <a:pt x="1721" y="16118"/>
                    <a:pt x="1721" y="16118"/>
                    <a:pt x="1721" y="16118"/>
                  </a:cubicBezTo>
                  <a:cubicBezTo>
                    <a:pt x="369" y="19681"/>
                    <a:pt x="369" y="19681"/>
                    <a:pt x="369" y="19681"/>
                  </a:cubicBezTo>
                  <a:cubicBezTo>
                    <a:pt x="21231" y="19681"/>
                    <a:pt x="21231" y="19681"/>
                    <a:pt x="21231" y="19681"/>
                  </a:cubicBezTo>
                  <a:lnTo>
                    <a:pt x="19879" y="16118"/>
                  </a:lnTo>
                  <a:close/>
                  <a:moveTo>
                    <a:pt x="8525" y="18804"/>
                  </a:moveTo>
                  <a:cubicBezTo>
                    <a:pt x="9099" y="17379"/>
                    <a:pt x="9099" y="17379"/>
                    <a:pt x="9099" y="17379"/>
                  </a:cubicBezTo>
                  <a:cubicBezTo>
                    <a:pt x="12583" y="17379"/>
                    <a:pt x="12583" y="17379"/>
                    <a:pt x="12583" y="17379"/>
                  </a:cubicBezTo>
                  <a:cubicBezTo>
                    <a:pt x="13075" y="18804"/>
                    <a:pt x="13075" y="18804"/>
                    <a:pt x="13075" y="18804"/>
                  </a:cubicBezTo>
                  <a:lnTo>
                    <a:pt x="8525" y="18804"/>
                  </a:lnTo>
                  <a:close/>
                  <a:moveTo>
                    <a:pt x="19592" y="15350"/>
                  </a:moveTo>
                  <a:cubicBezTo>
                    <a:pt x="19592" y="15295"/>
                    <a:pt x="19592" y="15295"/>
                    <a:pt x="19592" y="15241"/>
                  </a:cubicBezTo>
                  <a:cubicBezTo>
                    <a:pt x="19592" y="15241"/>
                    <a:pt x="19592" y="15241"/>
                    <a:pt x="19592" y="15186"/>
                  </a:cubicBezTo>
                  <a:cubicBezTo>
                    <a:pt x="19592" y="658"/>
                    <a:pt x="19592" y="658"/>
                    <a:pt x="19592" y="658"/>
                  </a:cubicBezTo>
                  <a:cubicBezTo>
                    <a:pt x="19592" y="274"/>
                    <a:pt x="19346" y="0"/>
                    <a:pt x="19059" y="0"/>
                  </a:cubicBezTo>
                  <a:cubicBezTo>
                    <a:pt x="2541" y="0"/>
                    <a:pt x="2541" y="0"/>
                    <a:pt x="2541" y="0"/>
                  </a:cubicBezTo>
                  <a:cubicBezTo>
                    <a:pt x="2254" y="0"/>
                    <a:pt x="2008" y="274"/>
                    <a:pt x="2008" y="658"/>
                  </a:cubicBezTo>
                  <a:cubicBezTo>
                    <a:pt x="2008" y="15186"/>
                    <a:pt x="2008" y="15186"/>
                    <a:pt x="2008" y="15186"/>
                  </a:cubicBezTo>
                  <a:cubicBezTo>
                    <a:pt x="2008" y="15241"/>
                    <a:pt x="2049" y="15241"/>
                    <a:pt x="2049" y="15241"/>
                  </a:cubicBezTo>
                  <a:cubicBezTo>
                    <a:pt x="2049" y="15295"/>
                    <a:pt x="2008" y="15295"/>
                    <a:pt x="2008" y="15350"/>
                  </a:cubicBezTo>
                  <a:cubicBezTo>
                    <a:pt x="2008" y="15350"/>
                    <a:pt x="2008" y="15350"/>
                    <a:pt x="2008" y="15350"/>
                  </a:cubicBezTo>
                  <a:cubicBezTo>
                    <a:pt x="19592" y="15350"/>
                    <a:pt x="19592" y="15350"/>
                    <a:pt x="19592" y="15350"/>
                  </a:cubicBezTo>
                  <a:close/>
                  <a:moveTo>
                    <a:pt x="18321" y="14199"/>
                  </a:moveTo>
                  <a:cubicBezTo>
                    <a:pt x="3279" y="14199"/>
                    <a:pt x="3279" y="14199"/>
                    <a:pt x="3279" y="14199"/>
                  </a:cubicBezTo>
                  <a:cubicBezTo>
                    <a:pt x="3279" y="1645"/>
                    <a:pt x="3279" y="1645"/>
                    <a:pt x="3279" y="1645"/>
                  </a:cubicBezTo>
                  <a:cubicBezTo>
                    <a:pt x="18321" y="1645"/>
                    <a:pt x="18321" y="1645"/>
                    <a:pt x="18321" y="1645"/>
                  </a:cubicBezTo>
                  <a:lnTo>
                    <a:pt x="18321" y="14199"/>
                  </a:lnTo>
                  <a:close/>
                  <a:moveTo>
                    <a:pt x="21559" y="20449"/>
                  </a:moveTo>
                  <a:cubicBezTo>
                    <a:pt x="41" y="20449"/>
                    <a:pt x="41" y="20449"/>
                    <a:pt x="41" y="20449"/>
                  </a:cubicBezTo>
                  <a:cubicBezTo>
                    <a:pt x="0" y="20613"/>
                    <a:pt x="0" y="20613"/>
                    <a:pt x="0" y="20613"/>
                  </a:cubicBezTo>
                  <a:cubicBezTo>
                    <a:pt x="0" y="20942"/>
                    <a:pt x="246" y="21600"/>
                    <a:pt x="492" y="21600"/>
                  </a:cubicBezTo>
                  <a:cubicBezTo>
                    <a:pt x="21108" y="21600"/>
                    <a:pt x="21108" y="21600"/>
                    <a:pt x="21108" y="21600"/>
                  </a:cubicBezTo>
                  <a:cubicBezTo>
                    <a:pt x="21354" y="21600"/>
                    <a:pt x="21600" y="20942"/>
                    <a:pt x="21600" y="20613"/>
                  </a:cubicBezTo>
                  <a:lnTo>
                    <a:pt x="21559" y="2044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783590">
                <a:defRPr>
                  <a:solidFill>
                    <a:srgbClr val="464646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endParaRPr/>
            </a:p>
          </p:txBody>
        </p:sp>
        <p:sp>
          <p:nvSpPr>
            <p:cNvPr id="443" name="Freeform 11"/>
            <p:cNvSpPr/>
            <p:nvPr/>
          </p:nvSpPr>
          <p:spPr>
            <a:xfrm>
              <a:off x="233521" y="1090954"/>
              <a:ext cx="535637" cy="529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86" y="0"/>
                  </a:moveTo>
                  <a:cubicBezTo>
                    <a:pt x="4775" y="0"/>
                    <a:pt x="0" y="4826"/>
                    <a:pt x="0" y="10800"/>
                  </a:cubicBezTo>
                  <a:cubicBezTo>
                    <a:pt x="0" y="16774"/>
                    <a:pt x="4775" y="21600"/>
                    <a:pt x="10686" y="21600"/>
                  </a:cubicBezTo>
                  <a:cubicBezTo>
                    <a:pt x="16598" y="21600"/>
                    <a:pt x="21600" y="16774"/>
                    <a:pt x="21600" y="10800"/>
                  </a:cubicBezTo>
                  <a:cubicBezTo>
                    <a:pt x="10686" y="10800"/>
                    <a:pt x="10686" y="10800"/>
                    <a:pt x="10686" y="10800"/>
                  </a:cubicBezTo>
                  <a:lnTo>
                    <a:pt x="10686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Freeform 11"/>
            <p:cNvSpPr/>
            <p:nvPr/>
          </p:nvSpPr>
          <p:spPr>
            <a:xfrm>
              <a:off x="942260" y="343600"/>
              <a:ext cx="414337" cy="474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076" y="419"/>
                  </a:moveTo>
                  <a:cubicBezTo>
                    <a:pt x="14076" y="419"/>
                    <a:pt x="14076" y="419"/>
                    <a:pt x="14076" y="419"/>
                  </a:cubicBezTo>
                  <a:cubicBezTo>
                    <a:pt x="7281" y="419"/>
                    <a:pt x="7281" y="419"/>
                    <a:pt x="7281" y="419"/>
                  </a:cubicBezTo>
                  <a:cubicBezTo>
                    <a:pt x="7524" y="0"/>
                    <a:pt x="7524" y="0"/>
                    <a:pt x="7524" y="0"/>
                  </a:cubicBezTo>
                  <a:cubicBezTo>
                    <a:pt x="6310" y="419"/>
                    <a:pt x="4854" y="629"/>
                    <a:pt x="3883" y="0"/>
                  </a:cubicBezTo>
                  <a:cubicBezTo>
                    <a:pt x="3398" y="419"/>
                    <a:pt x="3398" y="419"/>
                    <a:pt x="3398" y="419"/>
                  </a:cubicBezTo>
                  <a:cubicBezTo>
                    <a:pt x="3883" y="839"/>
                    <a:pt x="4611" y="1049"/>
                    <a:pt x="5339" y="1049"/>
                  </a:cubicBezTo>
                  <a:cubicBezTo>
                    <a:pt x="5825" y="1049"/>
                    <a:pt x="6310" y="839"/>
                    <a:pt x="6553" y="839"/>
                  </a:cubicBezTo>
                  <a:cubicBezTo>
                    <a:pt x="2670" y="3146"/>
                    <a:pt x="0" y="8388"/>
                    <a:pt x="0" y="12163"/>
                  </a:cubicBezTo>
                  <a:cubicBezTo>
                    <a:pt x="0" y="17406"/>
                    <a:pt x="4854" y="21600"/>
                    <a:pt x="10921" y="21600"/>
                  </a:cubicBezTo>
                  <a:cubicBezTo>
                    <a:pt x="16746" y="21600"/>
                    <a:pt x="21600" y="17406"/>
                    <a:pt x="21600" y="12163"/>
                  </a:cubicBezTo>
                  <a:cubicBezTo>
                    <a:pt x="21600" y="7969"/>
                    <a:pt x="18445" y="2307"/>
                    <a:pt x="14076" y="419"/>
                  </a:cubicBezTo>
                  <a:close/>
                  <a:moveTo>
                    <a:pt x="13834" y="15309"/>
                  </a:moveTo>
                  <a:cubicBezTo>
                    <a:pt x="13348" y="15728"/>
                    <a:pt x="12620" y="15938"/>
                    <a:pt x="11892" y="16148"/>
                  </a:cubicBezTo>
                  <a:cubicBezTo>
                    <a:pt x="11892" y="17616"/>
                    <a:pt x="11892" y="17616"/>
                    <a:pt x="11892" y="17616"/>
                  </a:cubicBezTo>
                  <a:cubicBezTo>
                    <a:pt x="9951" y="17616"/>
                    <a:pt x="9951" y="17616"/>
                    <a:pt x="9951" y="17616"/>
                  </a:cubicBezTo>
                  <a:cubicBezTo>
                    <a:pt x="9951" y="16148"/>
                    <a:pt x="9951" y="16148"/>
                    <a:pt x="9951" y="16148"/>
                  </a:cubicBezTo>
                  <a:cubicBezTo>
                    <a:pt x="8980" y="15938"/>
                    <a:pt x="8252" y="15728"/>
                    <a:pt x="7766" y="15309"/>
                  </a:cubicBezTo>
                  <a:cubicBezTo>
                    <a:pt x="6796" y="14680"/>
                    <a:pt x="6553" y="14050"/>
                    <a:pt x="6553" y="13212"/>
                  </a:cubicBezTo>
                  <a:cubicBezTo>
                    <a:pt x="6553" y="12792"/>
                    <a:pt x="6553" y="12792"/>
                    <a:pt x="6553" y="12792"/>
                  </a:cubicBezTo>
                  <a:cubicBezTo>
                    <a:pt x="8252" y="12792"/>
                    <a:pt x="8252" y="12792"/>
                    <a:pt x="8252" y="12792"/>
                  </a:cubicBezTo>
                  <a:cubicBezTo>
                    <a:pt x="8252" y="13002"/>
                    <a:pt x="8252" y="13002"/>
                    <a:pt x="8252" y="13002"/>
                  </a:cubicBezTo>
                  <a:cubicBezTo>
                    <a:pt x="8252" y="13631"/>
                    <a:pt x="8494" y="14050"/>
                    <a:pt x="8980" y="14470"/>
                  </a:cubicBezTo>
                  <a:cubicBezTo>
                    <a:pt x="9465" y="14680"/>
                    <a:pt x="9951" y="14889"/>
                    <a:pt x="10921" y="14889"/>
                  </a:cubicBezTo>
                  <a:cubicBezTo>
                    <a:pt x="11649" y="14889"/>
                    <a:pt x="12135" y="14680"/>
                    <a:pt x="12620" y="14470"/>
                  </a:cubicBezTo>
                  <a:cubicBezTo>
                    <a:pt x="13106" y="14050"/>
                    <a:pt x="13348" y="13631"/>
                    <a:pt x="13348" y="13002"/>
                  </a:cubicBezTo>
                  <a:cubicBezTo>
                    <a:pt x="13348" y="12583"/>
                    <a:pt x="13106" y="12163"/>
                    <a:pt x="12620" y="11744"/>
                  </a:cubicBezTo>
                  <a:cubicBezTo>
                    <a:pt x="12378" y="11534"/>
                    <a:pt x="11649" y="11324"/>
                    <a:pt x="10436" y="11115"/>
                  </a:cubicBezTo>
                  <a:cubicBezTo>
                    <a:pt x="9222" y="10905"/>
                    <a:pt x="8494" y="10485"/>
                    <a:pt x="7766" y="10066"/>
                  </a:cubicBezTo>
                  <a:cubicBezTo>
                    <a:pt x="7281" y="9437"/>
                    <a:pt x="7038" y="8808"/>
                    <a:pt x="7038" y="8179"/>
                  </a:cubicBezTo>
                  <a:cubicBezTo>
                    <a:pt x="7038" y="7340"/>
                    <a:pt x="7281" y="6501"/>
                    <a:pt x="8009" y="6082"/>
                  </a:cubicBezTo>
                  <a:cubicBezTo>
                    <a:pt x="8494" y="5662"/>
                    <a:pt x="9222" y="5452"/>
                    <a:pt x="9951" y="5243"/>
                  </a:cubicBezTo>
                  <a:cubicBezTo>
                    <a:pt x="9951" y="3984"/>
                    <a:pt x="9951" y="3984"/>
                    <a:pt x="9951" y="3984"/>
                  </a:cubicBezTo>
                  <a:cubicBezTo>
                    <a:pt x="11892" y="3984"/>
                    <a:pt x="11892" y="3984"/>
                    <a:pt x="11892" y="3984"/>
                  </a:cubicBezTo>
                  <a:cubicBezTo>
                    <a:pt x="11892" y="5243"/>
                    <a:pt x="11892" y="5243"/>
                    <a:pt x="11892" y="5243"/>
                  </a:cubicBezTo>
                  <a:cubicBezTo>
                    <a:pt x="12620" y="5243"/>
                    <a:pt x="13348" y="5662"/>
                    <a:pt x="13834" y="6082"/>
                  </a:cubicBezTo>
                  <a:cubicBezTo>
                    <a:pt x="14562" y="6501"/>
                    <a:pt x="15047" y="7340"/>
                    <a:pt x="15047" y="8179"/>
                  </a:cubicBezTo>
                  <a:cubicBezTo>
                    <a:pt x="15047" y="8388"/>
                    <a:pt x="15047" y="8388"/>
                    <a:pt x="15047" y="8388"/>
                  </a:cubicBezTo>
                  <a:cubicBezTo>
                    <a:pt x="13106" y="8388"/>
                    <a:pt x="13106" y="8388"/>
                    <a:pt x="13106" y="8388"/>
                  </a:cubicBezTo>
                  <a:cubicBezTo>
                    <a:pt x="13106" y="8179"/>
                    <a:pt x="13106" y="8179"/>
                    <a:pt x="13106" y="8179"/>
                  </a:cubicBezTo>
                  <a:cubicBezTo>
                    <a:pt x="13106" y="7550"/>
                    <a:pt x="12863" y="7130"/>
                    <a:pt x="12620" y="6920"/>
                  </a:cubicBezTo>
                  <a:cubicBezTo>
                    <a:pt x="12135" y="6711"/>
                    <a:pt x="11649" y="6501"/>
                    <a:pt x="10921" y="6501"/>
                  </a:cubicBezTo>
                  <a:cubicBezTo>
                    <a:pt x="10193" y="6501"/>
                    <a:pt x="9708" y="6711"/>
                    <a:pt x="9222" y="6920"/>
                  </a:cubicBezTo>
                  <a:cubicBezTo>
                    <a:pt x="8980" y="7130"/>
                    <a:pt x="8737" y="7550"/>
                    <a:pt x="8737" y="8179"/>
                  </a:cubicBezTo>
                  <a:cubicBezTo>
                    <a:pt x="8737" y="8598"/>
                    <a:pt x="8980" y="8808"/>
                    <a:pt x="9222" y="9017"/>
                  </a:cubicBezTo>
                  <a:cubicBezTo>
                    <a:pt x="9708" y="9437"/>
                    <a:pt x="10193" y="9647"/>
                    <a:pt x="11164" y="9856"/>
                  </a:cubicBezTo>
                  <a:cubicBezTo>
                    <a:pt x="12620" y="10066"/>
                    <a:pt x="13591" y="10485"/>
                    <a:pt x="14076" y="10905"/>
                  </a:cubicBezTo>
                  <a:cubicBezTo>
                    <a:pt x="14804" y="11534"/>
                    <a:pt x="15290" y="12163"/>
                    <a:pt x="15290" y="13002"/>
                  </a:cubicBezTo>
                  <a:cubicBezTo>
                    <a:pt x="15290" y="13841"/>
                    <a:pt x="14804" y="14680"/>
                    <a:pt x="13834" y="15309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0D0D0D"/>
                  </a:solidFill>
                </a:defRPr>
              </a:pPr>
              <a:endParaRPr/>
            </a:p>
          </p:txBody>
        </p:sp>
      </p:grpSp>
      <p:sp>
        <p:nvSpPr>
          <p:cNvPr id="446" name="文本框 43"/>
          <p:cNvSpPr txBox="1"/>
          <p:nvPr/>
        </p:nvSpPr>
        <p:spPr>
          <a:xfrm>
            <a:off x="6081712" y="1154112"/>
            <a:ext cx="691328" cy="414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2400" b="1">
                <a:solidFill>
                  <a:srgbClr val="4144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45%</a:t>
            </a:r>
          </a:p>
        </p:txBody>
      </p:sp>
      <p:sp>
        <p:nvSpPr>
          <p:cNvPr id="447" name="文本框 44"/>
          <p:cNvSpPr txBox="1"/>
          <p:nvPr/>
        </p:nvSpPr>
        <p:spPr>
          <a:xfrm>
            <a:off x="4873624" y="3117850"/>
            <a:ext cx="691328" cy="414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2400" b="1">
                <a:solidFill>
                  <a:srgbClr val="4144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68%</a:t>
            </a:r>
          </a:p>
        </p:txBody>
      </p:sp>
      <p:sp>
        <p:nvSpPr>
          <p:cNvPr id="448" name="文本框 45"/>
          <p:cNvSpPr txBox="1"/>
          <p:nvPr/>
        </p:nvSpPr>
        <p:spPr>
          <a:xfrm>
            <a:off x="7605713" y="4257675"/>
            <a:ext cx="691327" cy="414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2400" b="1">
                <a:solidFill>
                  <a:srgbClr val="4144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75%</a:t>
            </a:r>
          </a:p>
        </p:txBody>
      </p:sp>
      <p:sp>
        <p:nvSpPr>
          <p:cNvPr id="449" name="矩形 30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研究意义</a:t>
            </a:r>
          </a:p>
        </p:txBody>
      </p:sp>
      <p:sp>
        <p:nvSpPr>
          <p:cNvPr id="450" name="矩形 31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1" name="矩形 32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2" name="矩形 33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3" name="矩形 34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4" name="矩形 35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55" name="矩形 36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4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4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00"/>
                            </p:stCondLst>
                            <p:childTnLst>
                              <p:par>
                                <p:cTn id="22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00"/>
                            </p:stCondLst>
                            <p:childTnLst>
                              <p:par>
                                <p:cTn id="27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" presetClass="entr" presetSubtype="8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800"/>
                            </p:stCondLst>
                            <p:childTnLst>
                              <p:par>
                                <p:cTn id="42" presetID="2" presetClass="entr" presetSubtype="8" fill="hold" grpId="9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800"/>
                            </p:stCondLst>
                            <p:childTnLst>
                              <p:par>
                                <p:cTn id="47" presetID="2" presetClass="entr" presetSubtype="8" fill="hold" grpId="10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" grpId="8" animBg="1" advAuto="0"/>
      <p:bldP spid="430" grpId="9" animBg="1" advAuto="0"/>
      <p:bldP spid="433" grpId="10" animBg="1" advAuto="0"/>
      <p:bldP spid="434" grpId="4" animBg="1" advAuto="0"/>
      <p:bldP spid="435" grpId="3" animBg="1" advAuto="0"/>
      <p:bldP spid="436" grpId="2" animBg="1" advAuto="0"/>
      <p:bldP spid="445" grpId="1" animBg="1" advAuto="0"/>
      <p:bldP spid="446" grpId="5" animBg="1" advAuto="0"/>
      <p:bldP spid="447" grpId="6" animBg="1" advAuto="0"/>
      <p:bldP spid="448" grpId="7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网线"/>
          <p:cNvGrpSpPr/>
          <p:nvPr/>
        </p:nvGrpSpPr>
        <p:grpSpPr>
          <a:xfrm>
            <a:off x="593724" y="1131887"/>
            <a:ext cx="3163890" cy="3328989"/>
            <a:chOff x="0" y="0"/>
            <a:chExt cx="3163888" cy="3328987"/>
          </a:xfrm>
        </p:grpSpPr>
        <p:sp>
          <p:nvSpPr>
            <p:cNvPr id="457" name="Line 16"/>
            <p:cNvSpPr/>
            <p:nvPr/>
          </p:nvSpPr>
          <p:spPr>
            <a:xfrm>
              <a:off x="-1" y="1665287"/>
              <a:ext cx="3163890" cy="1"/>
            </a:xfrm>
            <a:prstGeom prst="line">
              <a:avLst/>
            </a:prstGeom>
            <a:noFill/>
            <a:ln w="28575" cap="flat">
              <a:solidFill>
                <a:srgbClr val="808080">
                  <a:alpha val="50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Line 17"/>
            <p:cNvSpPr/>
            <p:nvPr/>
          </p:nvSpPr>
          <p:spPr>
            <a:xfrm flipH="1">
              <a:off x="1582737" y="-1"/>
              <a:ext cx="1" cy="3328988"/>
            </a:xfrm>
            <a:prstGeom prst="line">
              <a:avLst/>
            </a:prstGeom>
            <a:noFill/>
            <a:ln w="28575" cap="flat">
              <a:solidFill>
                <a:srgbClr val="808080">
                  <a:alpha val="50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9" name="Oval 10"/>
            <p:cNvSpPr/>
            <p:nvPr/>
          </p:nvSpPr>
          <p:spPr>
            <a:xfrm>
              <a:off x="314324" y="377824"/>
              <a:ext cx="2533651" cy="2554287"/>
            </a:xfrm>
            <a:prstGeom prst="ellipse">
              <a:avLst/>
            </a:prstGeom>
            <a:noFill/>
            <a:ln w="9525" cap="flat">
              <a:solidFill>
                <a:srgbClr val="B2B2B2">
                  <a:alpha val="50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60" name="Oval 15"/>
            <p:cNvSpPr/>
            <p:nvPr/>
          </p:nvSpPr>
          <p:spPr>
            <a:xfrm>
              <a:off x="157162" y="212725"/>
              <a:ext cx="2863851" cy="2894013"/>
            </a:xfrm>
            <a:prstGeom prst="ellipse">
              <a:avLst/>
            </a:prstGeom>
            <a:noFill/>
            <a:ln w="19050" cap="flat">
              <a:solidFill>
                <a:srgbClr val="B2B2B2">
                  <a:alpha val="50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467" name="标题"/>
          <p:cNvGrpSpPr/>
          <p:nvPr/>
        </p:nvGrpSpPr>
        <p:grpSpPr>
          <a:xfrm>
            <a:off x="1109523" y="1731464"/>
            <a:ext cx="2117958" cy="2160256"/>
            <a:chOff x="0" y="0"/>
            <a:chExt cx="2117957" cy="2160255"/>
          </a:xfrm>
        </p:grpSpPr>
        <p:sp>
          <p:nvSpPr>
            <p:cNvPr id="462" name="Oval 12"/>
            <p:cNvSpPr/>
            <p:nvPr/>
          </p:nvSpPr>
          <p:spPr>
            <a:xfrm>
              <a:off x="0" y="0"/>
              <a:ext cx="2117958" cy="2160256"/>
            </a:xfrm>
            <a:prstGeom prst="ellipse">
              <a:avLst/>
            </a:prstGeom>
            <a:solidFill>
              <a:srgbClr val="00B0F0"/>
            </a:solidFill>
            <a:ln w="38100" cap="flat">
              <a:solidFill>
                <a:srgbClr val="F8F8F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63" name="Oval 13"/>
            <p:cNvSpPr/>
            <p:nvPr/>
          </p:nvSpPr>
          <p:spPr>
            <a:xfrm>
              <a:off x="87338" y="84310"/>
              <a:ext cx="1941723" cy="1982091"/>
            </a:xfrm>
            <a:prstGeom prst="ellipse">
              <a:avLst/>
            </a:prstGeom>
            <a:solidFill>
              <a:srgbClr val="00B0F0"/>
            </a:solidFill>
            <a:ln w="12700" cap="flat">
              <a:noFill/>
              <a:miter lim="400000"/>
            </a:ln>
            <a:effectLst>
              <a:outerShdw rotWithShape="0">
                <a:srgbClr val="000000">
                  <a:alpha val="5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466" name="Oval 14"/>
            <p:cNvGrpSpPr/>
            <p:nvPr/>
          </p:nvGrpSpPr>
          <p:grpSpPr>
            <a:xfrm>
              <a:off x="380486" y="462911"/>
              <a:ext cx="1374141" cy="1269430"/>
              <a:chOff x="0" y="0"/>
              <a:chExt cx="1374139" cy="1269428"/>
            </a:xfrm>
          </p:grpSpPr>
          <p:sp>
            <p:nvSpPr>
              <p:cNvPr id="464" name="椭圆形"/>
              <p:cNvSpPr/>
              <p:nvPr/>
            </p:nvSpPr>
            <p:spPr>
              <a:xfrm>
                <a:off x="65563" y="0"/>
                <a:ext cx="1243015" cy="1269429"/>
              </a:xfrm>
              <a:prstGeom prst="ellipse">
                <a:avLst/>
              </a:pr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465" name="贡献与创新"/>
              <p:cNvSpPr txBox="1"/>
              <p:nvPr/>
            </p:nvSpPr>
            <p:spPr>
              <a:xfrm>
                <a:off x="0" y="411194"/>
                <a:ext cx="1374140" cy="447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20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rPr>
                    <a:latin typeface="微软雅黑"/>
                    <a:ea typeface="微软雅黑"/>
                    <a:cs typeface="微软雅黑"/>
                    <a:sym typeface="微软雅黑"/>
                  </a:rPr>
                  <a:t>贡献与创新</a:t>
                </a:r>
              </a:p>
            </p:txBody>
          </p:sp>
        </p:grpSp>
      </p:grpSp>
      <p:sp>
        <p:nvSpPr>
          <p:cNvPr id="468" name="文本5"/>
          <p:cNvSpPr txBox="1"/>
          <p:nvPr/>
        </p:nvSpPr>
        <p:spPr>
          <a:xfrm>
            <a:off x="3054350" y="3934049"/>
            <a:ext cx="1854200" cy="326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288" tIns="36288" rIns="36288" bIns="36288" anchor="ctr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此处添加文本</a:t>
            </a:r>
            <a:r>
              <a:t>5</a:t>
            </a:r>
          </a:p>
        </p:txBody>
      </p:sp>
      <p:sp>
        <p:nvSpPr>
          <p:cNvPr id="469" name="文本4"/>
          <p:cNvSpPr txBox="1"/>
          <p:nvPr/>
        </p:nvSpPr>
        <p:spPr>
          <a:xfrm>
            <a:off x="3621087" y="3365724"/>
            <a:ext cx="1854201" cy="326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288" tIns="36288" rIns="36288" bIns="36288" anchor="ctr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此处添加文本</a:t>
            </a:r>
            <a:r>
              <a:t>4</a:t>
            </a:r>
          </a:p>
        </p:txBody>
      </p:sp>
      <p:sp>
        <p:nvSpPr>
          <p:cNvPr id="470" name="文本3"/>
          <p:cNvSpPr txBox="1"/>
          <p:nvPr/>
        </p:nvSpPr>
        <p:spPr>
          <a:xfrm>
            <a:off x="3836987" y="2648174"/>
            <a:ext cx="1852612" cy="326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288" tIns="36288" rIns="36288" bIns="36288" anchor="ctr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此处添加文本</a:t>
            </a:r>
            <a:r>
              <a:t>3</a:t>
            </a:r>
          </a:p>
        </p:txBody>
      </p:sp>
      <p:sp>
        <p:nvSpPr>
          <p:cNvPr id="471" name="文本2"/>
          <p:cNvSpPr txBox="1"/>
          <p:nvPr/>
        </p:nvSpPr>
        <p:spPr>
          <a:xfrm>
            <a:off x="3625849" y="1951262"/>
            <a:ext cx="1852615" cy="326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288" tIns="36288" rIns="36288" bIns="36288" anchor="ctr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此处添加文本</a:t>
            </a:r>
            <a:r>
              <a:t>2</a:t>
            </a:r>
          </a:p>
        </p:txBody>
      </p:sp>
      <p:sp>
        <p:nvSpPr>
          <p:cNvPr id="472" name="文本1"/>
          <p:cNvSpPr txBox="1"/>
          <p:nvPr/>
        </p:nvSpPr>
        <p:spPr>
          <a:xfrm>
            <a:off x="3013075" y="1325787"/>
            <a:ext cx="1854200" cy="326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288" tIns="36288" rIns="36288" bIns="36288" anchor="ctr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此处添加文本</a:t>
            </a:r>
            <a:r>
              <a:t>1</a:t>
            </a:r>
          </a:p>
        </p:txBody>
      </p:sp>
      <p:grpSp>
        <p:nvGrpSpPr>
          <p:cNvPr id="475" name="圆圈1"/>
          <p:cNvGrpSpPr/>
          <p:nvPr/>
        </p:nvGrpSpPr>
        <p:grpSpPr>
          <a:xfrm>
            <a:off x="2683145" y="1329950"/>
            <a:ext cx="302567" cy="302551"/>
            <a:chOff x="0" y="0"/>
            <a:chExt cx="302566" cy="302550"/>
          </a:xfrm>
        </p:grpSpPr>
        <p:sp>
          <p:nvSpPr>
            <p:cNvPr id="473" name="Oval 19"/>
            <p:cNvSpPr/>
            <p:nvPr/>
          </p:nvSpPr>
          <p:spPr>
            <a:xfrm>
              <a:off x="-1" y="-1"/>
              <a:ext cx="302568" cy="302552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rgbClr val="F8F8F8"/>
              </a:solidFill>
              <a:prstDash val="solid"/>
              <a:round/>
            </a:ln>
            <a:effectLst>
              <a:outerShdw dist="35921" dir="2700000" rotWithShape="0">
                <a:srgbClr val="1C1C1C">
                  <a:alpha val="5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74" name="Oval 20"/>
            <p:cNvSpPr/>
            <p:nvPr/>
          </p:nvSpPr>
          <p:spPr>
            <a:xfrm>
              <a:off x="28870" y="25404"/>
              <a:ext cx="251753" cy="251741"/>
            </a:xfrm>
            <a:prstGeom prst="ellipse">
              <a:avLst/>
            </a:pr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478" name="圆圈2"/>
          <p:cNvGrpSpPr/>
          <p:nvPr/>
        </p:nvGrpSpPr>
        <p:grpSpPr>
          <a:xfrm>
            <a:off x="3316554" y="1957669"/>
            <a:ext cx="302567" cy="302551"/>
            <a:chOff x="0" y="0"/>
            <a:chExt cx="302566" cy="302550"/>
          </a:xfrm>
        </p:grpSpPr>
        <p:sp>
          <p:nvSpPr>
            <p:cNvPr id="476" name="Oval 28"/>
            <p:cNvSpPr/>
            <p:nvPr/>
          </p:nvSpPr>
          <p:spPr>
            <a:xfrm>
              <a:off x="-1" y="-1"/>
              <a:ext cx="302568" cy="302552"/>
            </a:xfrm>
            <a:prstGeom prst="ellipse">
              <a:avLst/>
            </a:prstGeom>
            <a:solidFill>
              <a:srgbClr val="262626"/>
            </a:solidFill>
            <a:ln w="12700" cap="flat">
              <a:solidFill>
                <a:srgbClr val="F8F8F8"/>
              </a:solidFill>
              <a:prstDash val="solid"/>
              <a:round/>
            </a:ln>
            <a:effectLst>
              <a:outerShdw dist="35921" dir="2700000" rotWithShape="0">
                <a:srgbClr val="1C1C1C">
                  <a:alpha val="5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77" name="Oval 29"/>
            <p:cNvSpPr/>
            <p:nvPr/>
          </p:nvSpPr>
          <p:spPr>
            <a:xfrm>
              <a:off x="25406" y="25404"/>
              <a:ext cx="251753" cy="251741"/>
            </a:xfrm>
            <a:prstGeom prst="ellipse">
              <a:avLst/>
            </a:pr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481" name="圆圈3"/>
          <p:cNvGrpSpPr/>
          <p:nvPr/>
        </p:nvGrpSpPr>
        <p:grpSpPr>
          <a:xfrm>
            <a:off x="3522976" y="2641936"/>
            <a:ext cx="302567" cy="302552"/>
            <a:chOff x="0" y="0"/>
            <a:chExt cx="302566" cy="302550"/>
          </a:xfrm>
        </p:grpSpPr>
        <p:sp>
          <p:nvSpPr>
            <p:cNvPr id="479" name="Oval 31"/>
            <p:cNvSpPr/>
            <p:nvPr/>
          </p:nvSpPr>
          <p:spPr>
            <a:xfrm>
              <a:off x="-1" y="-1"/>
              <a:ext cx="302568" cy="302552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rgbClr val="F8F8F8"/>
              </a:solidFill>
              <a:prstDash val="solid"/>
              <a:round/>
            </a:ln>
            <a:effectLst>
              <a:outerShdw dist="35921" dir="2700000" rotWithShape="0">
                <a:srgbClr val="1C1C1C">
                  <a:alpha val="5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80" name="Oval 32"/>
            <p:cNvSpPr/>
            <p:nvPr/>
          </p:nvSpPr>
          <p:spPr>
            <a:xfrm>
              <a:off x="25406" y="25404"/>
              <a:ext cx="251753" cy="251741"/>
            </a:xfrm>
            <a:prstGeom prst="ellipse">
              <a:avLst/>
            </a:pr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484" name="圆圈4"/>
          <p:cNvGrpSpPr/>
          <p:nvPr/>
        </p:nvGrpSpPr>
        <p:grpSpPr>
          <a:xfrm>
            <a:off x="3308072" y="3368621"/>
            <a:ext cx="302567" cy="302551"/>
            <a:chOff x="0" y="0"/>
            <a:chExt cx="302566" cy="302550"/>
          </a:xfrm>
        </p:grpSpPr>
        <p:sp>
          <p:nvSpPr>
            <p:cNvPr id="482" name="Oval 34"/>
            <p:cNvSpPr/>
            <p:nvPr/>
          </p:nvSpPr>
          <p:spPr>
            <a:xfrm>
              <a:off x="-1" y="-1"/>
              <a:ext cx="302568" cy="302552"/>
            </a:xfrm>
            <a:prstGeom prst="ellipse">
              <a:avLst/>
            </a:prstGeom>
            <a:solidFill>
              <a:srgbClr val="262626"/>
            </a:solidFill>
            <a:ln w="12700" cap="flat">
              <a:solidFill>
                <a:srgbClr val="F8F8F8"/>
              </a:solidFill>
              <a:prstDash val="solid"/>
              <a:round/>
            </a:ln>
            <a:effectLst>
              <a:outerShdw dist="35921" dir="2700000" rotWithShape="0">
                <a:srgbClr val="1C1C1C">
                  <a:alpha val="5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83" name="Oval 35"/>
            <p:cNvSpPr/>
            <p:nvPr/>
          </p:nvSpPr>
          <p:spPr>
            <a:xfrm>
              <a:off x="26561" y="25404"/>
              <a:ext cx="251753" cy="251741"/>
            </a:xfrm>
            <a:prstGeom prst="ellipse">
              <a:avLst/>
            </a:pr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487" name="圆圈5"/>
          <p:cNvGrpSpPr/>
          <p:nvPr/>
        </p:nvGrpSpPr>
        <p:grpSpPr>
          <a:xfrm>
            <a:off x="2751010" y="3922824"/>
            <a:ext cx="302567" cy="302551"/>
            <a:chOff x="0" y="0"/>
            <a:chExt cx="302566" cy="302550"/>
          </a:xfrm>
        </p:grpSpPr>
        <p:sp>
          <p:nvSpPr>
            <p:cNvPr id="485" name="Oval 37"/>
            <p:cNvSpPr/>
            <p:nvPr/>
          </p:nvSpPr>
          <p:spPr>
            <a:xfrm>
              <a:off x="-1" y="-1"/>
              <a:ext cx="302568" cy="302552"/>
            </a:xfrm>
            <a:prstGeom prst="ellipse">
              <a:avLst/>
            </a:prstGeom>
            <a:solidFill>
              <a:srgbClr val="00B0F0"/>
            </a:solidFill>
            <a:ln w="12700" cap="flat">
              <a:solidFill>
                <a:srgbClr val="F8F8F8"/>
              </a:solidFill>
              <a:prstDash val="solid"/>
              <a:round/>
            </a:ln>
            <a:effectLst>
              <a:outerShdw dist="35921" dir="2700000" rotWithShape="0">
                <a:srgbClr val="1C1C1C">
                  <a:alpha val="5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86" name="Oval 38"/>
            <p:cNvSpPr/>
            <p:nvPr/>
          </p:nvSpPr>
          <p:spPr>
            <a:xfrm>
              <a:off x="24251" y="25404"/>
              <a:ext cx="251753" cy="251741"/>
            </a:xfrm>
            <a:prstGeom prst="ellipse">
              <a:avLst/>
            </a:pr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488" name="文本框 74"/>
          <p:cNvSpPr txBox="1"/>
          <p:nvPr/>
        </p:nvSpPr>
        <p:spPr>
          <a:xfrm>
            <a:off x="5867400" y="1789113"/>
            <a:ext cx="3025775" cy="10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288" tIns="36288" rIns="36288" bIns="36288">
            <a:spAutoFit/>
          </a:bodyPr>
          <a:lstStyle>
            <a:lvl1pPr>
              <a:lnSpc>
                <a:spcPct val="130000"/>
              </a:lnSpc>
              <a:defRPr sz="1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您的内容打在这里，或者通过复制您的文本后，在此框中选择粘贴，并选择只保留文字。您的内容打在这里。</a:t>
            </a:r>
            <a:endParaRPr>
              <a:solidFill>
                <a:srgbClr val="0D0D0D"/>
              </a:solidFill>
            </a:endParaRPr>
          </a:p>
        </p:txBody>
      </p:sp>
      <p:sp>
        <p:nvSpPr>
          <p:cNvPr id="489" name="文本框 75"/>
          <p:cNvSpPr txBox="1"/>
          <p:nvPr/>
        </p:nvSpPr>
        <p:spPr>
          <a:xfrm>
            <a:off x="5867399" y="2716213"/>
            <a:ext cx="2881315" cy="1869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288" tIns="36288" rIns="36288" bIns="36288">
            <a:spAutoFit/>
          </a:bodyPr>
          <a:lstStyle>
            <a:lvl1pPr>
              <a:lnSpc>
                <a:spcPct val="150000"/>
              </a:lnSpc>
              <a:defRPr sz="1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>
              <a:solidFill>
                <a:srgbClr val="0D0D0D"/>
              </a:solidFill>
            </a:endParaRPr>
          </a:p>
        </p:txBody>
      </p:sp>
      <p:sp>
        <p:nvSpPr>
          <p:cNvPr id="490" name="矩形 1"/>
          <p:cNvSpPr txBox="1"/>
          <p:nvPr/>
        </p:nvSpPr>
        <p:spPr>
          <a:xfrm>
            <a:off x="5867400" y="1347787"/>
            <a:ext cx="1441450" cy="351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288" tIns="36288" rIns="36288" bIns="36288">
            <a:spAutoFit/>
          </a:bodyPr>
          <a:lstStyle>
            <a:lvl1pPr>
              <a:defRPr sz="1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点击添加标题</a:t>
            </a:r>
          </a:p>
        </p:txBody>
      </p:sp>
      <p:sp>
        <p:nvSpPr>
          <p:cNvPr id="491" name="矩形 33"/>
          <p:cNvSpPr txBox="1"/>
          <p:nvPr/>
        </p:nvSpPr>
        <p:spPr>
          <a:xfrm>
            <a:off x="6300787" y="176212"/>
            <a:ext cx="9931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创新与贡献</a:t>
            </a:r>
          </a:p>
        </p:txBody>
      </p:sp>
      <p:sp>
        <p:nvSpPr>
          <p:cNvPr id="492" name="矩形 3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93" name="矩形 3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94" name="矩形 3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95" name="矩形 3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96" name="矩形 3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497" name="矩形 3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ln w="63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5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" presetClass="entr" presetSubtype="1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250"/>
                            </p:stCondLst>
                            <p:childTnLst>
                              <p:par>
                                <p:cTn id="72" presetID="2" presetClass="entr" presetSubtype="4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" grpId="1" animBg="1" advAuto="0"/>
      <p:bldP spid="467" grpId="2" animBg="1" advAuto="0"/>
      <p:bldP spid="468" grpId="12" animBg="1" advAuto="0"/>
      <p:bldP spid="469" grpId="10" animBg="1" advAuto="0"/>
      <p:bldP spid="470" grpId="8" animBg="1" advAuto="0"/>
      <p:bldP spid="471" grpId="6" animBg="1" advAuto="0"/>
      <p:bldP spid="472" grpId="4" animBg="1" advAuto="0"/>
      <p:bldP spid="475" grpId="3" animBg="1" advAuto="0"/>
      <p:bldP spid="478" grpId="5" animBg="1" advAuto="0"/>
      <p:bldP spid="481" grpId="7" animBg="1" advAuto="0"/>
      <p:bldP spid="484" grpId="9" animBg="1" advAuto="0"/>
      <p:bldP spid="487" grpId="11" animBg="1" advAuto="0"/>
      <p:bldP spid="488" grpId="14" animBg="1" advAuto="0"/>
      <p:bldP spid="489" grpId="15" animBg="1" advAuto="0"/>
      <p:bldP spid="490" grpId="13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0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第二部分</a:t>
            </a:r>
          </a:p>
        </p:txBody>
      </p:sp>
      <p:sp>
        <p:nvSpPr>
          <p:cNvPr id="501" name="TextBox 23"/>
          <p:cNvSpPr txBox="1"/>
          <p:nvPr/>
        </p:nvSpPr>
        <p:spPr>
          <a:xfrm>
            <a:off x="3773487" y="1827213"/>
            <a:ext cx="20104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国内外研究现状综述</a:t>
            </a:r>
          </a:p>
        </p:txBody>
      </p:sp>
      <p:sp>
        <p:nvSpPr>
          <p:cNvPr id="502" name="TextBox 24"/>
          <p:cNvSpPr txBox="1"/>
          <p:nvPr/>
        </p:nvSpPr>
        <p:spPr>
          <a:xfrm>
            <a:off x="3773487" y="2154238"/>
            <a:ext cx="1438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国外研究现状</a:t>
            </a:r>
          </a:p>
        </p:txBody>
      </p:sp>
      <p:sp>
        <p:nvSpPr>
          <p:cNvPr id="503" name="TextBox 25"/>
          <p:cNvSpPr txBox="1"/>
          <p:nvPr/>
        </p:nvSpPr>
        <p:spPr>
          <a:xfrm>
            <a:off x="3773487" y="2505074"/>
            <a:ext cx="1438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国内研究现状</a:t>
            </a:r>
          </a:p>
        </p:txBody>
      </p:sp>
      <p:grpSp>
        <p:nvGrpSpPr>
          <p:cNvPr id="506" name="组合 11"/>
          <p:cNvGrpSpPr/>
          <p:nvPr/>
        </p:nvGrpSpPr>
        <p:grpSpPr>
          <a:xfrm>
            <a:off x="3773487" y="1247774"/>
            <a:ext cx="4113532" cy="533720"/>
            <a:chOff x="0" y="0"/>
            <a:chExt cx="4113530" cy="533718"/>
          </a:xfrm>
        </p:grpSpPr>
        <p:sp>
          <p:nvSpPr>
            <p:cNvPr id="504" name="TextBox 4"/>
            <p:cNvSpPr txBox="1"/>
            <p:nvPr/>
          </p:nvSpPr>
          <p:spPr>
            <a:xfrm>
              <a:off x="0" y="0"/>
              <a:ext cx="2746606" cy="525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0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r>
                <a:t>Current situation</a:t>
              </a:r>
            </a:p>
          </p:txBody>
        </p:sp>
        <p:sp>
          <p:nvSpPr>
            <p:cNvPr id="505" name="文本框 8"/>
            <p:cNvSpPr txBox="1"/>
            <p:nvPr/>
          </p:nvSpPr>
          <p:spPr>
            <a:xfrm>
              <a:off x="2813050" y="46038"/>
              <a:ext cx="1300481" cy="487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目前现状</a:t>
              </a:r>
            </a:p>
          </p:txBody>
        </p:sp>
      </p:grpSp>
      <p:sp>
        <p:nvSpPr>
          <p:cNvPr id="507" name="矩形 9"/>
          <p:cNvSpPr/>
          <p:nvPr/>
        </p:nvSpPr>
        <p:spPr>
          <a:xfrm>
            <a:off x="3825875" y="2932113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8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9" presetClass="entr" fill="hold" grpId="5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9" presetClass="entr" fill="hold" grpId="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950"/>
                            </p:stCondLst>
                            <p:childTnLst>
                              <p:par>
                                <p:cTn id="30" presetID="22" presetClass="entr" presetSubtype="8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" grpId="1" animBg="1" advAuto="0"/>
      <p:bldP spid="501" grpId="4" animBg="1" advAuto="0"/>
      <p:bldP spid="502" grpId="5" animBg="1" advAuto="0"/>
      <p:bldP spid="503" grpId="6" animBg="1" advAuto="0"/>
      <p:bldP spid="506" grpId="3" animBg="1" advAuto="0"/>
      <p:bldP spid="507" grpId="7" animBg="1" advAuto="0"/>
      <p:bldP spid="508" grpId="2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五边形 1"/>
          <p:cNvSpPr/>
          <p:nvPr/>
        </p:nvSpPr>
        <p:spPr>
          <a:xfrm>
            <a:off x="4429125" y="1301750"/>
            <a:ext cx="2879726" cy="93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093" y="0"/>
                </a:lnTo>
                <a:lnTo>
                  <a:pt x="21600" y="10800"/>
                </a:lnTo>
                <a:lnTo>
                  <a:pt x="1809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11" name="五边形 2"/>
          <p:cNvSpPr/>
          <p:nvPr/>
        </p:nvSpPr>
        <p:spPr>
          <a:xfrm flipH="1">
            <a:off x="1549399" y="2230438"/>
            <a:ext cx="2879726" cy="936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087" y="0"/>
                </a:lnTo>
                <a:lnTo>
                  <a:pt x="21600" y="10800"/>
                </a:lnTo>
                <a:lnTo>
                  <a:pt x="1808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12" name="TextBox 3"/>
          <p:cNvSpPr txBox="1"/>
          <p:nvPr/>
        </p:nvSpPr>
        <p:spPr>
          <a:xfrm>
            <a:off x="1981200" y="2557463"/>
            <a:ext cx="2447925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国内研究综述</a:t>
            </a:r>
          </a:p>
        </p:txBody>
      </p:sp>
      <p:sp>
        <p:nvSpPr>
          <p:cNvPr id="513" name="TextBox 4"/>
          <p:cNvSpPr txBox="1"/>
          <p:nvPr/>
        </p:nvSpPr>
        <p:spPr>
          <a:xfrm>
            <a:off x="4429125" y="1568450"/>
            <a:ext cx="2447925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国外研究综述</a:t>
            </a:r>
          </a:p>
        </p:txBody>
      </p:sp>
      <p:sp>
        <p:nvSpPr>
          <p:cNvPr id="514" name="TextBox 5"/>
          <p:cNvSpPr txBox="1"/>
          <p:nvPr/>
        </p:nvSpPr>
        <p:spPr>
          <a:xfrm>
            <a:off x="900112" y="1108075"/>
            <a:ext cx="3240089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您的内容打在这里，或者通过复制您的文本后，在此框中选择粘贴，并选择只保留文字。您的内容打在这里，或者通过复制您的文本后</a:t>
            </a:r>
          </a:p>
        </p:txBody>
      </p:sp>
      <p:sp>
        <p:nvSpPr>
          <p:cNvPr id="515" name="TextBox 6"/>
          <p:cNvSpPr txBox="1"/>
          <p:nvPr/>
        </p:nvSpPr>
        <p:spPr>
          <a:xfrm>
            <a:off x="4645024" y="2495550"/>
            <a:ext cx="3240090" cy="955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您的内容打在这里，或者通过复制您的文本后，在此框中选择粘贴，并选择只保留文字。您的内容打在这里，或者通过复制您的文本后</a:t>
            </a:r>
          </a:p>
        </p:txBody>
      </p:sp>
      <p:sp>
        <p:nvSpPr>
          <p:cNvPr id="516" name="矩形 7"/>
          <p:cNvSpPr/>
          <p:nvPr/>
        </p:nvSpPr>
        <p:spPr>
          <a:xfrm>
            <a:off x="2560638" y="3684587"/>
            <a:ext cx="1692276" cy="227012"/>
          </a:xfrm>
          <a:prstGeom prst="rect">
            <a:avLst/>
          </a:prstGeom>
          <a:solidFill>
            <a:srgbClr val="00B0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17" name="矩形 8"/>
          <p:cNvSpPr/>
          <p:nvPr/>
        </p:nvSpPr>
        <p:spPr>
          <a:xfrm>
            <a:off x="1589087" y="4043362"/>
            <a:ext cx="2651126" cy="227012"/>
          </a:xfrm>
          <a:prstGeom prst="rect">
            <a:avLst/>
          </a:prstGeom>
          <a:solidFill>
            <a:srgbClr val="00B0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18" name="矩形 9"/>
          <p:cNvSpPr/>
          <p:nvPr/>
        </p:nvSpPr>
        <p:spPr>
          <a:xfrm>
            <a:off x="2092324" y="4465637"/>
            <a:ext cx="2160590" cy="227012"/>
          </a:xfrm>
          <a:prstGeom prst="rect">
            <a:avLst/>
          </a:prstGeom>
          <a:solidFill>
            <a:srgbClr val="00B0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19" name="TextBox 10"/>
          <p:cNvSpPr txBox="1"/>
          <p:nvPr/>
        </p:nvSpPr>
        <p:spPr>
          <a:xfrm>
            <a:off x="2770188" y="3684587"/>
            <a:ext cx="95803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对比一：56％</a:t>
            </a:r>
          </a:p>
        </p:txBody>
      </p:sp>
      <p:sp>
        <p:nvSpPr>
          <p:cNvPr id="520" name="TextBox 11"/>
          <p:cNvSpPr txBox="1"/>
          <p:nvPr/>
        </p:nvSpPr>
        <p:spPr>
          <a:xfrm>
            <a:off x="2770188" y="4043362"/>
            <a:ext cx="1035724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对比二：820万</a:t>
            </a:r>
          </a:p>
        </p:txBody>
      </p:sp>
      <p:sp>
        <p:nvSpPr>
          <p:cNvPr id="521" name="TextBox 12"/>
          <p:cNvSpPr txBox="1"/>
          <p:nvPr/>
        </p:nvSpPr>
        <p:spPr>
          <a:xfrm>
            <a:off x="2770188" y="4470399"/>
            <a:ext cx="1035724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对比三：640万</a:t>
            </a:r>
          </a:p>
        </p:txBody>
      </p:sp>
      <p:sp>
        <p:nvSpPr>
          <p:cNvPr id="522" name="矩形 13"/>
          <p:cNvSpPr/>
          <p:nvPr/>
        </p:nvSpPr>
        <p:spPr>
          <a:xfrm>
            <a:off x="4572000" y="3659187"/>
            <a:ext cx="1692275" cy="227012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23" name="矩形 14"/>
          <p:cNvSpPr/>
          <p:nvPr/>
        </p:nvSpPr>
        <p:spPr>
          <a:xfrm>
            <a:off x="4584700" y="4019549"/>
            <a:ext cx="2651125" cy="227015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24" name="矩形 15"/>
          <p:cNvSpPr/>
          <p:nvPr/>
        </p:nvSpPr>
        <p:spPr>
          <a:xfrm>
            <a:off x="4571999" y="4440237"/>
            <a:ext cx="2160590" cy="227012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525" name="TextBox 16"/>
          <p:cNvSpPr txBox="1"/>
          <p:nvPr/>
        </p:nvSpPr>
        <p:spPr>
          <a:xfrm>
            <a:off x="4781550" y="3659187"/>
            <a:ext cx="9580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对比一：56％</a:t>
            </a:r>
          </a:p>
        </p:txBody>
      </p:sp>
      <p:sp>
        <p:nvSpPr>
          <p:cNvPr id="526" name="TextBox 17"/>
          <p:cNvSpPr txBox="1"/>
          <p:nvPr/>
        </p:nvSpPr>
        <p:spPr>
          <a:xfrm>
            <a:off x="4787900" y="4019549"/>
            <a:ext cx="1035724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对比二：820万</a:t>
            </a:r>
          </a:p>
        </p:txBody>
      </p:sp>
      <p:sp>
        <p:nvSpPr>
          <p:cNvPr id="527" name="TextBox 18"/>
          <p:cNvSpPr txBox="1"/>
          <p:nvPr/>
        </p:nvSpPr>
        <p:spPr>
          <a:xfrm>
            <a:off x="4800600" y="4446587"/>
            <a:ext cx="1035724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对比三：640万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00"/>
                            </p:stCondLst>
                            <p:childTnLst>
                              <p:par>
                                <p:cTn id="25" presetID="22" presetClass="entr" presetSubtype="2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900"/>
                            </p:stCondLst>
                            <p:childTnLst>
                              <p:par>
                                <p:cTn id="29" presetID="22" presetClass="entr" presetSubtype="2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400"/>
                            </p:stCondLst>
                            <p:childTnLst>
                              <p:par>
                                <p:cTn id="33" presetID="22" presetClass="entr" presetSubtype="2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00"/>
                            </p:stCondLst>
                            <p:childTnLst>
                              <p:par>
                                <p:cTn id="37" presetID="22" presetClass="entr" presetSubtype="2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400"/>
                            </p:stCondLst>
                            <p:childTnLst>
                              <p:par>
                                <p:cTn id="41" presetID="22" presetClass="entr" presetSubtype="2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900"/>
                            </p:stCondLst>
                            <p:childTnLst>
                              <p:par>
                                <p:cTn id="45" presetID="22" presetClass="entr" presetSubtype="8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400"/>
                            </p:stCondLst>
                            <p:childTnLst>
                              <p:par>
                                <p:cTn id="49" presetID="22" presetClass="entr" presetSubtype="8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900"/>
                            </p:stCondLst>
                            <p:childTnLst>
                              <p:par>
                                <p:cTn id="53" presetID="22" presetClass="entr" presetSubtype="8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400"/>
                            </p:stCondLst>
                            <p:childTnLst>
                              <p:par>
                                <p:cTn id="57" presetID="22" presetClass="entr" presetSubtype="8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900"/>
                            </p:stCondLst>
                            <p:childTnLst>
                              <p:par>
                                <p:cTn id="61" presetID="22" presetClass="entr" presetSubtype="8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400"/>
                            </p:stCondLst>
                            <p:childTnLst>
                              <p:par>
                                <p:cTn id="65" presetID="22" presetClass="entr" presetSubtype="8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" grpId="2" animBg="1" advAuto="0"/>
      <p:bldP spid="511" grpId="1" animBg="1" advAuto="0"/>
      <p:bldP spid="514" grpId="3" animBg="1" advAuto="0"/>
      <p:bldP spid="515" grpId="4" animBg="1" advAuto="0"/>
      <p:bldP spid="516" grpId="5" animBg="1" advAuto="0"/>
      <p:bldP spid="517" grpId="7" animBg="1" advAuto="0"/>
      <p:bldP spid="518" grpId="10" animBg="1" advAuto="0"/>
      <p:bldP spid="519" grpId="6" animBg="1" advAuto="0"/>
      <p:bldP spid="520" grpId="8" animBg="1" advAuto="0"/>
      <p:bldP spid="521" grpId="9" animBg="1" advAuto="0"/>
      <p:bldP spid="522" grpId="12" animBg="1" advAuto="0"/>
      <p:bldP spid="523" grpId="13" animBg="1" advAuto="0"/>
      <p:bldP spid="524" grpId="15" animBg="1" advAuto="0"/>
      <p:bldP spid="525" grpId="11" animBg="1" advAuto="0"/>
      <p:bldP spid="526" grpId="14" animBg="1" advAuto="0"/>
      <p:bldP spid="527" grpId="16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" name="组合 170"/>
          <p:cNvGrpSpPr/>
          <p:nvPr/>
        </p:nvGrpSpPr>
        <p:grpSpPr>
          <a:xfrm>
            <a:off x="1183852" y="1182297"/>
            <a:ext cx="6975308" cy="3689831"/>
            <a:chOff x="0" y="0"/>
            <a:chExt cx="6975306" cy="3689830"/>
          </a:xfrm>
        </p:grpSpPr>
        <p:sp>
          <p:nvSpPr>
            <p:cNvPr id="529" name="Freeform 5"/>
            <p:cNvSpPr/>
            <p:nvPr/>
          </p:nvSpPr>
          <p:spPr>
            <a:xfrm>
              <a:off x="6339081" y="591786"/>
              <a:ext cx="51719" cy="19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6" h="18490" extrusionOk="0">
                  <a:moveTo>
                    <a:pt x="2546" y="9850"/>
                  </a:moveTo>
                  <a:cubicBezTo>
                    <a:pt x="4346" y="14170"/>
                    <a:pt x="4346" y="9850"/>
                    <a:pt x="6146" y="9850"/>
                  </a:cubicBezTo>
                  <a:cubicBezTo>
                    <a:pt x="7946" y="9850"/>
                    <a:pt x="13346" y="18490"/>
                    <a:pt x="16946" y="18490"/>
                  </a:cubicBezTo>
                  <a:cubicBezTo>
                    <a:pt x="18746" y="18490"/>
                    <a:pt x="20546" y="14170"/>
                    <a:pt x="20546" y="14170"/>
                  </a:cubicBezTo>
                  <a:cubicBezTo>
                    <a:pt x="20546" y="14170"/>
                    <a:pt x="15146" y="5530"/>
                    <a:pt x="11546" y="1210"/>
                  </a:cubicBezTo>
                  <a:cubicBezTo>
                    <a:pt x="9746" y="-3110"/>
                    <a:pt x="7946" y="5530"/>
                    <a:pt x="6146" y="5530"/>
                  </a:cubicBezTo>
                  <a:cubicBezTo>
                    <a:pt x="4346" y="5530"/>
                    <a:pt x="2546" y="1210"/>
                    <a:pt x="746" y="1210"/>
                  </a:cubicBezTo>
                  <a:cubicBezTo>
                    <a:pt x="-1054" y="1210"/>
                    <a:pt x="746" y="9850"/>
                    <a:pt x="2546" y="985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30" name="Freeform 6"/>
            <p:cNvSpPr/>
            <p:nvPr/>
          </p:nvSpPr>
          <p:spPr>
            <a:xfrm>
              <a:off x="1514336" y="106042"/>
              <a:ext cx="56720" cy="52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0150" extrusionOk="0">
                  <a:moveTo>
                    <a:pt x="2753" y="4950"/>
                  </a:moveTo>
                  <a:cubicBezTo>
                    <a:pt x="4415" y="6750"/>
                    <a:pt x="6076" y="4950"/>
                    <a:pt x="7738" y="3150"/>
                  </a:cubicBezTo>
                  <a:cubicBezTo>
                    <a:pt x="7738" y="3150"/>
                    <a:pt x="9399" y="3150"/>
                    <a:pt x="11061" y="3150"/>
                  </a:cubicBezTo>
                  <a:cubicBezTo>
                    <a:pt x="11061" y="3150"/>
                    <a:pt x="11061" y="3150"/>
                    <a:pt x="11061" y="4950"/>
                  </a:cubicBezTo>
                  <a:cubicBezTo>
                    <a:pt x="11061" y="4950"/>
                    <a:pt x="7738" y="6750"/>
                    <a:pt x="6076" y="6750"/>
                  </a:cubicBezTo>
                  <a:cubicBezTo>
                    <a:pt x="4415" y="8550"/>
                    <a:pt x="4415" y="10350"/>
                    <a:pt x="4415" y="12150"/>
                  </a:cubicBezTo>
                  <a:cubicBezTo>
                    <a:pt x="4415" y="13950"/>
                    <a:pt x="4415" y="12150"/>
                    <a:pt x="6076" y="12150"/>
                  </a:cubicBezTo>
                  <a:cubicBezTo>
                    <a:pt x="6076" y="12150"/>
                    <a:pt x="6076" y="15750"/>
                    <a:pt x="7738" y="15750"/>
                  </a:cubicBezTo>
                  <a:cubicBezTo>
                    <a:pt x="9399" y="17550"/>
                    <a:pt x="11061" y="19350"/>
                    <a:pt x="12722" y="19350"/>
                  </a:cubicBezTo>
                  <a:cubicBezTo>
                    <a:pt x="14384" y="21150"/>
                    <a:pt x="17707" y="19350"/>
                    <a:pt x="17707" y="19350"/>
                  </a:cubicBezTo>
                  <a:cubicBezTo>
                    <a:pt x="19368" y="19350"/>
                    <a:pt x="19368" y="15750"/>
                    <a:pt x="19368" y="15750"/>
                  </a:cubicBezTo>
                  <a:cubicBezTo>
                    <a:pt x="19368" y="13950"/>
                    <a:pt x="21030" y="12150"/>
                    <a:pt x="21030" y="10350"/>
                  </a:cubicBezTo>
                  <a:cubicBezTo>
                    <a:pt x="21030" y="10350"/>
                    <a:pt x="21030" y="6750"/>
                    <a:pt x="21030" y="4950"/>
                  </a:cubicBezTo>
                  <a:cubicBezTo>
                    <a:pt x="19368" y="4950"/>
                    <a:pt x="19368" y="1350"/>
                    <a:pt x="19368" y="1350"/>
                  </a:cubicBezTo>
                  <a:cubicBezTo>
                    <a:pt x="17707" y="-450"/>
                    <a:pt x="14384" y="-450"/>
                    <a:pt x="12722" y="1350"/>
                  </a:cubicBezTo>
                  <a:cubicBezTo>
                    <a:pt x="9399" y="1350"/>
                    <a:pt x="6076" y="1350"/>
                    <a:pt x="2753" y="1350"/>
                  </a:cubicBezTo>
                  <a:cubicBezTo>
                    <a:pt x="-570" y="1350"/>
                    <a:pt x="-570" y="1350"/>
                    <a:pt x="1092" y="1350"/>
                  </a:cubicBezTo>
                  <a:cubicBezTo>
                    <a:pt x="1092" y="3150"/>
                    <a:pt x="2753" y="4950"/>
                    <a:pt x="2753" y="495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31" name="Freeform 7"/>
            <p:cNvSpPr/>
            <p:nvPr/>
          </p:nvSpPr>
          <p:spPr>
            <a:xfrm>
              <a:off x="1079571" y="2061924"/>
              <a:ext cx="19608" cy="19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175" h="18457" extrusionOk="0">
                  <a:moveTo>
                    <a:pt x="895" y="18457"/>
                  </a:moveTo>
                  <a:cubicBezTo>
                    <a:pt x="5215" y="18457"/>
                    <a:pt x="13855" y="14137"/>
                    <a:pt x="18175" y="9817"/>
                  </a:cubicBezTo>
                  <a:cubicBezTo>
                    <a:pt x="18175" y="9817"/>
                    <a:pt x="13855" y="1177"/>
                    <a:pt x="9535" y="1177"/>
                  </a:cubicBezTo>
                  <a:cubicBezTo>
                    <a:pt x="5215" y="-3143"/>
                    <a:pt x="5215" y="5497"/>
                    <a:pt x="5215" y="9817"/>
                  </a:cubicBezTo>
                  <a:cubicBezTo>
                    <a:pt x="9535" y="14137"/>
                    <a:pt x="-3425" y="18457"/>
                    <a:pt x="895" y="18457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32" name="Freeform 8"/>
            <p:cNvSpPr/>
            <p:nvPr/>
          </p:nvSpPr>
          <p:spPr>
            <a:xfrm>
              <a:off x="2666563" y="506866"/>
              <a:ext cx="186841" cy="1048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75" h="21600" extrusionOk="0">
                  <a:moveTo>
                    <a:pt x="1342" y="8452"/>
                  </a:moveTo>
                  <a:cubicBezTo>
                    <a:pt x="1845" y="8452"/>
                    <a:pt x="3854" y="7513"/>
                    <a:pt x="4356" y="8452"/>
                  </a:cubicBezTo>
                  <a:cubicBezTo>
                    <a:pt x="4859" y="8452"/>
                    <a:pt x="4859" y="8452"/>
                    <a:pt x="4356" y="9391"/>
                  </a:cubicBezTo>
                  <a:cubicBezTo>
                    <a:pt x="3352" y="10330"/>
                    <a:pt x="3854" y="10330"/>
                    <a:pt x="4356" y="10330"/>
                  </a:cubicBezTo>
                  <a:cubicBezTo>
                    <a:pt x="4859" y="10330"/>
                    <a:pt x="4859" y="9391"/>
                    <a:pt x="4859" y="11270"/>
                  </a:cubicBezTo>
                  <a:cubicBezTo>
                    <a:pt x="4859" y="12209"/>
                    <a:pt x="1845" y="11270"/>
                    <a:pt x="840" y="12209"/>
                  </a:cubicBezTo>
                  <a:cubicBezTo>
                    <a:pt x="-165" y="13148"/>
                    <a:pt x="2347" y="12209"/>
                    <a:pt x="2849" y="12209"/>
                  </a:cubicBezTo>
                  <a:cubicBezTo>
                    <a:pt x="3352" y="12209"/>
                    <a:pt x="3352" y="14087"/>
                    <a:pt x="3854" y="14087"/>
                  </a:cubicBezTo>
                  <a:cubicBezTo>
                    <a:pt x="4356" y="14087"/>
                    <a:pt x="4356" y="14087"/>
                    <a:pt x="4356" y="15965"/>
                  </a:cubicBezTo>
                  <a:cubicBezTo>
                    <a:pt x="4859" y="17843"/>
                    <a:pt x="3352" y="17843"/>
                    <a:pt x="2347" y="17843"/>
                  </a:cubicBezTo>
                  <a:cubicBezTo>
                    <a:pt x="1342" y="18783"/>
                    <a:pt x="2849" y="18783"/>
                    <a:pt x="3854" y="19722"/>
                  </a:cubicBezTo>
                  <a:cubicBezTo>
                    <a:pt x="4859" y="19722"/>
                    <a:pt x="5863" y="19722"/>
                    <a:pt x="6366" y="20661"/>
                  </a:cubicBezTo>
                  <a:cubicBezTo>
                    <a:pt x="6868" y="21600"/>
                    <a:pt x="8877" y="21600"/>
                    <a:pt x="9882" y="21600"/>
                  </a:cubicBezTo>
                  <a:cubicBezTo>
                    <a:pt x="10384" y="21600"/>
                    <a:pt x="10886" y="20661"/>
                    <a:pt x="11389" y="19722"/>
                  </a:cubicBezTo>
                  <a:cubicBezTo>
                    <a:pt x="11891" y="19722"/>
                    <a:pt x="12393" y="19722"/>
                    <a:pt x="13398" y="19722"/>
                  </a:cubicBezTo>
                  <a:cubicBezTo>
                    <a:pt x="13900" y="18783"/>
                    <a:pt x="14905" y="17843"/>
                    <a:pt x="15407" y="16904"/>
                  </a:cubicBezTo>
                  <a:cubicBezTo>
                    <a:pt x="15910" y="15965"/>
                    <a:pt x="16412" y="15965"/>
                    <a:pt x="16914" y="15965"/>
                  </a:cubicBezTo>
                  <a:cubicBezTo>
                    <a:pt x="17919" y="15965"/>
                    <a:pt x="18421" y="14087"/>
                    <a:pt x="18421" y="13148"/>
                  </a:cubicBezTo>
                  <a:cubicBezTo>
                    <a:pt x="18421" y="12209"/>
                    <a:pt x="19426" y="11270"/>
                    <a:pt x="19928" y="10330"/>
                  </a:cubicBezTo>
                  <a:cubicBezTo>
                    <a:pt x="20933" y="10330"/>
                    <a:pt x="19928" y="9391"/>
                    <a:pt x="19928" y="7513"/>
                  </a:cubicBezTo>
                  <a:cubicBezTo>
                    <a:pt x="19928" y="6574"/>
                    <a:pt x="19426" y="6574"/>
                    <a:pt x="18924" y="5635"/>
                  </a:cubicBezTo>
                  <a:cubicBezTo>
                    <a:pt x="17919" y="5635"/>
                    <a:pt x="18421" y="3757"/>
                    <a:pt x="18421" y="3757"/>
                  </a:cubicBezTo>
                  <a:cubicBezTo>
                    <a:pt x="17919" y="2817"/>
                    <a:pt x="17919" y="2817"/>
                    <a:pt x="18421" y="1878"/>
                  </a:cubicBezTo>
                  <a:cubicBezTo>
                    <a:pt x="18924" y="939"/>
                    <a:pt x="18924" y="939"/>
                    <a:pt x="17919" y="939"/>
                  </a:cubicBezTo>
                  <a:cubicBezTo>
                    <a:pt x="17417" y="1878"/>
                    <a:pt x="17417" y="1878"/>
                    <a:pt x="16914" y="2817"/>
                  </a:cubicBezTo>
                  <a:cubicBezTo>
                    <a:pt x="16412" y="2817"/>
                    <a:pt x="16412" y="0"/>
                    <a:pt x="15910" y="0"/>
                  </a:cubicBezTo>
                  <a:cubicBezTo>
                    <a:pt x="15910" y="0"/>
                    <a:pt x="14905" y="939"/>
                    <a:pt x="15407" y="1878"/>
                  </a:cubicBezTo>
                  <a:cubicBezTo>
                    <a:pt x="15407" y="2817"/>
                    <a:pt x="14905" y="2817"/>
                    <a:pt x="14403" y="2817"/>
                  </a:cubicBezTo>
                  <a:cubicBezTo>
                    <a:pt x="13900" y="2817"/>
                    <a:pt x="13900" y="3757"/>
                    <a:pt x="13900" y="4696"/>
                  </a:cubicBezTo>
                  <a:cubicBezTo>
                    <a:pt x="13398" y="4696"/>
                    <a:pt x="12896" y="3757"/>
                    <a:pt x="12393" y="3757"/>
                  </a:cubicBezTo>
                  <a:cubicBezTo>
                    <a:pt x="11891" y="3757"/>
                    <a:pt x="12393" y="4696"/>
                    <a:pt x="12393" y="5635"/>
                  </a:cubicBezTo>
                  <a:cubicBezTo>
                    <a:pt x="12393" y="6574"/>
                    <a:pt x="11891" y="5635"/>
                    <a:pt x="11389" y="4696"/>
                  </a:cubicBezTo>
                  <a:cubicBezTo>
                    <a:pt x="11389" y="3757"/>
                    <a:pt x="10886" y="2817"/>
                    <a:pt x="10384" y="3757"/>
                  </a:cubicBezTo>
                  <a:cubicBezTo>
                    <a:pt x="9882" y="3757"/>
                    <a:pt x="10384" y="4696"/>
                    <a:pt x="9882" y="5635"/>
                  </a:cubicBezTo>
                  <a:cubicBezTo>
                    <a:pt x="9380" y="6574"/>
                    <a:pt x="8877" y="3757"/>
                    <a:pt x="8375" y="3757"/>
                  </a:cubicBezTo>
                  <a:cubicBezTo>
                    <a:pt x="7873" y="3757"/>
                    <a:pt x="7873" y="5635"/>
                    <a:pt x="7873" y="6574"/>
                  </a:cubicBezTo>
                  <a:cubicBezTo>
                    <a:pt x="7873" y="6574"/>
                    <a:pt x="7370" y="5635"/>
                    <a:pt x="7370" y="6574"/>
                  </a:cubicBezTo>
                  <a:cubicBezTo>
                    <a:pt x="6868" y="6574"/>
                    <a:pt x="6868" y="9391"/>
                    <a:pt x="6366" y="9391"/>
                  </a:cubicBezTo>
                  <a:cubicBezTo>
                    <a:pt x="5863" y="9391"/>
                    <a:pt x="6366" y="4696"/>
                    <a:pt x="5863" y="4696"/>
                  </a:cubicBezTo>
                  <a:cubicBezTo>
                    <a:pt x="5361" y="4696"/>
                    <a:pt x="5361" y="3757"/>
                    <a:pt x="5361" y="2817"/>
                  </a:cubicBezTo>
                  <a:cubicBezTo>
                    <a:pt x="4859" y="1878"/>
                    <a:pt x="3854" y="939"/>
                    <a:pt x="3352" y="1878"/>
                  </a:cubicBezTo>
                  <a:cubicBezTo>
                    <a:pt x="2347" y="2817"/>
                    <a:pt x="4356" y="3757"/>
                    <a:pt x="3854" y="4696"/>
                  </a:cubicBezTo>
                  <a:cubicBezTo>
                    <a:pt x="3854" y="5635"/>
                    <a:pt x="2849" y="2817"/>
                    <a:pt x="2347" y="3757"/>
                  </a:cubicBezTo>
                  <a:cubicBezTo>
                    <a:pt x="1845" y="3757"/>
                    <a:pt x="2347" y="4696"/>
                    <a:pt x="2347" y="5635"/>
                  </a:cubicBezTo>
                  <a:cubicBezTo>
                    <a:pt x="2347" y="6574"/>
                    <a:pt x="1845" y="5635"/>
                    <a:pt x="840" y="5635"/>
                  </a:cubicBezTo>
                  <a:cubicBezTo>
                    <a:pt x="338" y="5635"/>
                    <a:pt x="1342" y="5635"/>
                    <a:pt x="1342" y="6574"/>
                  </a:cubicBezTo>
                  <a:cubicBezTo>
                    <a:pt x="1845" y="7513"/>
                    <a:pt x="840" y="6574"/>
                    <a:pt x="338" y="7513"/>
                  </a:cubicBezTo>
                  <a:cubicBezTo>
                    <a:pt x="-667" y="8452"/>
                    <a:pt x="840" y="8452"/>
                    <a:pt x="1342" y="8452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33" name="Freeform 9"/>
            <p:cNvSpPr/>
            <p:nvPr/>
          </p:nvSpPr>
          <p:spPr>
            <a:xfrm>
              <a:off x="2949789" y="757995"/>
              <a:ext cx="147602" cy="236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9" h="21369" extrusionOk="0">
                  <a:moveTo>
                    <a:pt x="1309" y="3507"/>
                  </a:moveTo>
                  <a:cubicBezTo>
                    <a:pt x="655" y="3507"/>
                    <a:pt x="0" y="3923"/>
                    <a:pt x="0" y="4338"/>
                  </a:cubicBezTo>
                  <a:cubicBezTo>
                    <a:pt x="655" y="4338"/>
                    <a:pt x="1309" y="5169"/>
                    <a:pt x="1309" y="4754"/>
                  </a:cubicBezTo>
                  <a:cubicBezTo>
                    <a:pt x="1964" y="4754"/>
                    <a:pt x="3273" y="4754"/>
                    <a:pt x="3273" y="4754"/>
                  </a:cubicBezTo>
                  <a:cubicBezTo>
                    <a:pt x="2618" y="5169"/>
                    <a:pt x="2618" y="5169"/>
                    <a:pt x="1964" y="5584"/>
                  </a:cubicBezTo>
                  <a:cubicBezTo>
                    <a:pt x="1964" y="5584"/>
                    <a:pt x="1309" y="6000"/>
                    <a:pt x="1309" y="6415"/>
                  </a:cubicBezTo>
                  <a:cubicBezTo>
                    <a:pt x="1964" y="6415"/>
                    <a:pt x="3927" y="5584"/>
                    <a:pt x="3273" y="6000"/>
                  </a:cubicBezTo>
                  <a:cubicBezTo>
                    <a:pt x="3273" y="6000"/>
                    <a:pt x="3927" y="6415"/>
                    <a:pt x="3927" y="6831"/>
                  </a:cubicBezTo>
                  <a:cubicBezTo>
                    <a:pt x="4582" y="6831"/>
                    <a:pt x="3927" y="7661"/>
                    <a:pt x="3927" y="7661"/>
                  </a:cubicBezTo>
                  <a:cubicBezTo>
                    <a:pt x="3927" y="8077"/>
                    <a:pt x="3927" y="8907"/>
                    <a:pt x="3927" y="9323"/>
                  </a:cubicBezTo>
                  <a:cubicBezTo>
                    <a:pt x="3273" y="9323"/>
                    <a:pt x="3927" y="10154"/>
                    <a:pt x="4582" y="10154"/>
                  </a:cubicBezTo>
                  <a:cubicBezTo>
                    <a:pt x="5236" y="10154"/>
                    <a:pt x="7200" y="9738"/>
                    <a:pt x="7200" y="9738"/>
                  </a:cubicBezTo>
                  <a:cubicBezTo>
                    <a:pt x="7200" y="10154"/>
                    <a:pt x="7200" y="10984"/>
                    <a:pt x="7855" y="11400"/>
                  </a:cubicBezTo>
                  <a:cubicBezTo>
                    <a:pt x="8509" y="11815"/>
                    <a:pt x="9164" y="12231"/>
                    <a:pt x="8509" y="12646"/>
                  </a:cubicBezTo>
                  <a:cubicBezTo>
                    <a:pt x="7855" y="13061"/>
                    <a:pt x="6545" y="13477"/>
                    <a:pt x="5891" y="13477"/>
                  </a:cubicBezTo>
                  <a:cubicBezTo>
                    <a:pt x="5891" y="13477"/>
                    <a:pt x="4582" y="13477"/>
                    <a:pt x="3927" y="13892"/>
                  </a:cubicBezTo>
                  <a:cubicBezTo>
                    <a:pt x="3927" y="14307"/>
                    <a:pt x="3927" y="15138"/>
                    <a:pt x="4582" y="14723"/>
                  </a:cubicBezTo>
                  <a:cubicBezTo>
                    <a:pt x="5236" y="14723"/>
                    <a:pt x="5891" y="15138"/>
                    <a:pt x="5236" y="15554"/>
                  </a:cubicBezTo>
                  <a:cubicBezTo>
                    <a:pt x="4582" y="15969"/>
                    <a:pt x="1964" y="16800"/>
                    <a:pt x="1964" y="16800"/>
                  </a:cubicBezTo>
                  <a:cubicBezTo>
                    <a:pt x="1964" y="17215"/>
                    <a:pt x="3927" y="17631"/>
                    <a:pt x="5236" y="17631"/>
                  </a:cubicBezTo>
                  <a:cubicBezTo>
                    <a:pt x="5891" y="17631"/>
                    <a:pt x="7855" y="18046"/>
                    <a:pt x="7200" y="18046"/>
                  </a:cubicBezTo>
                  <a:cubicBezTo>
                    <a:pt x="7200" y="18461"/>
                    <a:pt x="4582" y="18461"/>
                    <a:pt x="4582" y="18877"/>
                  </a:cubicBezTo>
                  <a:cubicBezTo>
                    <a:pt x="3927" y="19292"/>
                    <a:pt x="3273" y="20123"/>
                    <a:pt x="3273" y="20123"/>
                  </a:cubicBezTo>
                  <a:cubicBezTo>
                    <a:pt x="2618" y="20538"/>
                    <a:pt x="655" y="20954"/>
                    <a:pt x="1309" y="21369"/>
                  </a:cubicBezTo>
                  <a:cubicBezTo>
                    <a:pt x="1964" y="21369"/>
                    <a:pt x="3927" y="20538"/>
                    <a:pt x="4582" y="20538"/>
                  </a:cubicBezTo>
                  <a:cubicBezTo>
                    <a:pt x="5236" y="20538"/>
                    <a:pt x="5891" y="20954"/>
                    <a:pt x="6545" y="20538"/>
                  </a:cubicBezTo>
                  <a:cubicBezTo>
                    <a:pt x="7855" y="20123"/>
                    <a:pt x="7855" y="19292"/>
                    <a:pt x="8509" y="19707"/>
                  </a:cubicBezTo>
                  <a:cubicBezTo>
                    <a:pt x="9164" y="19707"/>
                    <a:pt x="9818" y="20123"/>
                    <a:pt x="11127" y="19707"/>
                  </a:cubicBezTo>
                  <a:cubicBezTo>
                    <a:pt x="12436" y="19292"/>
                    <a:pt x="14400" y="19292"/>
                    <a:pt x="15055" y="19292"/>
                  </a:cubicBezTo>
                  <a:cubicBezTo>
                    <a:pt x="16364" y="19292"/>
                    <a:pt x="19636" y="18877"/>
                    <a:pt x="18982" y="18461"/>
                  </a:cubicBezTo>
                  <a:cubicBezTo>
                    <a:pt x="18327" y="18046"/>
                    <a:pt x="17018" y="18046"/>
                    <a:pt x="17673" y="17631"/>
                  </a:cubicBezTo>
                  <a:cubicBezTo>
                    <a:pt x="18982" y="16800"/>
                    <a:pt x="21600" y="15969"/>
                    <a:pt x="20945" y="15138"/>
                  </a:cubicBezTo>
                  <a:cubicBezTo>
                    <a:pt x="19636" y="14723"/>
                    <a:pt x="18327" y="14307"/>
                    <a:pt x="17018" y="14723"/>
                  </a:cubicBezTo>
                  <a:cubicBezTo>
                    <a:pt x="16364" y="14723"/>
                    <a:pt x="17018" y="14307"/>
                    <a:pt x="17018" y="13892"/>
                  </a:cubicBezTo>
                  <a:cubicBezTo>
                    <a:pt x="17018" y="13477"/>
                    <a:pt x="16364" y="13061"/>
                    <a:pt x="16364" y="12646"/>
                  </a:cubicBezTo>
                  <a:cubicBezTo>
                    <a:pt x="16364" y="12231"/>
                    <a:pt x="15709" y="10984"/>
                    <a:pt x="15055" y="10984"/>
                  </a:cubicBezTo>
                  <a:cubicBezTo>
                    <a:pt x="13745" y="10569"/>
                    <a:pt x="12436" y="10154"/>
                    <a:pt x="12436" y="9323"/>
                  </a:cubicBezTo>
                  <a:cubicBezTo>
                    <a:pt x="11782" y="8492"/>
                    <a:pt x="12436" y="7661"/>
                    <a:pt x="11127" y="7246"/>
                  </a:cubicBezTo>
                  <a:cubicBezTo>
                    <a:pt x="9818" y="6831"/>
                    <a:pt x="9164" y="6831"/>
                    <a:pt x="9818" y="6000"/>
                  </a:cubicBezTo>
                  <a:cubicBezTo>
                    <a:pt x="10473" y="5584"/>
                    <a:pt x="11127" y="4754"/>
                    <a:pt x="11782" y="4338"/>
                  </a:cubicBezTo>
                  <a:cubicBezTo>
                    <a:pt x="12436" y="3923"/>
                    <a:pt x="13745" y="3092"/>
                    <a:pt x="12436" y="2677"/>
                  </a:cubicBezTo>
                  <a:cubicBezTo>
                    <a:pt x="11782" y="2677"/>
                    <a:pt x="10473" y="2677"/>
                    <a:pt x="9818" y="2677"/>
                  </a:cubicBezTo>
                  <a:cubicBezTo>
                    <a:pt x="9164" y="2677"/>
                    <a:pt x="5891" y="3507"/>
                    <a:pt x="5891" y="3092"/>
                  </a:cubicBezTo>
                  <a:cubicBezTo>
                    <a:pt x="6545" y="3092"/>
                    <a:pt x="7855" y="1846"/>
                    <a:pt x="7855" y="1431"/>
                  </a:cubicBezTo>
                  <a:cubicBezTo>
                    <a:pt x="8509" y="1431"/>
                    <a:pt x="9818" y="1015"/>
                    <a:pt x="9818" y="184"/>
                  </a:cubicBezTo>
                  <a:cubicBezTo>
                    <a:pt x="9818" y="-231"/>
                    <a:pt x="8509" y="184"/>
                    <a:pt x="7200" y="184"/>
                  </a:cubicBezTo>
                  <a:cubicBezTo>
                    <a:pt x="6545" y="184"/>
                    <a:pt x="4582" y="184"/>
                    <a:pt x="3927" y="184"/>
                  </a:cubicBezTo>
                  <a:cubicBezTo>
                    <a:pt x="3927" y="184"/>
                    <a:pt x="3273" y="1015"/>
                    <a:pt x="3273" y="1431"/>
                  </a:cubicBezTo>
                  <a:cubicBezTo>
                    <a:pt x="2618" y="1431"/>
                    <a:pt x="4582" y="1846"/>
                    <a:pt x="3927" y="2261"/>
                  </a:cubicBezTo>
                  <a:cubicBezTo>
                    <a:pt x="3273" y="2261"/>
                    <a:pt x="1964" y="2677"/>
                    <a:pt x="2618" y="3092"/>
                  </a:cubicBezTo>
                  <a:cubicBezTo>
                    <a:pt x="2618" y="3092"/>
                    <a:pt x="2618" y="3923"/>
                    <a:pt x="1964" y="3923"/>
                  </a:cubicBezTo>
                  <a:cubicBezTo>
                    <a:pt x="1309" y="3923"/>
                    <a:pt x="1309" y="3092"/>
                    <a:pt x="1309" y="3507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34" name="Freeform 10"/>
            <p:cNvSpPr/>
            <p:nvPr/>
          </p:nvSpPr>
          <p:spPr>
            <a:xfrm>
              <a:off x="2871950" y="860313"/>
              <a:ext cx="87550" cy="932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77" h="21600" extrusionOk="0">
                  <a:moveTo>
                    <a:pt x="5077" y="21600"/>
                  </a:moveTo>
                  <a:cubicBezTo>
                    <a:pt x="7134" y="21600"/>
                    <a:pt x="10220" y="19440"/>
                    <a:pt x="11248" y="18360"/>
                  </a:cubicBezTo>
                  <a:cubicBezTo>
                    <a:pt x="12277" y="18360"/>
                    <a:pt x="15363" y="17280"/>
                    <a:pt x="16391" y="17280"/>
                  </a:cubicBezTo>
                  <a:cubicBezTo>
                    <a:pt x="17420" y="17280"/>
                    <a:pt x="19477" y="12960"/>
                    <a:pt x="19477" y="10800"/>
                  </a:cubicBezTo>
                  <a:cubicBezTo>
                    <a:pt x="19477" y="9720"/>
                    <a:pt x="18448" y="7560"/>
                    <a:pt x="18448" y="6480"/>
                  </a:cubicBezTo>
                  <a:cubicBezTo>
                    <a:pt x="18448" y="6480"/>
                    <a:pt x="18448" y="6480"/>
                    <a:pt x="18448" y="6480"/>
                  </a:cubicBezTo>
                  <a:cubicBezTo>
                    <a:pt x="18448" y="6480"/>
                    <a:pt x="18448" y="6480"/>
                    <a:pt x="18448" y="6480"/>
                  </a:cubicBezTo>
                  <a:cubicBezTo>
                    <a:pt x="18448" y="5400"/>
                    <a:pt x="18448" y="5400"/>
                    <a:pt x="19477" y="5400"/>
                  </a:cubicBezTo>
                  <a:cubicBezTo>
                    <a:pt x="19477" y="5400"/>
                    <a:pt x="19477" y="5400"/>
                    <a:pt x="19477" y="5400"/>
                  </a:cubicBezTo>
                  <a:cubicBezTo>
                    <a:pt x="19477" y="5400"/>
                    <a:pt x="19477" y="4320"/>
                    <a:pt x="19477" y="4320"/>
                  </a:cubicBezTo>
                  <a:cubicBezTo>
                    <a:pt x="19477" y="4320"/>
                    <a:pt x="19477" y="4320"/>
                    <a:pt x="19477" y="4320"/>
                  </a:cubicBezTo>
                  <a:cubicBezTo>
                    <a:pt x="19477" y="4320"/>
                    <a:pt x="19477" y="4320"/>
                    <a:pt x="19477" y="4320"/>
                  </a:cubicBezTo>
                  <a:cubicBezTo>
                    <a:pt x="19477" y="3240"/>
                    <a:pt x="19477" y="3240"/>
                    <a:pt x="19477" y="3240"/>
                  </a:cubicBezTo>
                  <a:cubicBezTo>
                    <a:pt x="19477" y="3240"/>
                    <a:pt x="19477" y="3240"/>
                    <a:pt x="19477" y="3240"/>
                  </a:cubicBezTo>
                  <a:cubicBezTo>
                    <a:pt x="19477" y="3240"/>
                    <a:pt x="19477" y="3240"/>
                    <a:pt x="19477" y="2160"/>
                  </a:cubicBezTo>
                  <a:cubicBezTo>
                    <a:pt x="19477" y="2160"/>
                    <a:pt x="19477" y="2160"/>
                    <a:pt x="19477" y="2160"/>
                  </a:cubicBezTo>
                  <a:cubicBezTo>
                    <a:pt x="19477" y="2160"/>
                    <a:pt x="19477" y="2160"/>
                    <a:pt x="19477" y="2160"/>
                  </a:cubicBezTo>
                  <a:cubicBezTo>
                    <a:pt x="19477" y="2160"/>
                    <a:pt x="19477" y="2160"/>
                    <a:pt x="19477" y="1080"/>
                  </a:cubicBezTo>
                  <a:cubicBezTo>
                    <a:pt x="19477" y="1080"/>
                    <a:pt x="19477" y="1080"/>
                    <a:pt x="19477" y="1080"/>
                  </a:cubicBezTo>
                  <a:cubicBezTo>
                    <a:pt x="19477" y="1080"/>
                    <a:pt x="19477" y="1080"/>
                    <a:pt x="19477" y="1080"/>
                  </a:cubicBezTo>
                  <a:cubicBezTo>
                    <a:pt x="19477" y="1080"/>
                    <a:pt x="19477" y="1080"/>
                    <a:pt x="19477" y="1080"/>
                  </a:cubicBezTo>
                  <a:cubicBezTo>
                    <a:pt x="19477" y="1080"/>
                    <a:pt x="19477" y="1080"/>
                    <a:pt x="19477" y="0"/>
                  </a:cubicBezTo>
                  <a:cubicBezTo>
                    <a:pt x="19477" y="0"/>
                    <a:pt x="19477" y="0"/>
                    <a:pt x="18448" y="0"/>
                  </a:cubicBezTo>
                  <a:cubicBezTo>
                    <a:pt x="18448" y="0"/>
                    <a:pt x="18448" y="0"/>
                    <a:pt x="18448" y="0"/>
                  </a:cubicBezTo>
                  <a:cubicBezTo>
                    <a:pt x="18448" y="0"/>
                    <a:pt x="18448" y="0"/>
                    <a:pt x="18448" y="0"/>
                  </a:cubicBezTo>
                  <a:cubicBezTo>
                    <a:pt x="17420" y="0"/>
                    <a:pt x="17420" y="0"/>
                    <a:pt x="17420" y="0"/>
                  </a:cubicBezTo>
                  <a:cubicBezTo>
                    <a:pt x="17420" y="0"/>
                    <a:pt x="17420" y="0"/>
                    <a:pt x="17420" y="0"/>
                  </a:cubicBezTo>
                  <a:cubicBezTo>
                    <a:pt x="16391" y="0"/>
                    <a:pt x="16391" y="0"/>
                    <a:pt x="16391" y="0"/>
                  </a:cubicBezTo>
                  <a:cubicBezTo>
                    <a:pt x="16391" y="0"/>
                    <a:pt x="16391" y="0"/>
                    <a:pt x="16391" y="0"/>
                  </a:cubicBezTo>
                  <a:cubicBezTo>
                    <a:pt x="15363" y="0"/>
                    <a:pt x="15363" y="0"/>
                    <a:pt x="15363" y="0"/>
                  </a:cubicBezTo>
                  <a:cubicBezTo>
                    <a:pt x="15363" y="0"/>
                    <a:pt x="15363" y="0"/>
                    <a:pt x="14334" y="0"/>
                  </a:cubicBezTo>
                  <a:cubicBezTo>
                    <a:pt x="14334" y="0"/>
                    <a:pt x="14334" y="0"/>
                    <a:pt x="14334" y="0"/>
                  </a:cubicBezTo>
                  <a:cubicBezTo>
                    <a:pt x="14334" y="0"/>
                    <a:pt x="13306" y="0"/>
                    <a:pt x="13306" y="0"/>
                  </a:cubicBezTo>
                  <a:cubicBezTo>
                    <a:pt x="13306" y="0"/>
                    <a:pt x="13306" y="0"/>
                    <a:pt x="13306" y="0"/>
                  </a:cubicBezTo>
                  <a:cubicBezTo>
                    <a:pt x="13306" y="0"/>
                    <a:pt x="13306" y="0"/>
                    <a:pt x="12277" y="0"/>
                  </a:cubicBezTo>
                  <a:cubicBezTo>
                    <a:pt x="10220" y="0"/>
                    <a:pt x="8163" y="2160"/>
                    <a:pt x="8163" y="2160"/>
                  </a:cubicBezTo>
                  <a:cubicBezTo>
                    <a:pt x="8163" y="3240"/>
                    <a:pt x="9191" y="4320"/>
                    <a:pt x="9191" y="5400"/>
                  </a:cubicBezTo>
                  <a:cubicBezTo>
                    <a:pt x="8163" y="5400"/>
                    <a:pt x="6106" y="5400"/>
                    <a:pt x="3020" y="5400"/>
                  </a:cubicBezTo>
                  <a:cubicBezTo>
                    <a:pt x="963" y="5400"/>
                    <a:pt x="4048" y="6480"/>
                    <a:pt x="5077" y="7560"/>
                  </a:cubicBezTo>
                  <a:cubicBezTo>
                    <a:pt x="6106" y="8640"/>
                    <a:pt x="5077" y="8640"/>
                    <a:pt x="3020" y="9720"/>
                  </a:cubicBezTo>
                  <a:cubicBezTo>
                    <a:pt x="963" y="10800"/>
                    <a:pt x="3020" y="10800"/>
                    <a:pt x="5077" y="10800"/>
                  </a:cubicBezTo>
                  <a:cubicBezTo>
                    <a:pt x="7134" y="10800"/>
                    <a:pt x="7134" y="11880"/>
                    <a:pt x="6106" y="11880"/>
                  </a:cubicBezTo>
                  <a:cubicBezTo>
                    <a:pt x="5077" y="12960"/>
                    <a:pt x="3020" y="15120"/>
                    <a:pt x="5077" y="15120"/>
                  </a:cubicBezTo>
                  <a:cubicBezTo>
                    <a:pt x="6106" y="15120"/>
                    <a:pt x="6106" y="15120"/>
                    <a:pt x="5077" y="16200"/>
                  </a:cubicBezTo>
                  <a:cubicBezTo>
                    <a:pt x="4048" y="16200"/>
                    <a:pt x="3020" y="17280"/>
                    <a:pt x="963" y="18360"/>
                  </a:cubicBezTo>
                  <a:cubicBezTo>
                    <a:pt x="-2123" y="19440"/>
                    <a:pt x="3020" y="21600"/>
                    <a:pt x="5077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35" name="Freeform 11"/>
            <p:cNvSpPr/>
            <p:nvPr/>
          </p:nvSpPr>
          <p:spPr>
            <a:xfrm>
              <a:off x="2945906" y="767295"/>
              <a:ext cx="19581" cy="215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149" h="15954" extrusionOk="0">
                  <a:moveTo>
                    <a:pt x="4320" y="14973"/>
                  </a:moveTo>
                  <a:cubicBezTo>
                    <a:pt x="8640" y="11373"/>
                    <a:pt x="21600" y="-3027"/>
                    <a:pt x="17280" y="573"/>
                  </a:cubicBezTo>
                  <a:cubicBezTo>
                    <a:pt x="8640" y="4173"/>
                    <a:pt x="0" y="7773"/>
                    <a:pt x="0" y="7773"/>
                  </a:cubicBezTo>
                  <a:cubicBezTo>
                    <a:pt x="0" y="11373"/>
                    <a:pt x="0" y="18573"/>
                    <a:pt x="4320" y="14973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36" name="Freeform 12"/>
            <p:cNvSpPr/>
            <p:nvPr/>
          </p:nvSpPr>
          <p:spPr>
            <a:xfrm>
              <a:off x="3210789" y="1163372"/>
              <a:ext cx="19408" cy="38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89" h="19582" extrusionOk="0">
                  <a:moveTo>
                    <a:pt x="14749" y="9982"/>
                  </a:moveTo>
                  <a:cubicBezTo>
                    <a:pt x="19069" y="7582"/>
                    <a:pt x="19069" y="-2018"/>
                    <a:pt x="14749" y="382"/>
                  </a:cubicBezTo>
                  <a:cubicBezTo>
                    <a:pt x="10429" y="382"/>
                    <a:pt x="1789" y="5182"/>
                    <a:pt x="1789" y="7582"/>
                  </a:cubicBezTo>
                  <a:cubicBezTo>
                    <a:pt x="-2531" y="9982"/>
                    <a:pt x="1789" y="19582"/>
                    <a:pt x="6109" y="19582"/>
                  </a:cubicBezTo>
                  <a:cubicBezTo>
                    <a:pt x="10429" y="19582"/>
                    <a:pt x="14749" y="14782"/>
                    <a:pt x="14749" y="9982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37" name="Freeform 13"/>
            <p:cNvSpPr/>
            <p:nvPr/>
          </p:nvSpPr>
          <p:spPr>
            <a:xfrm>
              <a:off x="3203474" y="1207351"/>
              <a:ext cx="27160" cy="491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900" h="17628" extrusionOk="0">
                  <a:moveTo>
                    <a:pt x="2400" y="17628"/>
                  </a:moveTo>
                  <a:cubicBezTo>
                    <a:pt x="5100" y="17628"/>
                    <a:pt x="13200" y="14305"/>
                    <a:pt x="13200" y="12643"/>
                  </a:cubicBezTo>
                  <a:cubicBezTo>
                    <a:pt x="15900" y="10982"/>
                    <a:pt x="18600" y="-3972"/>
                    <a:pt x="10500" y="1013"/>
                  </a:cubicBezTo>
                  <a:cubicBezTo>
                    <a:pt x="7800" y="1013"/>
                    <a:pt x="2400" y="5997"/>
                    <a:pt x="2400" y="7659"/>
                  </a:cubicBezTo>
                  <a:cubicBezTo>
                    <a:pt x="2400" y="9320"/>
                    <a:pt x="-3000" y="15966"/>
                    <a:pt x="2400" y="17628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38" name="Freeform 14"/>
            <p:cNvSpPr/>
            <p:nvPr/>
          </p:nvSpPr>
          <p:spPr>
            <a:xfrm>
              <a:off x="3279918" y="1278367"/>
              <a:ext cx="56306" cy="28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03" h="19886" extrusionOk="0">
                  <a:moveTo>
                    <a:pt x="13557" y="1372"/>
                  </a:moveTo>
                  <a:cubicBezTo>
                    <a:pt x="10234" y="4457"/>
                    <a:pt x="6911" y="1372"/>
                    <a:pt x="5249" y="1372"/>
                  </a:cubicBezTo>
                  <a:cubicBezTo>
                    <a:pt x="1926" y="-1714"/>
                    <a:pt x="265" y="1372"/>
                    <a:pt x="265" y="1372"/>
                  </a:cubicBezTo>
                  <a:cubicBezTo>
                    <a:pt x="-1397" y="4457"/>
                    <a:pt x="5249" y="7543"/>
                    <a:pt x="6911" y="10629"/>
                  </a:cubicBezTo>
                  <a:cubicBezTo>
                    <a:pt x="10234" y="10629"/>
                    <a:pt x="11895" y="16800"/>
                    <a:pt x="15218" y="19886"/>
                  </a:cubicBezTo>
                  <a:cubicBezTo>
                    <a:pt x="20203" y="19886"/>
                    <a:pt x="18541" y="13715"/>
                    <a:pt x="18541" y="10629"/>
                  </a:cubicBezTo>
                  <a:cubicBezTo>
                    <a:pt x="18541" y="7543"/>
                    <a:pt x="18541" y="4457"/>
                    <a:pt x="20203" y="1372"/>
                  </a:cubicBezTo>
                  <a:cubicBezTo>
                    <a:pt x="20203" y="-1714"/>
                    <a:pt x="15218" y="1372"/>
                    <a:pt x="13557" y="1372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39" name="Freeform 15"/>
            <p:cNvSpPr/>
            <p:nvPr/>
          </p:nvSpPr>
          <p:spPr>
            <a:xfrm>
              <a:off x="3491608" y="1328784"/>
              <a:ext cx="5511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027" h="21600" extrusionOk="0">
                  <a:moveTo>
                    <a:pt x="16069" y="21600"/>
                  </a:moveTo>
                  <a:cubicBezTo>
                    <a:pt x="20389" y="21600"/>
                    <a:pt x="8869" y="0"/>
                    <a:pt x="5989" y="0"/>
                  </a:cubicBezTo>
                  <a:cubicBezTo>
                    <a:pt x="3109" y="0"/>
                    <a:pt x="229" y="0"/>
                    <a:pt x="229" y="0"/>
                  </a:cubicBezTo>
                  <a:cubicBezTo>
                    <a:pt x="-1211" y="10800"/>
                    <a:pt x="4549" y="10800"/>
                    <a:pt x="5989" y="21600"/>
                  </a:cubicBezTo>
                  <a:cubicBezTo>
                    <a:pt x="7429" y="21600"/>
                    <a:pt x="11749" y="21600"/>
                    <a:pt x="16069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40" name="Freeform 16"/>
            <p:cNvSpPr/>
            <p:nvPr/>
          </p:nvSpPr>
          <p:spPr>
            <a:xfrm>
              <a:off x="2663822" y="0"/>
              <a:ext cx="3683407" cy="29024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4" h="21579" extrusionOk="0">
                  <a:moveTo>
                    <a:pt x="13430" y="12803"/>
                  </a:moveTo>
                  <a:cubicBezTo>
                    <a:pt x="13456" y="12803"/>
                    <a:pt x="13537" y="13042"/>
                    <a:pt x="13564" y="13145"/>
                  </a:cubicBezTo>
                  <a:cubicBezTo>
                    <a:pt x="13618" y="13248"/>
                    <a:pt x="13618" y="13316"/>
                    <a:pt x="13645" y="13384"/>
                  </a:cubicBezTo>
                  <a:cubicBezTo>
                    <a:pt x="13699" y="13419"/>
                    <a:pt x="13645" y="13556"/>
                    <a:pt x="13672" y="13590"/>
                  </a:cubicBezTo>
                  <a:cubicBezTo>
                    <a:pt x="13672" y="13624"/>
                    <a:pt x="13672" y="13658"/>
                    <a:pt x="13645" y="13693"/>
                  </a:cubicBezTo>
                  <a:cubicBezTo>
                    <a:pt x="13645" y="13727"/>
                    <a:pt x="13645" y="13727"/>
                    <a:pt x="13645" y="13761"/>
                  </a:cubicBezTo>
                  <a:cubicBezTo>
                    <a:pt x="13645" y="13761"/>
                    <a:pt x="13645" y="13795"/>
                    <a:pt x="13645" y="13795"/>
                  </a:cubicBezTo>
                  <a:cubicBezTo>
                    <a:pt x="13645" y="13795"/>
                    <a:pt x="13645" y="13795"/>
                    <a:pt x="13645" y="13795"/>
                  </a:cubicBezTo>
                  <a:cubicBezTo>
                    <a:pt x="13645" y="13795"/>
                    <a:pt x="13645" y="13795"/>
                    <a:pt x="13645" y="13795"/>
                  </a:cubicBezTo>
                  <a:cubicBezTo>
                    <a:pt x="13645" y="13795"/>
                    <a:pt x="13645" y="13829"/>
                    <a:pt x="13645" y="13829"/>
                  </a:cubicBezTo>
                  <a:cubicBezTo>
                    <a:pt x="13645" y="13864"/>
                    <a:pt x="13672" y="14001"/>
                    <a:pt x="13699" y="14035"/>
                  </a:cubicBezTo>
                  <a:cubicBezTo>
                    <a:pt x="13725" y="14069"/>
                    <a:pt x="13752" y="14069"/>
                    <a:pt x="13779" y="14103"/>
                  </a:cubicBezTo>
                  <a:cubicBezTo>
                    <a:pt x="13779" y="14103"/>
                    <a:pt x="13779" y="14103"/>
                    <a:pt x="13779" y="14103"/>
                  </a:cubicBezTo>
                  <a:cubicBezTo>
                    <a:pt x="13779" y="14103"/>
                    <a:pt x="13779" y="14138"/>
                    <a:pt x="13779" y="14138"/>
                  </a:cubicBezTo>
                  <a:cubicBezTo>
                    <a:pt x="13806" y="14138"/>
                    <a:pt x="13806" y="14138"/>
                    <a:pt x="13806" y="14138"/>
                  </a:cubicBezTo>
                  <a:cubicBezTo>
                    <a:pt x="13806" y="14138"/>
                    <a:pt x="13806" y="14138"/>
                    <a:pt x="13833" y="14172"/>
                  </a:cubicBezTo>
                  <a:cubicBezTo>
                    <a:pt x="13833" y="14172"/>
                    <a:pt x="13833" y="14172"/>
                    <a:pt x="13833" y="14172"/>
                  </a:cubicBezTo>
                  <a:cubicBezTo>
                    <a:pt x="13833" y="14172"/>
                    <a:pt x="13860" y="14172"/>
                    <a:pt x="13860" y="14206"/>
                  </a:cubicBezTo>
                  <a:cubicBezTo>
                    <a:pt x="13860" y="14206"/>
                    <a:pt x="13860" y="14206"/>
                    <a:pt x="13860" y="14206"/>
                  </a:cubicBezTo>
                  <a:cubicBezTo>
                    <a:pt x="13887" y="14206"/>
                    <a:pt x="13887" y="14240"/>
                    <a:pt x="13887" y="14240"/>
                  </a:cubicBezTo>
                  <a:cubicBezTo>
                    <a:pt x="13887" y="14240"/>
                    <a:pt x="13914" y="14240"/>
                    <a:pt x="13914" y="14274"/>
                  </a:cubicBezTo>
                  <a:cubicBezTo>
                    <a:pt x="13914" y="14274"/>
                    <a:pt x="13914" y="14274"/>
                    <a:pt x="13941" y="14274"/>
                  </a:cubicBezTo>
                  <a:cubicBezTo>
                    <a:pt x="13941" y="14274"/>
                    <a:pt x="13941" y="14309"/>
                    <a:pt x="13941" y="14309"/>
                  </a:cubicBezTo>
                  <a:cubicBezTo>
                    <a:pt x="13941" y="14309"/>
                    <a:pt x="13968" y="14343"/>
                    <a:pt x="13968" y="14343"/>
                  </a:cubicBezTo>
                  <a:cubicBezTo>
                    <a:pt x="13968" y="14343"/>
                    <a:pt x="13968" y="14343"/>
                    <a:pt x="13994" y="14377"/>
                  </a:cubicBezTo>
                  <a:cubicBezTo>
                    <a:pt x="13994" y="14377"/>
                    <a:pt x="13994" y="14377"/>
                    <a:pt x="13994" y="14411"/>
                  </a:cubicBezTo>
                  <a:cubicBezTo>
                    <a:pt x="14021" y="14446"/>
                    <a:pt x="13994" y="14480"/>
                    <a:pt x="14021" y="14548"/>
                  </a:cubicBezTo>
                  <a:cubicBezTo>
                    <a:pt x="14048" y="14583"/>
                    <a:pt x="14075" y="14685"/>
                    <a:pt x="14102" y="14754"/>
                  </a:cubicBezTo>
                  <a:cubicBezTo>
                    <a:pt x="14129" y="14788"/>
                    <a:pt x="14156" y="14891"/>
                    <a:pt x="14210" y="14925"/>
                  </a:cubicBezTo>
                  <a:cubicBezTo>
                    <a:pt x="14263" y="14959"/>
                    <a:pt x="14371" y="15062"/>
                    <a:pt x="14425" y="15096"/>
                  </a:cubicBezTo>
                  <a:cubicBezTo>
                    <a:pt x="14452" y="15096"/>
                    <a:pt x="14452" y="15096"/>
                    <a:pt x="14479" y="15096"/>
                  </a:cubicBezTo>
                  <a:cubicBezTo>
                    <a:pt x="14479" y="15096"/>
                    <a:pt x="14479" y="15096"/>
                    <a:pt x="14479" y="15096"/>
                  </a:cubicBezTo>
                  <a:cubicBezTo>
                    <a:pt x="14506" y="15096"/>
                    <a:pt x="14506" y="15096"/>
                    <a:pt x="14506" y="15096"/>
                  </a:cubicBezTo>
                  <a:cubicBezTo>
                    <a:pt x="14506" y="15096"/>
                    <a:pt x="14506" y="15096"/>
                    <a:pt x="14532" y="15096"/>
                  </a:cubicBezTo>
                  <a:cubicBezTo>
                    <a:pt x="14532" y="15096"/>
                    <a:pt x="14532" y="15096"/>
                    <a:pt x="14532" y="15096"/>
                  </a:cubicBezTo>
                  <a:cubicBezTo>
                    <a:pt x="14532" y="15096"/>
                    <a:pt x="14559" y="15096"/>
                    <a:pt x="14559" y="15096"/>
                  </a:cubicBezTo>
                  <a:cubicBezTo>
                    <a:pt x="14559" y="15096"/>
                    <a:pt x="14559" y="15096"/>
                    <a:pt x="14559" y="15096"/>
                  </a:cubicBezTo>
                  <a:cubicBezTo>
                    <a:pt x="14559" y="15096"/>
                    <a:pt x="14559" y="15096"/>
                    <a:pt x="14559" y="15096"/>
                  </a:cubicBezTo>
                  <a:cubicBezTo>
                    <a:pt x="14559" y="15096"/>
                    <a:pt x="14559" y="15096"/>
                    <a:pt x="14559" y="15096"/>
                  </a:cubicBezTo>
                  <a:cubicBezTo>
                    <a:pt x="14559" y="15062"/>
                    <a:pt x="14559" y="15062"/>
                    <a:pt x="14559" y="15062"/>
                  </a:cubicBezTo>
                  <a:cubicBezTo>
                    <a:pt x="14559" y="15062"/>
                    <a:pt x="14559" y="15062"/>
                    <a:pt x="14559" y="15062"/>
                  </a:cubicBezTo>
                  <a:cubicBezTo>
                    <a:pt x="14559" y="15028"/>
                    <a:pt x="14532" y="15028"/>
                    <a:pt x="14532" y="15028"/>
                  </a:cubicBezTo>
                  <a:cubicBezTo>
                    <a:pt x="14532" y="15028"/>
                    <a:pt x="14532" y="15028"/>
                    <a:pt x="14532" y="14993"/>
                  </a:cubicBezTo>
                  <a:cubicBezTo>
                    <a:pt x="14532" y="14993"/>
                    <a:pt x="14532" y="14993"/>
                    <a:pt x="14532" y="14993"/>
                  </a:cubicBezTo>
                  <a:cubicBezTo>
                    <a:pt x="14532" y="14993"/>
                    <a:pt x="14532" y="14993"/>
                    <a:pt x="14532" y="14993"/>
                  </a:cubicBezTo>
                  <a:cubicBezTo>
                    <a:pt x="14532" y="14993"/>
                    <a:pt x="14532" y="14993"/>
                    <a:pt x="14506" y="14959"/>
                  </a:cubicBezTo>
                  <a:cubicBezTo>
                    <a:pt x="14506" y="14959"/>
                    <a:pt x="14506" y="14959"/>
                    <a:pt x="14506" y="14959"/>
                  </a:cubicBezTo>
                  <a:cubicBezTo>
                    <a:pt x="14506" y="14925"/>
                    <a:pt x="14506" y="14925"/>
                    <a:pt x="14506" y="14925"/>
                  </a:cubicBezTo>
                  <a:cubicBezTo>
                    <a:pt x="14506" y="14925"/>
                    <a:pt x="14506" y="14925"/>
                    <a:pt x="14479" y="14891"/>
                  </a:cubicBezTo>
                  <a:cubicBezTo>
                    <a:pt x="14479" y="14891"/>
                    <a:pt x="14479" y="14891"/>
                    <a:pt x="14479" y="14891"/>
                  </a:cubicBezTo>
                  <a:cubicBezTo>
                    <a:pt x="14479" y="14891"/>
                    <a:pt x="14479" y="14891"/>
                    <a:pt x="14479" y="14891"/>
                  </a:cubicBezTo>
                  <a:cubicBezTo>
                    <a:pt x="14425" y="14822"/>
                    <a:pt x="14398" y="14617"/>
                    <a:pt x="14398" y="14583"/>
                  </a:cubicBezTo>
                  <a:cubicBezTo>
                    <a:pt x="14398" y="14548"/>
                    <a:pt x="14290" y="14446"/>
                    <a:pt x="14210" y="14377"/>
                  </a:cubicBezTo>
                  <a:cubicBezTo>
                    <a:pt x="14183" y="14377"/>
                    <a:pt x="14183" y="14343"/>
                    <a:pt x="14156" y="14343"/>
                  </a:cubicBezTo>
                  <a:cubicBezTo>
                    <a:pt x="14156" y="14343"/>
                    <a:pt x="14156" y="14343"/>
                    <a:pt x="14156" y="14343"/>
                  </a:cubicBezTo>
                  <a:cubicBezTo>
                    <a:pt x="14156" y="14343"/>
                    <a:pt x="14156" y="14343"/>
                    <a:pt x="14156" y="14343"/>
                  </a:cubicBezTo>
                  <a:cubicBezTo>
                    <a:pt x="14129" y="14309"/>
                    <a:pt x="14129" y="14309"/>
                    <a:pt x="14129" y="14309"/>
                  </a:cubicBezTo>
                  <a:cubicBezTo>
                    <a:pt x="14129" y="14309"/>
                    <a:pt x="14129" y="14309"/>
                    <a:pt x="14102" y="14309"/>
                  </a:cubicBezTo>
                  <a:cubicBezTo>
                    <a:pt x="14102" y="14309"/>
                    <a:pt x="14102" y="14309"/>
                    <a:pt x="14102" y="14309"/>
                  </a:cubicBezTo>
                  <a:cubicBezTo>
                    <a:pt x="14075" y="14274"/>
                    <a:pt x="14075" y="14274"/>
                    <a:pt x="14048" y="14274"/>
                  </a:cubicBezTo>
                  <a:cubicBezTo>
                    <a:pt x="13994" y="14240"/>
                    <a:pt x="13914" y="14001"/>
                    <a:pt x="13887" y="13932"/>
                  </a:cubicBezTo>
                  <a:cubicBezTo>
                    <a:pt x="13860" y="13898"/>
                    <a:pt x="13833" y="13898"/>
                    <a:pt x="13833" y="13932"/>
                  </a:cubicBezTo>
                  <a:cubicBezTo>
                    <a:pt x="13806" y="13932"/>
                    <a:pt x="13779" y="13795"/>
                    <a:pt x="13779" y="13761"/>
                  </a:cubicBezTo>
                  <a:cubicBezTo>
                    <a:pt x="13806" y="13727"/>
                    <a:pt x="13806" y="13693"/>
                    <a:pt x="13833" y="13624"/>
                  </a:cubicBezTo>
                  <a:cubicBezTo>
                    <a:pt x="13833" y="13556"/>
                    <a:pt x="13860" y="13316"/>
                    <a:pt x="13860" y="13282"/>
                  </a:cubicBezTo>
                  <a:cubicBezTo>
                    <a:pt x="13887" y="13248"/>
                    <a:pt x="13914" y="13316"/>
                    <a:pt x="13941" y="13350"/>
                  </a:cubicBezTo>
                  <a:cubicBezTo>
                    <a:pt x="13968" y="13384"/>
                    <a:pt x="13968" y="13350"/>
                    <a:pt x="13994" y="13350"/>
                  </a:cubicBezTo>
                  <a:cubicBezTo>
                    <a:pt x="14021" y="13350"/>
                    <a:pt x="14048" y="13419"/>
                    <a:pt x="14075" y="13487"/>
                  </a:cubicBezTo>
                  <a:cubicBezTo>
                    <a:pt x="14102" y="13521"/>
                    <a:pt x="14102" y="13487"/>
                    <a:pt x="14129" y="13487"/>
                  </a:cubicBezTo>
                  <a:cubicBezTo>
                    <a:pt x="14129" y="13487"/>
                    <a:pt x="14156" y="13487"/>
                    <a:pt x="14156" y="13487"/>
                  </a:cubicBezTo>
                  <a:cubicBezTo>
                    <a:pt x="14156" y="13487"/>
                    <a:pt x="14156" y="13487"/>
                    <a:pt x="14156" y="13487"/>
                  </a:cubicBezTo>
                  <a:cubicBezTo>
                    <a:pt x="14156" y="13521"/>
                    <a:pt x="14156" y="13521"/>
                    <a:pt x="14156" y="13521"/>
                  </a:cubicBezTo>
                  <a:cubicBezTo>
                    <a:pt x="14156" y="13521"/>
                    <a:pt x="14183" y="13521"/>
                    <a:pt x="14183" y="13556"/>
                  </a:cubicBezTo>
                  <a:cubicBezTo>
                    <a:pt x="14183" y="13556"/>
                    <a:pt x="14183" y="13556"/>
                    <a:pt x="14183" y="13556"/>
                  </a:cubicBezTo>
                  <a:cubicBezTo>
                    <a:pt x="14183" y="13556"/>
                    <a:pt x="14183" y="13590"/>
                    <a:pt x="14210" y="13590"/>
                  </a:cubicBezTo>
                  <a:cubicBezTo>
                    <a:pt x="14210" y="13590"/>
                    <a:pt x="14210" y="13590"/>
                    <a:pt x="14210" y="13590"/>
                  </a:cubicBezTo>
                  <a:cubicBezTo>
                    <a:pt x="14210" y="13624"/>
                    <a:pt x="14210" y="13624"/>
                    <a:pt x="14237" y="13624"/>
                  </a:cubicBezTo>
                  <a:cubicBezTo>
                    <a:pt x="14237" y="13658"/>
                    <a:pt x="14237" y="13658"/>
                    <a:pt x="14237" y="13658"/>
                  </a:cubicBezTo>
                  <a:cubicBezTo>
                    <a:pt x="14263" y="13727"/>
                    <a:pt x="14317" y="13624"/>
                    <a:pt x="14371" y="13693"/>
                  </a:cubicBezTo>
                  <a:cubicBezTo>
                    <a:pt x="14371" y="13693"/>
                    <a:pt x="14371" y="13693"/>
                    <a:pt x="14398" y="13727"/>
                  </a:cubicBezTo>
                  <a:cubicBezTo>
                    <a:pt x="14398" y="13727"/>
                    <a:pt x="14398" y="13727"/>
                    <a:pt x="14398" y="13727"/>
                  </a:cubicBezTo>
                  <a:cubicBezTo>
                    <a:pt x="14398" y="13727"/>
                    <a:pt x="14398" y="13727"/>
                    <a:pt x="14398" y="13761"/>
                  </a:cubicBezTo>
                  <a:cubicBezTo>
                    <a:pt x="14398" y="13761"/>
                    <a:pt x="14425" y="13761"/>
                    <a:pt x="14425" y="13761"/>
                  </a:cubicBezTo>
                  <a:cubicBezTo>
                    <a:pt x="14425" y="13761"/>
                    <a:pt x="14452" y="13761"/>
                    <a:pt x="14452" y="13795"/>
                  </a:cubicBezTo>
                  <a:cubicBezTo>
                    <a:pt x="14452" y="13795"/>
                    <a:pt x="14479" y="13795"/>
                    <a:pt x="14479" y="13829"/>
                  </a:cubicBezTo>
                  <a:cubicBezTo>
                    <a:pt x="14506" y="13829"/>
                    <a:pt x="14452" y="14001"/>
                    <a:pt x="14479" y="14035"/>
                  </a:cubicBezTo>
                  <a:cubicBezTo>
                    <a:pt x="14506" y="14069"/>
                    <a:pt x="14559" y="13966"/>
                    <a:pt x="14559" y="13932"/>
                  </a:cubicBezTo>
                  <a:cubicBezTo>
                    <a:pt x="14559" y="13898"/>
                    <a:pt x="14640" y="13898"/>
                    <a:pt x="14640" y="13898"/>
                  </a:cubicBezTo>
                  <a:cubicBezTo>
                    <a:pt x="14667" y="13864"/>
                    <a:pt x="14667" y="13795"/>
                    <a:pt x="14667" y="13761"/>
                  </a:cubicBezTo>
                  <a:cubicBezTo>
                    <a:pt x="14694" y="13693"/>
                    <a:pt x="14721" y="13727"/>
                    <a:pt x="14775" y="13727"/>
                  </a:cubicBezTo>
                  <a:cubicBezTo>
                    <a:pt x="14801" y="13727"/>
                    <a:pt x="14882" y="13624"/>
                    <a:pt x="14909" y="13590"/>
                  </a:cubicBezTo>
                  <a:cubicBezTo>
                    <a:pt x="14936" y="13521"/>
                    <a:pt x="14936" y="13316"/>
                    <a:pt x="14909" y="13282"/>
                  </a:cubicBezTo>
                  <a:cubicBezTo>
                    <a:pt x="14909" y="13213"/>
                    <a:pt x="14855" y="13042"/>
                    <a:pt x="14828" y="13008"/>
                  </a:cubicBezTo>
                  <a:cubicBezTo>
                    <a:pt x="14801" y="12939"/>
                    <a:pt x="14694" y="12837"/>
                    <a:pt x="14640" y="12803"/>
                  </a:cubicBezTo>
                  <a:cubicBezTo>
                    <a:pt x="14613" y="12803"/>
                    <a:pt x="14586" y="12734"/>
                    <a:pt x="14532" y="12631"/>
                  </a:cubicBezTo>
                  <a:cubicBezTo>
                    <a:pt x="14479" y="12563"/>
                    <a:pt x="14479" y="12563"/>
                    <a:pt x="14425" y="12494"/>
                  </a:cubicBezTo>
                  <a:cubicBezTo>
                    <a:pt x="14371" y="12460"/>
                    <a:pt x="14398" y="12460"/>
                    <a:pt x="14398" y="12392"/>
                  </a:cubicBezTo>
                  <a:cubicBezTo>
                    <a:pt x="14398" y="12358"/>
                    <a:pt x="14398" y="12323"/>
                    <a:pt x="14398" y="12289"/>
                  </a:cubicBezTo>
                  <a:cubicBezTo>
                    <a:pt x="14425" y="12289"/>
                    <a:pt x="14425" y="12255"/>
                    <a:pt x="14452" y="12221"/>
                  </a:cubicBezTo>
                  <a:cubicBezTo>
                    <a:pt x="14452" y="12186"/>
                    <a:pt x="14452" y="12186"/>
                    <a:pt x="14479" y="12186"/>
                  </a:cubicBezTo>
                  <a:cubicBezTo>
                    <a:pt x="14479" y="12186"/>
                    <a:pt x="14479" y="12186"/>
                    <a:pt x="14479" y="12186"/>
                  </a:cubicBezTo>
                  <a:cubicBezTo>
                    <a:pt x="14479" y="12186"/>
                    <a:pt x="14479" y="12186"/>
                    <a:pt x="14479" y="12152"/>
                  </a:cubicBezTo>
                  <a:cubicBezTo>
                    <a:pt x="14479" y="12152"/>
                    <a:pt x="14506" y="12152"/>
                    <a:pt x="14506" y="12152"/>
                  </a:cubicBezTo>
                  <a:cubicBezTo>
                    <a:pt x="14506" y="12152"/>
                    <a:pt x="14506" y="12152"/>
                    <a:pt x="14506" y="12152"/>
                  </a:cubicBezTo>
                  <a:cubicBezTo>
                    <a:pt x="14506" y="12152"/>
                    <a:pt x="14506" y="12152"/>
                    <a:pt x="14532" y="12152"/>
                  </a:cubicBezTo>
                  <a:cubicBezTo>
                    <a:pt x="14532" y="12152"/>
                    <a:pt x="14532" y="12152"/>
                    <a:pt x="14532" y="12118"/>
                  </a:cubicBezTo>
                  <a:cubicBezTo>
                    <a:pt x="14532" y="12118"/>
                    <a:pt x="14532" y="12118"/>
                    <a:pt x="14559" y="12118"/>
                  </a:cubicBezTo>
                  <a:cubicBezTo>
                    <a:pt x="14559" y="12118"/>
                    <a:pt x="14586" y="12118"/>
                    <a:pt x="14613" y="12084"/>
                  </a:cubicBezTo>
                  <a:cubicBezTo>
                    <a:pt x="14613" y="12084"/>
                    <a:pt x="14613" y="12084"/>
                    <a:pt x="14613" y="12084"/>
                  </a:cubicBezTo>
                  <a:cubicBezTo>
                    <a:pt x="14613" y="12084"/>
                    <a:pt x="14613" y="12084"/>
                    <a:pt x="14613" y="12084"/>
                  </a:cubicBezTo>
                  <a:cubicBezTo>
                    <a:pt x="14613" y="12084"/>
                    <a:pt x="14640" y="12084"/>
                    <a:pt x="14640" y="12084"/>
                  </a:cubicBezTo>
                  <a:cubicBezTo>
                    <a:pt x="14667" y="12049"/>
                    <a:pt x="14667" y="12118"/>
                    <a:pt x="14694" y="12118"/>
                  </a:cubicBezTo>
                  <a:cubicBezTo>
                    <a:pt x="14721" y="12118"/>
                    <a:pt x="14748" y="12084"/>
                    <a:pt x="14775" y="12084"/>
                  </a:cubicBezTo>
                  <a:cubicBezTo>
                    <a:pt x="14801" y="12084"/>
                    <a:pt x="14801" y="12084"/>
                    <a:pt x="14801" y="12152"/>
                  </a:cubicBezTo>
                  <a:cubicBezTo>
                    <a:pt x="14801" y="12221"/>
                    <a:pt x="14882" y="12221"/>
                    <a:pt x="14882" y="12186"/>
                  </a:cubicBezTo>
                  <a:cubicBezTo>
                    <a:pt x="14882" y="12152"/>
                    <a:pt x="14882" y="12152"/>
                    <a:pt x="14909" y="12118"/>
                  </a:cubicBezTo>
                  <a:cubicBezTo>
                    <a:pt x="14936" y="12084"/>
                    <a:pt x="14990" y="12084"/>
                    <a:pt x="15044" y="12084"/>
                  </a:cubicBezTo>
                  <a:cubicBezTo>
                    <a:pt x="15097" y="12084"/>
                    <a:pt x="15205" y="12015"/>
                    <a:pt x="15205" y="12015"/>
                  </a:cubicBezTo>
                  <a:cubicBezTo>
                    <a:pt x="15232" y="11981"/>
                    <a:pt x="15205" y="11947"/>
                    <a:pt x="15205" y="11913"/>
                  </a:cubicBezTo>
                  <a:cubicBezTo>
                    <a:pt x="15205" y="11913"/>
                    <a:pt x="15259" y="11947"/>
                    <a:pt x="15286" y="11947"/>
                  </a:cubicBezTo>
                  <a:cubicBezTo>
                    <a:pt x="15339" y="11947"/>
                    <a:pt x="15339" y="11878"/>
                    <a:pt x="15366" y="11878"/>
                  </a:cubicBezTo>
                  <a:cubicBezTo>
                    <a:pt x="15366" y="11844"/>
                    <a:pt x="15420" y="11878"/>
                    <a:pt x="15447" y="11878"/>
                  </a:cubicBezTo>
                  <a:cubicBezTo>
                    <a:pt x="15501" y="11878"/>
                    <a:pt x="15528" y="11844"/>
                    <a:pt x="15528" y="11810"/>
                  </a:cubicBezTo>
                  <a:cubicBezTo>
                    <a:pt x="15528" y="11810"/>
                    <a:pt x="15555" y="11776"/>
                    <a:pt x="15581" y="11776"/>
                  </a:cubicBezTo>
                  <a:cubicBezTo>
                    <a:pt x="15608" y="11776"/>
                    <a:pt x="15662" y="11707"/>
                    <a:pt x="15689" y="11673"/>
                  </a:cubicBezTo>
                  <a:cubicBezTo>
                    <a:pt x="15689" y="11639"/>
                    <a:pt x="15689" y="11604"/>
                    <a:pt x="15716" y="11604"/>
                  </a:cubicBezTo>
                  <a:cubicBezTo>
                    <a:pt x="15770" y="11570"/>
                    <a:pt x="15743" y="11536"/>
                    <a:pt x="15743" y="11502"/>
                  </a:cubicBezTo>
                  <a:cubicBezTo>
                    <a:pt x="15743" y="11502"/>
                    <a:pt x="15797" y="11468"/>
                    <a:pt x="15824" y="11433"/>
                  </a:cubicBezTo>
                  <a:cubicBezTo>
                    <a:pt x="15850" y="11399"/>
                    <a:pt x="15824" y="11365"/>
                    <a:pt x="15824" y="11365"/>
                  </a:cubicBezTo>
                  <a:cubicBezTo>
                    <a:pt x="15850" y="11331"/>
                    <a:pt x="15850" y="11194"/>
                    <a:pt x="15850" y="11159"/>
                  </a:cubicBezTo>
                  <a:cubicBezTo>
                    <a:pt x="15850" y="11125"/>
                    <a:pt x="15904" y="11091"/>
                    <a:pt x="15958" y="11057"/>
                  </a:cubicBezTo>
                  <a:cubicBezTo>
                    <a:pt x="15985" y="11057"/>
                    <a:pt x="15985" y="11057"/>
                    <a:pt x="15985" y="10988"/>
                  </a:cubicBezTo>
                  <a:cubicBezTo>
                    <a:pt x="15985" y="10954"/>
                    <a:pt x="16012" y="10920"/>
                    <a:pt x="16012" y="10886"/>
                  </a:cubicBezTo>
                  <a:cubicBezTo>
                    <a:pt x="16039" y="10886"/>
                    <a:pt x="16012" y="10817"/>
                    <a:pt x="15985" y="10783"/>
                  </a:cubicBezTo>
                  <a:cubicBezTo>
                    <a:pt x="15985" y="10783"/>
                    <a:pt x="15904" y="10783"/>
                    <a:pt x="15877" y="10749"/>
                  </a:cubicBezTo>
                  <a:cubicBezTo>
                    <a:pt x="15850" y="10714"/>
                    <a:pt x="15958" y="10612"/>
                    <a:pt x="15958" y="10612"/>
                  </a:cubicBezTo>
                  <a:cubicBezTo>
                    <a:pt x="15958" y="10577"/>
                    <a:pt x="15904" y="10543"/>
                    <a:pt x="15904" y="10509"/>
                  </a:cubicBezTo>
                  <a:cubicBezTo>
                    <a:pt x="15877" y="10509"/>
                    <a:pt x="15904" y="10509"/>
                    <a:pt x="15904" y="10509"/>
                  </a:cubicBezTo>
                  <a:cubicBezTo>
                    <a:pt x="15931" y="10475"/>
                    <a:pt x="15877" y="10372"/>
                    <a:pt x="15824" y="10372"/>
                  </a:cubicBezTo>
                  <a:cubicBezTo>
                    <a:pt x="15797" y="10338"/>
                    <a:pt x="15743" y="10269"/>
                    <a:pt x="15716" y="10235"/>
                  </a:cubicBezTo>
                  <a:cubicBezTo>
                    <a:pt x="15689" y="10167"/>
                    <a:pt x="15635" y="10064"/>
                    <a:pt x="15581" y="10030"/>
                  </a:cubicBezTo>
                  <a:cubicBezTo>
                    <a:pt x="15555" y="9996"/>
                    <a:pt x="15555" y="9961"/>
                    <a:pt x="15581" y="9927"/>
                  </a:cubicBezTo>
                  <a:cubicBezTo>
                    <a:pt x="15581" y="9893"/>
                    <a:pt x="15635" y="9824"/>
                    <a:pt x="15635" y="9790"/>
                  </a:cubicBezTo>
                  <a:cubicBezTo>
                    <a:pt x="15635" y="9756"/>
                    <a:pt x="15662" y="9722"/>
                    <a:pt x="15716" y="9722"/>
                  </a:cubicBezTo>
                  <a:cubicBezTo>
                    <a:pt x="15743" y="9722"/>
                    <a:pt x="15824" y="9687"/>
                    <a:pt x="15877" y="9687"/>
                  </a:cubicBezTo>
                  <a:cubicBezTo>
                    <a:pt x="15931" y="9653"/>
                    <a:pt x="15904" y="9619"/>
                    <a:pt x="15850" y="9619"/>
                  </a:cubicBezTo>
                  <a:cubicBezTo>
                    <a:pt x="15797" y="9619"/>
                    <a:pt x="15716" y="9585"/>
                    <a:pt x="15689" y="9551"/>
                  </a:cubicBezTo>
                  <a:cubicBezTo>
                    <a:pt x="15635" y="9551"/>
                    <a:pt x="15555" y="9619"/>
                    <a:pt x="15528" y="9653"/>
                  </a:cubicBezTo>
                  <a:cubicBezTo>
                    <a:pt x="15501" y="9653"/>
                    <a:pt x="15447" y="9619"/>
                    <a:pt x="15420" y="9551"/>
                  </a:cubicBezTo>
                  <a:cubicBezTo>
                    <a:pt x="15393" y="9482"/>
                    <a:pt x="15313" y="9448"/>
                    <a:pt x="15286" y="9379"/>
                  </a:cubicBezTo>
                  <a:cubicBezTo>
                    <a:pt x="15259" y="9345"/>
                    <a:pt x="15232" y="9345"/>
                    <a:pt x="15286" y="9311"/>
                  </a:cubicBezTo>
                  <a:cubicBezTo>
                    <a:pt x="15339" y="9311"/>
                    <a:pt x="15393" y="9311"/>
                    <a:pt x="15420" y="9311"/>
                  </a:cubicBezTo>
                  <a:cubicBezTo>
                    <a:pt x="15474" y="9277"/>
                    <a:pt x="15420" y="9242"/>
                    <a:pt x="15447" y="9174"/>
                  </a:cubicBezTo>
                  <a:cubicBezTo>
                    <a:pt x="15474" y="9140"/>
                    <a:pt x="15608" y="9037"/>
                    <a:pt x="15608" y="9037"/>
                  </a:cubicBezTo>
                  <a:cubicBezTo>
                    <a:pt x="15635" y="9003"/>
                    <a:pt x="15662" y="9003"/>
                    <a:pt x="15662" y="9003"/>
                  </a:cubicBezTo>
                  <a:cubicBezTo>
                    <a:pt x="15689" y="9003"/>
                    <a:pt x="15716" y="9037"/>
                    <a:pt x="15716" y="9071"/>
                  </a:cubicBezTo>
                  <a:cubicBezTo>
                    <a:pt x="15743" y="9106"/>
                    <a:pt x="15689" y="9174"/>
                    <a:pt x="15689" y="9174"/>
                  </a:cubicBezTo>
                  <a:cubicBezTo>
                    <a:pt x="15662" y="9208"/>
                    <a:pt x="15689" y="9208"/>
                    <a:pt x="15689" y="9242"/>
                  </a:cubicBezTo>
                  <a:cubicBezTo>
                    <a:pt x="15716" y="9311"/>
                    <a:pt x="15689" y="9311"/>
                    <a:pt x="15716" y="9345"/>
                  </a:cubicBezTo>
                  <a:cubicBezTo>
                    <a:pt x="15743" y="9345"/>
                    <a:pt x="15850" y="9242"/>
                    <a:pt x="15904" y="9208"/>
                  </a:cubicBezTo>
                  <a:cubicBezTo>
                    <a:pt x="15904" y="9208"/>
                    <a:pt x="15931" y="9208"/>
                    <a:pt x="15931" y="9208"/>
                  </a:cubicBezTo>
                  <a:cubicBezTo>
                    <a:pt x="15931" y="9208"/>
                    <a:pt x="15931" y="9208"/>
                    <a:pt x="15931" y="9208"/>
                  </a:cubicBezTo>
                  <a:cubicBezTo>
                    <a:pt x="15958" y="9208"/>
                    <a:pt x="15958" y="9208"/>
                    <a:pt x="15958" y="9208"/>
                  </a:cubicBezTo>
                  <a:cubicBezTo>
                    <a:pt x="15958" y="9208"/>
                    <a:pt x="15958" y="9208"/>
                    <a:pt x="15958" y="9208"/>
                  </a:cubicBezTo>
                  <a:cubicBezTo>
                    <a:pt x="15985" y="9208"/>
                    <a:pt x="15985" y="9208"/>
                    <a:pt x="15985" y="9208"/>
                  </a:cubicBezTo>
                  <a:cubicBezTo>
                    <a:pt x="15985" y="9208"/>
                    <a:pt x="15985" y="9208"/>
                    <a:pt x="15985" y="9208"/>
                  </a:cubicBezTo>
                  <a:cubicBezTo>
                    <a:pt x="15985" y="9208"/>
                    <a:pt x="15985" y="9208"/>
                    <a:pt x="15985" y="9208"/>
                  </a:cubicBezTo>
                  <a:cubicBezTo>
                    <a:pt x="15985" y="9208"/>
                    <a:pt x="15985" y="9208"/>
                    <a:pt x="15985" y="9208"/>
                  </a:cubicBezTo>
                  <a:cubicBezTo>
                    <a:pt x="15985" y="9208"/>
                    <a:pt x="16012" y="9208"/>
                    <a:pt x="16012" y="9208"/>
                  </a:cubicBezTo>
                  <a:cubicBezTo>
                    <a:pt x="16012" y="9208"/>
                    <a:pt x="16012" y="9208"/>
                    <a:pt x="16012" y="9208"/>
                  </a:cubicBezTo>
                  <a:cubicBezTo>
                    <a:pt x="16039" y="9242"/>
                    <a:pt x="16066" y="9242"/>
                    <a:pt x="16093" y="9242"/>
                  </a:cubicBezTo>
                  <a:cubicBezTo>
                    <a:pt x="16119" y="9242"/>
                    <a:pt x="16093" y="9311"/>
                    <a:pt x="16093" y="9345"/>
                  </a:cubicBezTo>
                  <a:cubicBezTo>
                    <a:pt x="16119" y="9379"/>
                    <a:pt x="16066" y="9448"/>
                    <a:pt x="16066" y="9482"/>
                  </a:cubicBezTo>
                  <a:cubicBezTo>
                    <a:pt x="16066" y="9482"/>
                    <a:pt x="16066" y="9482"/>
                    <a:pt x="16066" y="9482"/>
                  </a:cubicBezTo>
                  <a:cubicBezTo>
                    <a:pt x="16093" y="9482"/>
                    <a:pt x="16093" y="9482"/>
                    <a:pt x="16093" y="9482"/>
                  </a:cubicBezTo>
                  <a:cubicBezTo>
                    <a:pt x="16093" y="9482"/>
                    <a:pt x="16093" y="9482"/>
                    <a:pt x="16093" y="9482"/>
                  </a:cubicBezTo>
                  <a:cubicBezTo>
                    <a:pt x="16093" y="9482"/>
                    <a:pt x="16093" y="9516"/>
                    <a:pt x="16119" y="9516"/>
                  </a:cubicBezTo>
                  <a:cubicBezTo>
                    <a:pt x="16119" y="9516"/>
                    <a:pt x="16119" y="9516"/>
                    <a:pt x="16119" y="9516"/>
                  </a:cubicBezTo>
                  <a:cubicBezTo>
                    <a:pt x="16146" y="9516"/>
                    <a:pt x="16146" y="9516"/>
                    <a:pt x="16146" y="9516"/>
                  </a:cubicBezTo>
                  <a:cubicBezTo>
                    <a:pt x="16146" y="9516"/>
                    <a:pt x="16173" y="9516"/>
                    <a:pt x="16173" y="9516"/>
                  </a:cubicBezTo>
                  <a:cubicBezTo>
                    <a:pt x="16173" y="9516"/>
                    <a:pt x="16173" y="9516"/>
                    <a:pt x="16173" y="9516"/>
                  </a:cubicBezTo>
                  <a:cubicBezTo>
                    <a:pt x="16200" y="9516"/>
                    <a:pt x="16227" y="9551"/>
                    <a:pt x="16254" y="9551"/>
                  </a:cubicBezTo>
                  <a:cubicBezTo>
                    <a:pt x="16254" y="9551"/>
                    <a:pt x="16254" y="9551"/>
                    <a:pt x="16281" y="9551"/>
                  </a:cubicBezTo>
                  <a:cubicBezTo>
                    <a:pt x="16281" y="9551"/>
                    <a:pt x="16281" y="9551"/>
                    <a:pt x="16281" y="9551"/>
                  </a:cubicBezTo>
                  <a:cubicBezTo>
                    <a:pt x="16281" y="9551"/>
                    <a:pt x="16281" y="9551"/>
                    <a:pt x="16281" y="9551"/>
                  </a:cubicBezTo>
                  <a:cubicBezTo>
                    <a:pt x="16308" y="9551"/>
                    <a:pt x="16335" y="9653"/>
                    <a:pt x="16335" y="9653"/>
                  </a:cubicBezTo>
                  <a:cubicBezTo>
                    <a:pt x="16335" y="9687"/>
                    <a:pt x="16308" y="9653"/>
                    <a:pt x="16281" y="9653"/>
                  </a:cubicBezTo>
                  <a:cubicBezTo>
                    <a:pt x="16254" y="9687"/>
                    <a:pt x="16335" y="9790"/>
                    <a:pt x="16335" y="9824"/>
                  </a:cubicBezTo>
                  <a:cubicBezTo>
                    <a:pt x="16362" y="9859"/>
                    <a:pt x="16335" y="9927"/>
                    <a:pt x="16335" y="9961"/>
                  </a:cubicBezTo>
                  <a:cubicBezTo>
                    <a:pt x="16335" y="10030"/>
                    <a:pt x="16362" y="10098"/>
                    <a:pt x="16388" y="10098"/>
                  </a:cubicBezTo>
                  <a:cubicBezTo>
                    <a:pt x="16415" y="10098"/>
                    <a:pt x="16469" y="10030"/>
                    <a:pt x="16496" y="10030"/>
                  </a:cubicBezTo>
                  <a:cubicBezTo>
                    <a:pt x="16496" y="9996"/>
                    <a:pt x="16550" y="10030"/>
                    <a:pt x="16577" y="10030"/>
                  </a:cubicBezTo>
                  <a:cubicBezTo>
                    <a:pt x="16604" y="10030"/>
                    <a:pt x="16631" y="9961"/>
                    <a:pt x="16657" y="9927"/>
                  </a:cubicBezTo>
                  <a:cubicBezTo>
                    <a:pt x="16657" y="9859"/>
                    <a:pt x="16631" y="9790"/>
                    <a:pt x="16604" y="9756"/>
                  </a:cubicBezTo>
                  <a:cubicBezTo>
                    <a:pt x="16604" y="9687"/>
                    <a:pt x="16577" y="9585"/>
                    <a:pt x="16550" y="9516"/>
                  </a:cubicBezTo>
                  <a:cubicBezTo>
                    <a:pt x="16550" y="9516"/>
                    <a:pt x="16550" y="9516"/>
                    <a:pt x="16550" y="9516"/>
                  </a:cubicBezTo>
                  <a:cubicBezTo>
                    <a:pt x="16550" y="9516"/>
                    <a:pt x="16550" y="9516"/>
                    <a:pt x="16550" y="9516"/>
                  </a:cubicBezTo>
                  <a:cubicBezTo>
                    <a:pt x="16523" y="9448"/>
                    <a:pt x="16469" y="9414"/>
                    <a:pt x="16442" y="9345"/>
                  </a:cubicBezTo>
                  <a:cubicBezTo>
                    <a:pt x="16442" y="9345"/>
                    <a:pt x="16442" y="9345"/>
                    <a:pt x="16415" y="9345"/>
                  </a:cubicBezTo>
                  <a:cubicBezTo>
                    <a:pt x="16415" y="9345"/>
                    <a:pt x="16415" y="9345"/>
                    <a:pt x="16388" y="9311"/>
                  </a:cubicBezTo>
                  <a:cubicBezTo>
                    <a:pt x="16308" y="9277"/>
                    <a:pt x="16335" y="9242"/>
                    <a:pt x="16335" y="9208"/>
                  </a:cubicBezTo>
                  <a:cubicBezTo>
                    <a:pt x="16362" y="9174"/>
                    <a:pt x="16415" y="9174"/>
                    <a:pt x="16442" y="9140"/>
                  </a:cubicBezTo>
                  <a:cubicBezTo>
                    <a:pt x="16469" y="9106"/>
                    <a:pt x="16523" y="8969"/>
                    <a:pt x="16523" y="8934"/>
                  </a:cubicBezTo>
                  <a:cubicBezTo>
                    <a:pt x="16550" y="8900"/>
                    <a:pt x="16577" y="8763"/>
                    <a:pt x="16577" y="8763"/>
                  </a:cubicBezTo>
                  <a:cubicBezTo>
                    <a:pt x="16577" y="8763"/>
                    <a:pt x="16577" y="8729"/>
                    <a:pt x="16577" y="8729"/>
                  </a:cubicBezTo>
                  <a:cubicBezTo>
                    <a:pt x="16604" y="8729"/>
                    <a:pt x="16631" y="8729"/>
                    <a:pt x="16657" y="8695"/>
                  </a:cubicBezTo>
                  <a:cubicBezTo>
                    <a:pt x="16657" y="8695"/>
                    <a:pt x="16657" y="8695"/>
                    <a:pt x="16657" y="8695"/>
                  </a:cubicBezTo>
                  <a:cubicBezTo>
                    <a:pt x="16657" y="8695"/>
                    <a:pt x="16657" y="8695"/>
                    <a:pt x="16657" y="8695"/>
                  </a:cubicBezTo>
                  <a:cubicBezTo>
                    <a:pt x="16684" y="8695"/>
                    <a:pt x="16684" y="8626"/>
                    <a:pt x="16711" y="8592"/>
                  </a:cubicBezTo>
                  <a:cubicBezTo>
                    <a:pt x="16711" y="8592"/>
                    <a:pt x="16765" y="8661"/>
                    <a:pt x="16792" y="8695"/>
                  </a:cubicBezTo>
                  <a:cubicBezTo>
                    <a:pt x="16846" y="8729"/>
                    <a:pt x="16953" y="8661"/>
                    <a:pt x="16980" y="8661"/>
                  </a:cubicBezTo>
                  <a:cubicBezTo>
                    <a:pt x="17007" y="8626"/>
                    <a:pt x="17061" y="8524"/>
                    <a:pt x="17088" y="8489"/>
                  </a:cubicBezTo>
                  <a:cubicBezTo>
                    <a:pt x="17088" y="8455"/>
                    <a:pt x="17142" y="8387"/>
                    <a:pt x="17142" y="8352"/>
                  </a:cubicBezTo>
                  <a:cubicBezTo>
                    <a:pt x="17169" y="8318"/>
                    <a:pt x="17195" y="8284"/>
                    <a:pt x="17249" y="8250"/>
                  </a:cubicBezTo>
                  <a:cubicBezTo>
                    <a:pt x="17276" y="8216"/>
                    <a:pt x="17303" y="8079"/>
                    <a:pt x="17303" y="8044"/>
                  </a:cubicBezTo>
                  <a:cubicBezTo>
                    <a:pt x="17303" y="8010"/>
                    <a:pt x="17357" y="7907"/>
                    <a:pt x="17384" y="7839"/>
                  </a:cubicBezTo>
                  <a:cubicBezTo>
                    <a:pt x="17384" y="7771"/>
                    <a:pt x="17411" y="7771"/>
                    <a:pt x="17438" y="7736"/>
                  </a:cubicBezTo>
                  <a:cubicBezTo>
                    <a:pt x="17464" y="7702"/>
                    <a:pt x="17411" y="7497"/>
                    <a:pt x="17411" y="7394"/>
                  </a:cubicBezTo>
                  <a:cubicBezTo>
                    <a:pt x="17411" y="7291"/>
                    <a:pt x="17384" y="7257"/>
                    <a:pt x="17384" y="7189"/>
                  </a:cubicBezTo>
                  <a:cubicBezTo>
                    <a:pt x="17384" y="7120"/>
                    <a:pt x="17438" y="7017"/>
                    <a:pt x="17438" y="6983"/>
                  </a:cubicBezTo>
                  <a:cubicBezTo>
                    <a:pt x="17438" y="6949"/>
                    <a:pt x="17384" y="6915"/>
                    <a:pt x="17384" y="6915"/>
                  </a:cubicBezTo>
                  <a:cubicBezTo>
                    <a:pt x="17357" y="6949"/>
                    <a:pt x="17330" y="6812"/>
                    <a:pt x="17303" y="6778"/>
                  </a:cubicBezTo>
                  <a:cubicBezTo>
                    <a:pt x="17276" y="6778"/>
                    <a:pt x="17303" y="6778"/>
                    <a:pt x="17330" y="6744"/>
                  </a:cubicBezTo>
                  <a:cubicBezTo>
                    <a:pt x="17330" y="6744"/>
                    <a:pt x="17249" y="6675"/>
                    <a:pt x="17195" y="6675"/>
                  </a:cubicBezTo>
                  <a:cubicBezTo>
                    <a:pt x="17169" y="6641"/>
                    <a:pt x="17169" y="6572"/>
                    <a:pt x="17142" y="6572"/>
                  </a:cubicBezTo>
                  <a:cubicBezTo>
                    <a:pt x="17088" y="6538"/>
                    <a:pt x="17007" y="6504"/>
                    <a:pt x="16980" y="6504"/>
                  </a:cubicBezTo>
                  <a:cubicBezTo>
                    <a:pt x="16953" y="6504"/>
                    <a:pt x="17034" y="6607"/>
                    <a:pt x="17007" y="6607"/>
                  </a:cubicBezTo>
                  <a:cubicBezTo>
                    <a:pt x="16980" y="6607"/>
                    <a:pt x="16953" y="6641"/>
                    <a:pt x="16900" y="6641"/>
                  </a:cubicBezTo>
                  <a:cubicBezTo>
                    <a:pt x="16846" y="6641"/>
                    <a:pt x="16900" y="6607"/>
                    <a:pt x="16900" y="6607"/>
                  </a:cubicBezTo>
                  <a:cubicBezTo>
                    <a:pt x="16900" y="6572"/>
                    <a:pt x="16819" y="6607"/>
                    <a:pt x="16792" y="6607"/>
                  </a:cubicBezTo>
                  <a:cubicBezTo>
                    <a:pt x="16765" y="6607"/>
                    <a:pt x="16819" y="6538"/>
                    <a:pt x="16792" y="6538"/>
                  </a:cubicBezTo>
                  <a:cubicBezTo>
                    <a:pt x="16792" y="6504"/>
                    <a:pt x="16765" y="6504"/>
                    <a:pt x="16765" y="6538"/>
                  </a:cubicBezTo>
                  <a:cubicBezTo>
                    <a:pt x="16738" y="6538"/>
                    <a:pt x="16657" y="6470"/>
                    <a:pt x="16631" y="6470"/>
                  </a:cubicBezTo>
                  <a:cubicBezTo>
                    <a:pt x="16604" y="6504"/>
                    <a:pt x="16577" y="6435"/>
                    <a:pt x="16631" y="6401"/>
                  </a:cubicBezTo>
                  <a:cubicBezTo>
                    <a:pt x="16711" y="6333"/>
                    <a:pt x="16846" y="6162"/>
                    <a:pt x="16846" y="6127"/>
                  </a:cubicBezTo>
                  <a:cubicBezTo>
                    <a:pt x="16846" y="6059"/>
                    <a:pt x="16953" y="5990"/>
                    <a:pt x="16980" y="5956"/>
                  </a:cubicBezTo>
                  <a:cubicBezTo>
                    <a:pt x="17007" y="5922"/>
                    <a:pt x="17034" y="5819"/>
                    <a:pt x="17088" y="5785"/>
                  </a:cubicBezTo>
                  <a:cubicBezTo>
                    <a:pt x="17115" y="5717"/>
                    <a:pt x="17088" y="5682"/>
                    <a:pt x="17169" y="5580"/>
                  </a:cubicBezTo>
                  <a:cubicBezTo>
                    <a:pt x="17249" y="5477"/>
                    <a:pt x="17491" y="5511"/>
                    <a:pt x="17518" y="5545"/>
                  </a:cubicBezTo>
                  <a:cubicBezTo>
                    <a:pt x="17572" y="5545"/>
                    <a:pt x="17653" y="5545"/>
                    <a:pt x="17707" y="5545"/>
                  </a:cubicBezTo>
                  <a:cubicBezTo>
                    <a:pt x="17733" y="5545"/>
                    <a:pt x="17841" y="5614"/>
                    <a:pt x="17868" y="5580"/>
                  </a:cubicBezTo>
                  <a:cubicBezTo>
                    <a:pt x="17895" y="5545"/>
                    <a:pt x="17868" y="5545"/>
                    <a:pt x="17814" y="5545"/>
                  </a:cubicBezTo>
                  <a:cubicBezTo>
                    <a:pt x="17760" y="5511"/>
                    <a:pt x="17841" y="5477"/>
                    <a:pt x="17868" y="5477"/>
                  </a:cubicBezTo>
                  <a:cubicBezTo>
                    <a:pt x="17895" y="5477"/>
                    <a:pt x="17895" y="5477"/>
                    <a:pt x="17868" y="5443"/>
                  </a:cubicBezTo>
                  <a:cubicBezTo>
                    <a:pt x="17841" y="5443"/>
                    <a:pt x="17949" y="5443"/>
                    <a:pt x="17976" y="5443"/>
                  </a:cubicBezTo>
                  <a:cubicBezTo>
                    <a:pt x="18002" y="5443"/>
                    <a:pt x="18002" y="5477"/>
                    <a:pt x="18002" y="5477"/>
                  </a:cubicBezTo>
                  <a:cubicBezTo>
                    <a:pt x="18029" y="5511"/>
                    <a:pt x="18056" y="5443"/>
                    <a:pt x="18056" y="5443"/>
                  </a:cubicBezTo>
                  <a:cubicBezTo>
                    <a:pt x="18083" y="5443"/>
                    <a:pt x="18083" y="5511"/>
                    <a:pt x="18083" y="5511"/>
                  </a:cubicBezTo>
                  <a:cubicBezTo>
                    <a:pt x="18083" y="5545"/>
                    <a:pt x="18110" y="5545"/>
                    <a:pt x="18164" y="5580"/>
                  </a:cubicBezTo>
                  <a:cubicBezTo>
                    <a:pt x="18191" y="5614"/>
                    <a:pt x="18110" y="5614"/>
                    <a:pt x="18110" y="5614"/>
                  </a:cubicBezTo>
                  <a:cubicBezTo>
                    <a:pt x="18083" y="5614"/>
                    <a:pt x="18137" y="5682"/>
                    <a:pt x="18164" y="5682"/>
                  </a:cubicBezTo>
                  <a:cubicBezTo>
                    <a:pt x="18164" y="5682"/>
                    <a:pt x="18271" y="5648"/>
                    <a:pt x="18298" y="5614"/>
                  </a:cubicBezTo>
                  <a:cubicBezTo>
                    <a:pt x="18325" y="5580"/>
                    <a:pt x="18325" y="5580"/>
                    <a:pt x="18379" y="5614"/>
                  </a:cubicBezTo>
                  <a:cubicBezTo>
                    <a:pt x="18406" y="5614"/>
                    <a:pt x="18406" y="5614"/>
                    <a:pt x="18433" y="5614"/>
                  </a:cubicBezTo>
                  <a:cubicBezTo>
                    <a:pt x="18433" y="5614"/>
                    <a:pt x="18460" y="5614"/>
                    <a:pt x="18487" y="5614"/>
                  </a:cubicBezTo>
                  <a:cubicBezTo>
                    <a:pt x="18513" y="5614"/>
                    <a:pt x="18513" y="5580"/>
                    <a:pt x="18567" y="5580"/>
                  </a:cubicBezTo>
                  <a:cubicBezTo>
                    <a:pt x="18594" y="5580"/>
                    <a:pt x="18594" y="5545"/>
                    <a:pt x="18594" y="5511"/>
                  </a:cubicBezTo>
                  <a:cubicBezTo>
                    <a:pt x="18567" y="5477"/>
                    <a:pt x="18487" y="5511"/>
                    <a:pt x="18460" y="5511"/>
                  </a:cubicBezTo>
                  <a:cubicBezTo>
                    <a:pt x="18433" y="5511"/>
                    <a:pt x="18433" y="5477"/>
                    <a:pt x="18460" y="5477"/>
                  </a:cubicBezTo>
                  <a:cubicBezTo>
                    <a:pt x="18487" y="5443"/>
                    <a:pt x="18513" y="5374"/>
                    <a:pt x="18513" y="5340"/>
                  </a:cubicBezTo>
                  <a:cubicBezTo>
                    <a:pt x="18540" y="5340"/>
                    <a:pt x="18567" y="5306"/>
                    <a:pt x="18594" y="5306"/>
                  </a:cubicBezTo>
                  <a:cubicBezTo>
                    <a:pt x="18621" y="5272"/>
                    <a:pt x="18621" y="5100"/>
                    <a:pt x="18648" y="5032"/>
                  </a:cubicBezTo>
                  <a:cubicBezTo>
                    <a:pt x="18675" y="4998"/>
                    <a:pt x="18782" y="4964"/>
                    <a:pt x="18782" y="4964"/>
                  </a:cubicBezTo>
                  <a:cubicBezTo>
                    <a:pt x="18809" y="4929"/>
                    <a:pt x="18836" y="4964"/>
                    <a:pt x="18863" y="4964"/>
                  </a:cubicBezTo>
                  <a:cubicBezTo>
                    <a:pt x="18890" y="4929"/>
                    <a:pt x="18890" y="4861"/>
                    <a:pt x="18917" y="4861"/>
                  </a:cubicBezTo>
                  <a:cubicBezTo>
                    <a:pt x="18944" y="4827"/>
                    <a:pt x="18890" y="4964"/>
                    <a:pt x="18917" y="4998"/>
                  </a:cubicBezTo>
                  <a:cubicBezTo>
                    <a:pt x="18917" y="5032"/>
                    <a:pt x="18863" y="5066"/>
                    <a:pt x="18890" y="5100"/>
                  </a:cubicBezTo>
                  <a:cubicBezTo>
                    <a:pt x="18890" y="5135"/>
                    <a:pt x="18944" y="5169"/>
                    <a:pt x="18971" y="5169"/>
                  </a:cubicBezTo>
                  <a:cubicBezTo>
                    <a:pt x="18998" y="5203"/>
                    <a:pt x="18998" y="5169"/>
                    <a:pt x="18998" y="5135"/>
                  </a:cubicBezTo>
                  <a:cubicBezTo>
                    <a:pt x="19025" y="5100"/>
                    <a:pt x="19078" y="4998"/>
                    <a:pt x="19105" y="4998"/>
                  </a:cubicBezTo>
                  <a:cubicBezTo>
                    <a:pt x="19105" y="4964"/>
                    <a:pt x="19078" y="4929"/>
                    <a:pt x="19051" y="4861"/>
                  </a:cubicBezTo>
                  <a:cubicBezTo>
                    <a:pt x="19025" y="4827"/>
                    <a:pt x="19051" y="4792"/>
                    <a:pt x="19078" y="4792"/>
                  </a:cubicBezTo>
                  <a:cubicBezTo>
                    <a:pt x="19105" y="4792"/>
                    <a:pt x="19132" y="4758"/>
                    <a:pt x="19132" y="4758"/>
                  </a:cubicBezTo>
                  <a:cubicBezTo>
                    <a:pt x="19159" y="4724"/>
                    <a:pt x="19159" y="4792"/>
                    <a:pt x="19159" y="4827"/>
                  </a:cubicBezTo>
                  <a:cubicBezTo>
                    <a:pt x="19186" y="4827"/>
                    <a:pt x="19186" y="4827"/>
                    <a:pt x="19159" y="4861"/>
                  </a:cubicBezTo>
                  <a:cubicBezTo>
                    <a:pt x="19132" y="4895"/>
                    <a:pt x="19159" y="4998"/>
                    <a:pt x="19159" y="5032"/>
                  </a:cubicBezTo>
                  <a:cubicBezTo>
                    <a:pt x="19159" y="5032"/>
                    <a:pt x="19186" y="5066"/>
                    <a:pt x="19186" y="5100"/>
                  </a:cubicBezTo>
                  <a:cubicBezTo>
                    <a:pt x="19213" y="5100"/>
                    <a:pt x="19186" y="5135"/>
                    <a:pt x="19159" y="5135"/>
                  </a:cubicBezTo>
                  <a:cubicBezTo>
                    <a:pt x="19159" y="5169"/>
                    <a:pt x="19186" y="5169"/>
                    <a:pt x="19213" y="5169"/>
                  </a:cubicBezTo>
                  <a:cubicBezTo>
                    <a:pt x="19213" y="5203"/>
                    <a:pt x="19132" y="5272"/>
                    <a:pt x="19132" y="5306"/>
                  </a:cubicBezTo>
                  <a:cubicBezTo>
                    <a:pt x="19132" y="5340"/>
                    <a:pt x="19105" y="5374"/>
                    <a:pt x="19078" y="5409"/>
                  </a:cubicBezTo>
                  <a:cubicBezTo>
                    <a:pt x="19051" y="5409"/>
                    <a:pt x="18971" y="5545"/>
                    <a:pt x="18944" y="5580"/>
                  </a:cubicBezTo>
                  <a:cubicBezTo>
                    <a:pt x="18917" y="5614"/>
                    <a:pt x="18890" y="5785"/>
                    <a:pt x="18890" y="5819"/>
                  </a:cubicBezTo>
                  <a:cubicBezTo>
                    <a:pt x="18863" y="5819"/>
                    <a:pt x="18809" y="5854"/>
                    <a:pt x="18782" y="5854"/>
                  </a:cubicBezTo>
                  <a:cubicBezTo>
                    <a:pt x="18756" y="5854"/>
                    <a:pt x="18782" y="5888"/>
                    <a:pt x="18782" y="5922"/>
                  </a:cubicBezTo>
                  <a:cubicBezTo>
                    <a:pt x="18782" y="5990"/>
                    <a:pt x="18702" y="6127"/>
                    <a:pt x="18702" y="6162"/>
                  </a:cubicBezTo>
                  <a:cubicBezTo>
                    <a:pt x="18675" y="6196"/>
                    <a:pt x="18729" y="6401"/>
                    <a:pt x="18782" y="6504"/>
                  </a:cubicBezTo>
                  <a:cubicBezTo>
                    <a:pt x="18809" y="6572"/>
                    <a:pt x="18836" y="6709"/>
                    <a:pt x="18863" y="6778"/>
                  </a:cubicBezTo>
                  <a:cubicBezTo>
                    <a:pt x="18890" y="6881"/>
                    <a:pt x="18944" y="6915"/>
                    <a:pt x="18944" y="6949"/>
                  </a:cubicBezTo>
                  <a:cubicBezTo>
                    <a:pt x="18971" y="6949"/>
                    <a:pt x="18998" y="7017"/>
                    <a:pt x="19025" y="7052"/>
                  </a:cubicBezTo>
                  <a:cubicBezTo>
                    <a:pt x="19051" y="7086"/>
                    <a:pt x="19051" y="7189"/>
                    <a:pt x="19105" y="7223"/>
                  </a:cubicBezTo>
                  <a:cubicBezTo>
                    <a:pt x="19159" y="7291"/>
                    <a:pt x="19132" y="7154"/>
                    <a:pt x="19159" y="7120"/>
                  </a:cubicBezTo>
                  <a:cubicBezTo>
                    <a:pt x="19186" y="7120"/>
                    <a:pt x="19213" y="7017"/>
                    <a:pt x="19213" y="6983"/>
                  </a:cubicBezTo>
                  <a:cubicBezTo>
                    <a:pt x="19213" y="6949"/>
                    <a:pt x="19159" y="6949"/>
                    <a:pt x="19186" y="6949"/>
                  </a:cubicBezTo>
                  <a:cubicBezTo>
                    <a:pt x="19186" y="6915"/>
                    <a:pt x="19159" y="6881"/>
                    <a:pt x="19159" y="6881"/>
                  </a:cubicBezTo>
                  <a:cubicBezTo>
                    <a:pt x="19132" y="6846"/>
                    <a:pt x="19159" y="6778"/>
                    <a:pt x="19186" y="6778"/>
                  </a:cubicBezTo>
                  <a:cubicBezTo>
                    <a:pt x="19213" y="6744"/>
                    <a:pt x="19267" y="6778"/>
                    <a:pt x="19267" y="6778"/>
                  </a:cubicBezTo>
                  <a:cubicBezTo>
                    <a:pt x="19294" y="6778"/>
                    <a:pt x="19213" y="6675"/>
                    <a:pt x="19213" y="6641"/>
                  </a:cubicBezTo>
                  <a:cubicBezTo>
                    <a:pt x="19240" y="6572"/>
                    <a:pt x="19267" y="6572"/>
                    <a:pt x="19267" y="6538"/>
                  </a:cubicBezTo>
                  <a:cubicBezTo>
                    <a:pt x="19294" y="6504"/>
                    <a:pt x="19347" y="6470"/>
                    <a:pt x="19374" y="6470"/>
                  </a:cubicBezTo>
                  <a:cubicBezTo>
                    <a:pt x="19401" y="6470"/>
                    <a:pt x="19428" y="6470"/>
                    <a:pt x="19428" y="6435"/>
                  </a:cubicBezTo>
                  <a:cubicBezTo>
                    <a:pt x="19455" y="6401"/>
                    <a:pt x="19428" y="6367"/>
                    <a:pt x="19401" y="6367"/>
                  </a:cubicBezTo>
                  <a:cubicBezTo>
                    <a:pt x="19374" y="6367"/>
                    <a:pt x="19374" y="6333"/>
                    <a:pt x="19401" y="6299"/>
                  </a:cubicBezTo>
                  <a:cubicBezTo>
                    <a:pt x="19401" y="6299"/>
                    <a:pt x="19401" y="6264"/>
                    <a:pt x="19374" y="6230"/>
                  </a:cubicBezTo>
                  <a:cubicBezTo>
                    <a:pt x="19374" y="6230"/>
                    <a:pt x="19401" y="6196"/>
                    <a:pt x="19428" y="6162"/>
                  </a:cubicBezTo>
                  <a:cubicBezTo>
                    <a:pt x="19455" y="6162"/>
                    <a:pt x="19482" y="6196"/>
                    <a:pt x="19509" y="6196"/>
                  </a:cubicBezTo>
                  <a:cubicBezTo>
                    <a:pt x="19509" y="6162"/>
                    <a:pt x="19509" y="6127"/>
                    <a:pt x="19509" y="6093"/>
                  </a:cubicBezTo>
                  <a:cubicBezTo>
                    <a:pt x="19509" y="6059"/>
                    <a:pt x="19455" y="6059"/>
                    <a:pt x="19428" y="6059"/>
                  </a:cubicBezTo>
                  <a:cubicBezTo>
                    <a:pt x="19401" y="6059"/>
                    <a:pt x="19374" y="6025"/>
                    <a:pt x="19374" y="5956"/>
                  </a:cubicBezTo>
                  <a:cubicBezTo>
                    <a:pt x="19347" y="5922"/>
                    <a:pt x="19401" y="5888"/>
                    <a:pt x="19401" y="5888"/>
                  </a:cubicBezTo>
                  <a:cubicBezTo>
                    <a:pt x="19428" y="5854"/>
                    <a:pt x="19374" y="5785"/>
                    <a:pt x="19347" y="5785"/>
                  </a:cubicBezTo>
                  <a:cubicBezTo>
                    <a:pt x="19320" y="5819"/>
                    <a:pt x="19294" y="5785"/>
                    <a:pt x="19320" y="5751"/>
                  </a:cubicBezTo>
                  <a:cubicBezTo>
                    <a:pt x="19320" y="5751"/>
                    <a:pt x="19294" y="5682"/>
                    <a:pt x="19294" y="5648"/>
                  </a:cubicBezTo>
                  <a:cubicBezTo>
                    <a:pt x="19294" y="5614"/>
                    <a:pt x="19320" y="5511"/>
                    <a:pt x="19347" y="5511"/>
                  </a:cubicBezTo>
                  <a:cubicBezTo>
                    <a:pt x="19374" y="5477"/>
                    <a:pt x="19374" y="5443"/>
                    <a:pt x="19347" y="5409"/>
                  </a:cubicBezTo>
                  <a:cubicBezTo>
                    <a:pt x="19347" y="5374"/>
                    <a:pt x="19374" y="5374"/>
                    <a:pt x="19401" y="5374"/>
                  </a:cubicBezTo>
                  <a:cubicBezTo>
                    <a:pt x="19428" y="5340"/>
                    <a:pt x="19428" y="5374"/>
                    <a:pt x="19455" y="5374"/>
                  </a:cubicBezTo>
                  <a:cubicBezTo>
                    <a:pt x="19482" y="5374"/>
                    <a:pt x="19455" y="5374"/>
                    <a:pt x="19482" y="5340"/>
                  </a:cubicBezTo>
                  <a:cubicBezTo>
                    <a:pt x="19482" y="5306"/>
                    <a:pt x="19536" y="5272"/>
                    <a:pt x="19563" y="5272"/>
                  </a:cubicBezTo>
                  <a:cubicBezTo>
                    <a:pt x="19589" y="5272"/>
                    <a:pt x="19563" y="5340"/>
                    <a:pt x="19589" y="5340"/>
                  </a:cubicBezTo>
                  <a:cubicBezTo>
                    <a:pt x="19616" y="5374"/>
                    <a:pt x="19643" y="5272"/>
                    <a:pt x="19670" y="5272"/>
                  </a:cubicBezTo>
                  <a:cubicBezTo>
                    <a:pt x="19697" y="5237"/>
                    <a:pt x="19697" y="5237"/>
                    <a:pt x="19697" y="5203"/>
                  </a:cubicBezTo>
                  <a:cubicBezTo>
                    <a:pt x="19697" y="5203"/>
                    <a:pt x="19751" y="5169"/>
                    <a:pt x="19778" y="5169"/>
                  </a:cubicBezTo>
                  <a:cubicBezTo>
                    <a:pt x="19832" y="5203"/>
                    <a:pt x="19858" y="5272"/>
                    <a:pt x="19858" y="5306"/>
                  </a:cubicBezTo>
                  <a:cubicBezTo>
                    <a:pt x="19885" y="5340"/>
                    <a:pt x="19912" y="5306"/>
                    <a:pt x="19912" y="5272"/>
                  </a:cubicBezTo>
                  <a:cubicBezTo>
                    <a:pt x="19939" y="5237"/>
                    <a:pt x="19939" y="5203"/>
                    <a:pt x="19939" y="5203"/>
                  </a:cubicBezTo>
                  <a:cubicBezTo>
                    <a:pt x="19966" y="5169"/>
                    <a:pt x="19993" y="5169"/>
                    <a:pt x="20020" y="5169"/>
                  </a:cubicBezTo>
                  <a:cubicBezTo>
                    <a:pt x="20020" y="5169"/>
                    <a:pt x="19993" y="5100"/>
                    <a:pt x="19993" y="5100"/>
                  </a:cubicBezTo>
                  <a:cubicBezTo>
                    <a:pt x="19993" y="5066"/>
                    <a:pt x="20047" y="5100"/>
                    <a:pt x="20047" y="5100"/>
                  </a:cubicBezTo>
                  <a:cubicBezTo>
                    <a:pt x="20074" y="5066"/>
                    <a:pt x="20020" y="5032"/>
                    <a:pt x="20020" y="5032"/>
                  </a:cubicBezTo>
                  <a:cubicBezTo>
                    <a:pt x="20020" y="4998"/>
                    <a:pt x="20047" y="5032"/>
                    <a:pt x="20047" y="5032"/>
                  </a:cubicBezTo>
                  <a:cubicBezTo>
                    <a:pt x="20074" y="5032"/>
                    <a:pt x="20101" y="4998"/>
                    <a:pt x="20101" y="4964"/>
                  </a:cubicBezTo>
                  <a:cubicBezTo>
                    <a:pt x="20101" y="4964"/>
                    <a:pt x="20127" y="4998"/>
                    <a:pt x="20154" y="4998"/>
                  </a:cubicBezTo>
                  <a:cubicBezTo>
                    <a:pt x="20154" y="4998"/>
                    <a:pt x="20181" y="4895"/>
                    <a:pt x="20262" y="4792"/>
                  </a:cubicBezTo>
                  <a:cubicBezTo>
                    <a:pt x="20370" y="4690"/>
                    <a:pt x="20504" y="4690"/>
                    <a:pt x="20531" y="4690"/>
                  </a:cubicBezTo>
                  <a:cubicBezTo>
                    <a:pt x="20558" y="4690"/>
                    <a:pt x="20558" y="4690"/>
                    <a:pt x="20612" y="4724"/>
                  </a:cubicBezTo>
                  <a:cubicBezTo>
                    <a:pt x="20665" y="4724"/>
                    <a:pt x="20665" y="4690"/>
                    <a:pt x="20692" y="4690"/>
                  </a:cubicBezTo>
                  <a:cubicBezTo>
                    <a:pt x="20692" y="4690"/>
                    <a:pt x="20692" y="4621"/>
                    <a:pt x="20692" y="4621"/>
                  </a:cubicBezTo>
                  <a:cubicBezTo>
                    <a:pt x="20692" y="4587"/>
                    <a:pt x="20639" y="4519"/>
                    <a:pt x="20612" y="4519"/>
                  </a:cubicBezTo>
                  <a:cubicBezTo>
                    <a:pt x="20585" y="4519"/>
                    <a:pt x="20585" y="4450"/>
                    <a:pt x="20531" y="4450"/>
                  </a:cubicBezTo>
                  <a:cubicBezTo>
                    <a:pt x="20504" y="4416"/>
                    <a:pt x="20504" y="4382"/>
                    <a:pt x="20504" y="4382"/>
                  </a:cubicBezTo>
                  <a:cubicBezTo>
                    <a:pt x="20477" y="4347"/>
                    <a:pt x="20477" y="4347"/>
                    <a:pt x="20477" y="4382"/>
                  </a:cubicBezTo>
                  <a:cubicBezTo>
                    <a:pt x="20450" y="4416"/>
                    <a:pt x="20477" y="4416"/>
                    <a:pt x="20396" y="4382"/>
                  </a:cubicBezTo>
                  <a:cubicBezTo>
                    <a:pt x="20316" y="4382"/>
                    <a:pt x="20343" y="4279"/>
                    <a:pt x="20343" y="4245"/>
                  </a:cubicBezTo>
                  <a:cubicBezTo>
                    <a:pt x="20343" y="4210"/>
                    <a:pt x="20343" y="4176"/>
                    <a:pt x="20289" y="4176"/>
                  </a:cubicBezTo>
                  <a:cubicBezTo>
                    <a:pt x="20235" y="4176"/>
                    <a:pt x="20262" y="4142"/>
                    <a:pt x="20289" y="4142"/>
                  </a:cubicBezTo>
                  <a:cubicBezTo>
                    <a:pt x="20316" y="4142"/>
                    <a:pt x="20370" y="4142"/>
                    <a:pt x="20396" y="4142"/>
                  </a:cubicBezTo>
                  <a:cubicBezTo>
                    <a:pt x="20423" y="4142"/>
                    <a:pt x="20450" y="4176"/>
                    <a:pt x="20477" y="4176"/>
                  </a:cubicBezTo>
                  <a:cubicBezTo>
                    <a:pt x="20504" y="4176"/>
                    <a:pt x="20558" y="4142"/>
                    <a:pt x="20612" y="4108"/>
                  </a:cubicBezTo>
                  <a:cubicBezTo>
                    <a:pt x="20639" y="4074"/>
                    <a:pt x="20639" y="4005"/>
                    <a:pt x="20639" y="3971"/>
                  </a:cubicBezTo>
                  <a:cubicBezTo>
                    <a:pt x="20612" y="3971"/>
                    <a:pt x="20612" y="3937"/>
                    <a:pt x="20585" y="3937"/>
                  </a:cubicBezTo>
                  <a:cubicBezTo>
                    <a:pt x="20585" y="3937"/>
                    <a:pt x="20585" y="3800"/>
                    <a:pt x="20585" y="3800"/>
                  </a:cubicBezTo>
                  <a:cubicBezTo>
                    <a:pt x="20585" y="3765"/>
                    <a:pt x="20612" y="3800"/>
                    <a:pt x="20639" y="3800"/>
                  </a:cubicBezTo>
                  <a:cubicBezTo>
                    <a:pt x="20639" y="3834"/>
                    <a:pt x="20665" y="3834"/>
                    <a:pt x="20639" y="3868"/>
                  </a:cubicBezTo>
                  <a:cubicBezTo>
                    <a:pt x="20639" y="3868"/>
                    <a:pt x="20665" y="3902"/>
                    <a:pt x="20665" y="3937"/>
                  </a:cubicBezTo>
                  <a:cubicBezTo>
                    <a:pt x="20692" y="3937"/>
                    <a:pt x="20692" y="3971"/>
                    <a:pt x="20746" y="3971"/>
                  </a:cubicBezTo>
                  <a:cubicBezTo>
                    <a:pt x="20773" y="4005"/>
                    <a:pt x="20908" y="4005"/>
                    <a:pt x="20934" y="4005"/>
                  </a:cubicBezTo>
                  <a:cubicBezTo>
                    <a:pt x="20961" y="4005"/>
                    <a:pt x="21042" y="4074"/>
                    <a:pt x="21015" y="4108"/>
                  </a:cubicBezTo>
                  <a:cubicBezTo>
                    <a:pt x="20988" y="4108"/>
                    <a:pt x="21042" y="4176"/>
                    <a:pt x="21069" y="4176"/>
                  </a:cubicBezTo>
                  <a:cubicBezTo>
                    <a:pt x="21096" y="4176"/>
                    <a:pt x="21177" y="4176"/>
                    <a:pt x="21230" y="4210"/>
                  </a:cubicBezTo>
                  <a:cubicBezTo>
                    <a:pt x="21257" y="4210"/>
                    <a:pt x="21284" y="4279"/>
                    <a:pt x="21338" y="4279"/>
                  </a:cubicBezTo>
                  <a:cubicBezTo>
                    <a:pt x="21365" y="4279"/>
                    <a:pt x="21419" y="4245"/>
                    <a:pt x="21419" y="4210"/>
                  </a:cubicBezTo>
                  <a:cubicBezTo>
                    <a:pt x="21419" y="4210"/>
                    <a:pt x="21365" y="4176"/>
                    <a:pt x="21365" y="4210"/>
                  </a:cubicBezTo>
                  <a:cubicBezTo>
                    <a:pt x="21338" y="4210"/>
                    <a:pt x="21338" y="4176"/>
                    <a:pt x="21311" y="4176"/>
                  </a:cubicBezTo>
                  <a:cubicBezTo>
                    <a:pt x="21311" y="4142"/>
                    <a:pt x="21338" y="4142"/>
                    <a:pt x="21365" y="4142"/>
                  </a:cubicBezTo>
                  <a:cubicBezTo>
                    <a:pt x="21392" y="4108"/>
                    <a:pt x="21365" y="4074"/>
                    <a:pt x="21338" y="4039"/>
                  </a:cubicBezTo>
                  <a:cubicBezTo>
                    <a:pt x="21338" y="4005"/>
                    <a:pt x="21311" y="3971"/>
                    <a:pt x="21311" y="3971"/>
                  </a:cubicBezTo>
                  <a:cubicBezTo>
                    <a:pt x="21338" y="3971"/>
                    <a:pt x="21392" y="3971"/>
                    <a:pt x="21419" y="3971"/>
                  </a:cubicBezTo>
                  <a:cubicBezTo>
                    <a:pt x="21472" y="3971"/>
                    <a:pt x="21419" y="3937"/>
                    <a:pt x="21419" y="3902"/>
                  </a:cubicBezTo>
                  <a:cubicBezTo>
                    <a:pt x="21392" y="3902"/>
                    <a:pt x="21472" y="3937"/>
                    <a:pt x="21499" y="3971"/>
                  </a:cubicBezTo>
                  <a:cubicBezTo>
                    <a:pt x="21526" y="3971"/>
                    <a:pt x="21499" y="3971"/>
                    <a:pt x="21499" y="3902"/>
                  </a:cubicBezTo>
                  <a:cubicBezTo>
                    <a:pt x="21526" y="3868"/>
                    <a:pt x="21526" y="3868"/>
                    <a:pt x="21553" y="3868"/>
                  </a:cubicBezTo>
                  <a:cubicBezTo>
                    <a:pt x="21580" y="3834"/>
                    <a:pt x="21553" y="3834"/>
                    <a:pt x="21499" y="3800"/>
                  </a:cubicBezTo>
                  <a:cubicBezTo>
                    <a:pt x="21419" y="3765"/>
                    <a:pt x="21419" y="3731"/>
                    <a:pt x="21392" y="3697"/>
                  </a:cubicBezTo>
                  <a:cubicBezTo>
                    <a:pt x="21392" y="3663"/>
                    <a:pt x="21365" y="3663"/>
                    <a:pt x="21365" y="3697"/>
                  </a:cubicBezTo>
                  <a:cubicBezTo>
                    <a:pt x="21338" y="3697"/>
                    <a:pt x="21311" y="3594"/>
                    <a:pt x="21284" y="3594"/>
                  </a:cubicBezTo>
                  <a:cubicBezTo>
                    <a:pt x="21257" y="3594"/>
                    <a:pt x="21203" y="3560"/>
                    <a:pt x="21203" y="3594"/>
                  </a:cubicBezTo>
                  <a:cubicBezTo>
                    <a:pt x="21177" y="3594"/>
                    <a:pt x="21096" y="3560"/>
                    <a:pt x="21096" y="3594"/>
                  </a:cubicBezTo>
                  <a:cubicBezTo>
                    <a:pt x="21069" y="3594"/>
                    <a:pt x="21123" y="3731"/>
                    <a:pt x="21096" y="3731"/>
                  </a:cubicBezTo>
                  <a:cubicBezTo>
                    <a:pt x="21069" y="3765"/>
                    <a:pt x="21015" y="3526"/>
                    <a:pt x="21015" y="3492"/>
                  </a:cubicBezTo>
                  <a:cubicBezTo>
                    <a:pt x="21015" y="3457"/>
                    <a:pt x="20988" y="3423"/>
                    <a:pt x="20961" y="3423"/>
                  </a:cubicBezTo>
                  <a:cubicBezTo>
                    <a:pt x="20934" y="3423"/>
                    <a:pt x="20854" y="3389"/>
                    <a:pt x="20800" y="3389"/>
                  </a:cubicBezTo>
                  <a:cubicBezTo>
                    <a:pt x="20746" y="3389"/>
                    <a:pt x="20719" y="3286"/>
                    <a:pt x="20665" y="3286"/>
                  </a:cubicBezTo>
                  <a:cubicBezTo>
                    <a:pt x="20639" y="3286"/>
                    <a:pt x="20558" y="3252"/>
                    <a:pt x="20531" y="3218"/>
                  </a:cubicBezTo>
                  <a:cubicBezTo>
                    <a:pt x="20477" y="3184"/>
                    <a:pt x="20450" y="3184"/>
                    <a:pt x="20396" y="3149"/>
                  </a:cubicBezTo>
                  <a:cubicBezTo>
                    <a:pt x="20316" y="3115"/>
                    <a:pt x="20316" y="3081"/>
                    <a:pt x="20289" y="3047"/>
                  </a:cubicBezTo>
                  <a:cubicBezTo>
                    <a:pt x="20235" y="3012"/>
                    <a:pt x="20208" y="3047"/>
                    <a:pt x="20181" y="3012"/>
                  </a:cubicBezTo>
                  <a:cubicBezTo>
                    <a:pt x="20154" y="3012"/>
                    <a:pt x="20154" y="2944"/>
                    <a:pt x="20127" y="2910"/>
                  </a:cubicBezTo>
                  <a:cubicBezTo>
                    <a:pt x="20074" y="2910"/>
                    <a:pt x="20020" y="2875"/>
                    <a:pt x="19966" y="2875"/>
                  </a:cubicBezTo>
                  <a:cubicBezTo>
                    <a:pt x="19912" y="2841"/>
                    <a:pt x="19912" y="2807"/>
                    <a:pt x="19858" y="2773"/>
                  </a:cubicBezTo>
                  <a:cubicBezTo>
                    <a:pt x="19778" y="2739"/>
                    <a:pt x="19563" y="2773"/>
                    <a:pt x="19482" y="2773"/>
                  </a:cubicBezTo>
                  <a:cubicBezTo>
                    <a:pt x="19401" y="2739"/>
                    <a:pt x="19347" y="2704"/>
                    <a:pt x="19347" y="2704"/>
                  </a:cubicBezTo>
                  <a:cubicBezTo>
                    <a:pt x="19320" y="2739"/>
                    <a:pt x="19347" y="2773"/>
                    <a:pt x="19374" y="2773"/>
                  </a:cubicBezTo>
                  <a:cubicBezTo>
                    <a:pt x="19401" y="2807"/>
                    <a:pt x="19320" y="2807"/>
                    <a:pt x="19320" y="2807"/>
                  </a:cubicBezTo>
                  <a:cubicBezTo>
                    <a:pt x="19320" y="2841"/>
                    <a:pt x="19347" y="2875"/>
                    <a:pt x="19374" y="2875"/>
                  </a:cubicBezTo>
                  <a:cubicBezTo>
                    <a:pt x="19428" y="2910"/>
                    <a:pt x="19401" y="2910"/>
                    <a:pt x="19401" y="2944"/>
                  </a:cubicBezTo>
                  <a:cubicBezTo>
                    <a:pt x="19401" y="2978"/>
                    <a:pt x="19401" y="2978"/>
                    <a:pt x="19428" y="3012"/>
                  </a:cubicBezTo>
                  <a:cubicBezTo>
                    <a:pt x="19455" y="3012"/>
                    <a:pt x="19428" y="3047"/>
                    <a:pt x="19428" y="3047"/>
                  </a:cubicBezTo>
                  <a:cubicBezTo>
                    <a:pt x="19401" y="3047"/>
                    <a:pt x="19428" y="3115"/>
                    <a:pt x="19401" y="3149"/>
                  </a:cubicBezTo>
                  <a:cubicBezTo>
                    <a:pt x="19374" y="3149"/>
                    <a:pt x="19347" y="3081"/>
                    <a:pt x="19347" y="3081"/>
                  </a:cubicBezTo>
                  <a:cubicBezTo>
                    <a:pt x="19320" y="3081"/>
                    <a:pt x="19347" y="3149"/>
                    <a:pt x="19347" y="3149"/>
                  </a:cubicBezTo>
                  <a:cubicBezTo>
                    <a:pt x="19320" y="3149"/>
                    <a:pt x="19267" y="3047"/>
                    <a:pt x="19267" y="3047"/>
                  </a:cubicBezTo>
                  <a:cubicBezTo>
                    <a:pt x="19267" y="3012"/>
                    <a:pt x="19186" y="2978"/>
                    <a:pt x="19159" y="2944"/>
                  </a:cubicBezTo>
                  <a:cubicBezTo>
                    <a:pt x="19132" y="2910"/>
                    <a:pt x="19105" y="2807"/>
                    <a:pt x="19105" y="2807"/>
                  </a:cubicBezTo>
                  <a:cubicBezTo>
                    <a:pt x="19078" y="2807"/>
                    <a:pt x="19078" y="2807"/>
                    <a:pt x="19078" y="2841"/>
                  </a:cubicBezTo>
                  <a:cubicBezTo>
                    <a:pt x="19078" y="2875"/>
                    <a:pt x="18890" y="2841"/>
                    <a:pt x="18836" y="2841"/>
                  </a:cubicBezTo>
                  <a:cubicBezTo>
                    <a:pt x="18756" y="2807"/>
                    <a:pt x="18621" y="2807"/>
                    <a:pt x="18594" y="2807"/>
                  </a:cubicBezTo>
                  <a:cubicBezTo>
                    <a:pt x="18540" y="2841"/>
                    <a:pt x="18513" y="2875"/>
                    <a:pt x="18513" y="2910"/>
                  </a:cubicBezTo>
                  <a:cubicBezTo>
                    <a:pt x="18513" y="2944"/>
                    <a:pt x="18540" y="3047"/>
                    <a:pt x="18540" y="3047"/>
                  </a:cubicBezTo>
                  <a:cubicBezTo>
                    <a:pt x="18513" y="3081"/>
                    <a:pt x="18487" y="2978"/>
                    <a:pt x="18487" y="2944"/>
                  </a:cubicBezTo>
                  <a:cubicBezTo>
                    <a:pt x="18487" y="2910"/>
                    <a:pt x="18433" y="2910"/>
                    <a:pt x="18406" y="2875"/>
                  </a:cubicBezTo>
                  <a:cubicBezTo>
                    <a:pt x="18379" y="2841"/>
                    <a:pt x="18352" y="2807"/>
                    <a:pt x="18325" y="2773"/>
                  </a:cubicBezTo>
                  <a:cubicBezTo>
                    <a:pt x="18271" y="2739"/>
                    <a:pt x="18298" y="2773"/>
                    <a:pt x="18298" y="2739"/>
                  </a:cubicBezTo>
                  <a:cubicBezTo>
                    <a:pt x="18298" y="2704"/>
                    <a:pt x="18271" y="2670"/>
                    <a:pt x="18245" y="2636"/>
                  </a:cubicBezTo>
                  <a:cubicBezTo>
                    <a:pt x="18218" y="2602"/>
                    <a:pt x="18164" y="2499"/>
                    <a:pt x="18110" y="2465"/>
                  </a:cubicBezTo>
                  <a:cubicBezTo>
                    <a:pt x="18029" y="2430"/>
                    <a:pt x="17868" y="2465"/>
                    <a:pt x="17787" y="2465"/>
                  </a:cubicBezTo>
                  <a:cubicBezTo>
                    <a:pt x="17707" y="2465"/>
                    <a:pt x="17599" y="2499"/>
                    <a:pt x="17545" y="2499"/>
                  </a:cubicBezTo>
                  <a:cubicBezTo>
                    <a:pt x="17491" y="2499"/>
                    <a:pt x="17438" y="2465"/>
                    <a:pt x="17411" y="2430"/>
                  </a:cubicBezTo>
                  <a:cubicBezTo>
                    <a:pt x="17384" y="2430"/>
                    <a:pt x="17276" y="2294"/>
                    <a:pt x="17249" y="2259"/>
                  </a:cubicBezTo>
                  <a:cubicBezTo>
                    <a:pt x="17222" y="2225"/>
                    <a:pt x="17169" y="2259"/>
                    <a:pt x="17169" y="2225"/>
                  </a:cubicBezTo>
                  <a:cubicBezTo>
                    <a:pt x="17169" y="2191"/>
                    <a:pt x="17222" y="2225"/>
                    <a:pt x="17249" y="2225"/>
                  </a:cubicBezTo>
                  <a:cubicBezTo>
                    <a:pt x="17249" y="2225"/>
                    <a:pt x="17222" y="2157"/>
                    <a:pt x="17222" y="2122"/>
                  </a:cubicBezTo>
                  <a:cubicBezTo>
                    <a:pt x="17195" y="2088"/>
                    <a:pt x="17142" y="2054"/>
                    <a:pt x="17088" y="2054"/>
                  </a:cubicBezTo>
                  <a:cubicBezTo>
                    <a:pt x="17034" y="2054"/>
                    <a:pt x="17007" y="2020"/>
                    <a:pt x="16953" y="2020"/>
                  </a:cubicBezTo>
                  <a:cubicBezTo>
                    <a:pt x="16900" y="2020"/>
                    <a:pt x="16926" y="2054"/>
                    <a:pt x="16900" y="2054"/>
                  </a:cubicBezTo>
                  <a:cubicBezTo>
                    <a:pt x="16900" y="2054"/>
                    <a:pt x="16846" y="2054"/>
                    <a:pt x="16819" y="2054"/>
                  </a:cubicBezTo>
                  <a:cubicBezTo>
                    <a:pt x="16792" y="2054"/>
                    <a:pt x="16792" y="2088"/>
                    <a:pt x="16765" y="2088"/>
                  </a:cubicBezTo>
                  <a:cubicBezTo>
                    <a:pt x="16738" y="2088"/>
                    <a:pt x="16684" y="2088"/>
                    <a:pt x="16657" y="2088"/>
                  </a:cubicBezTo>
                  <a:cubicBezTo>
                    <a:pt x="16604" y="2088"/>
                    <a:pt x="16631" y="2088"/>
                    <a:pt x="16657" y="2054"/>
                  </a:cubicBezTo>
                  <a:cubicBezTo>
                    <a:pt x="16657" y="2020"/>
                    <a:pt x="16657" y="2020"/>
                    <a:pt x="16657" y="1985"/>
                  </a:cubicBezTo>
                  <a:cubicBezTo>
                    <a:pt x="16631" y="1985"/>
                    <a:pt x="16657" y="1985"/>
                    <a:pt x="16684" y="1985"/>
                  </a:cubicBezTo>
                  <a:cubicBezTo>
                    <a:pt x="16711" y="1985"/>
                    <a:pt x="16846" y="2020"/>
                    <a:pt x="16873" y="2020"/>
                  </a:cubicBezTo>
                  <a:cubicBezTo>
                    <a:pt x="16926" y="2020"/>
                    <a:pt x="16711" y="1951"/>
                    <a:pt x="16631" y="1951"/>
                  </a:cubicBezTo>
                  <a:cubicBezTo>
                    <a:pt x="16550" y="1951"/>
                    <a:pt x="16388" y="1917"/>
                    <a:pt x="16335" y="1917"/>
                  </a:cubicBezTo>
                  <a:cubicBezTo>
                    <a:pt x="16308" y="1951"/>
                    <a:pt x="16200" y="1985"/>
                    <a:pt x="16173" y="1985"/>
                  </a:cubicBezTo>
                  <a:cubicBezTo>
                    <a:pt x="16173" y="1985"/>
                    <a:pt x="16146" y="2020"/>
                    <a:pt x="16173" y="2088"/>
                  </a:cubicBezTo>
                  <a:cubicBezTo>
                    <a:pt x="16200" y="2122"/>
                    <a:pt x="16200" y="2088"/>
                    <a:pt x="16200" y="2054"/>
                  </a:cubicBezTo>
                  <a:cubicBezTo>
                    <a:pt x="16227" y="2054"/>
                    <a:pt x="16227" y="2088"/>
                    <a:pt x="16281" y="2088"/>
                  </a:cubicBezTo>
                  <a:cubicBezTo>
                    <a:pt x="16308" y="2122"/>
                    <a:pt x="16227" y="2088"/>
                    <a:pt x="16227" y="2122"/>
                  </a:cubicBezTo>
                  <a:cubicBezTo>
                    <a:pt x="16254" y="2122"/>
                    <a:pt x="16227" y="2122"/>
                    <a:pt x="16227" y="2157"/>
                  </a:cubicBezTo>
                  <a:cubicBezTo>
                    <a:pt x="16200" y="2191"/>
                    <a:pt x="16281" y="2259"/>
                    <a:pt x="16308" y="2294"/>
                  </a:cubicBezTo>
                  <a:cubicBezTo>
                    <a:pt x="16308" y="2294"/>
                    <a:pt x="16281" y="2294"/>
                    <a:pt x="16254" y="2294"/>
                  </a:cubicBezTo>
                  <a:cubicBezTo>
                    <a:pt x="16254" y="2294"/>
                    <a:pt x="16254" y="2294"/>
                    <a:pt x="16227" y="2328"/>
                  </a:cubicBezTo>
                  <a:cubicBezTo>
                    <a:pt x="16200" y="2328"/>
                    <a:pt x="16173" y="2259"/>
                    <a:pt x="16173" y="2259"/>
                  </a:cubicBezTo>
                  <a:cubicBezTo>
                    <a:pt x="16173" y="2225"/>
                    <a:pt x="16119" y="2225"/>
                    <a:pt x="16093" y="2259"/>
                  </a:cubicBezTo>
                  <a:cubicBezTo>
                    <a:pt x="16066" y="2259"/>
                    <a:pt x="16119" y="2294"/>
                    <a:pt x="16146" y="2328"/>
                  </a:cubicBezTo>
                  <a:cubicBezTo>
                    <a:pt x="16146" y="2362"/>
                    <a:pt x="16119" y="2362"/>
                    <a:pt x="16093" y="2362"/>
                  </a:cubicBezTo>
                  <a:cubicBezTo>
                    <a:pt x="16093" y="2362"/>
                    <a:pt x="16119" y="2430"/>
                    <a:pt x="16093" y="2430"/>
                  </a:cubicBezTo>
                  <a:cubicBezTo>
                    <a:pt x="16066" y="2430"/>
                    <a:pt x="16012" y="2328"/>
                    <a:pt x="15985" y="2328"/>
                  </a:cubicBezTo>
                  <a:cubicBezTo>
                    <a:pt x="15958" y="2294"/>
                    <a:pt x="15931" y="2259"/>
                    <a:pt x="15904" y="2294"/>
                  </a:cubicBezTo>
                  <a:cubicBezTo>
                    <a:pt x="15877" y="2294"/>
                    <a:pt x="15850" y="2259"/>
                    <a:pt x="15797" y="2259"/>
                  </a:cubicBezTo>
                  <a:cubicBezTo>
                    <a:pt x="15770" y="2225"/>
                    <a:pt x="15743" y="2259"/>
                    <a:pt x="15743" y="2294"/>
                  </a:cubicBezTo>
                  <a:cubicBezTo>
                    <a:pt x="15716" y="2294"/>
                    <a:pt x="15689" y="2294"/>
                    <a:pt x="15662" y="2294"/>
                  </a:cubicBezTo>
                  <a:cubicBezTo>
                    <a:pt x="15635" y="2294"/>
                    <a:pt x="15581" y="2191"/>
                    <a:pt x="15555" y="2157"/>
                  </a:cubicBezTo>
                  <a:cubicBezTo>
                    <a:pt x="15528" y="2122"/>
                    <a:pt x="15555" y="2157"/>
                    <a:pt x="15528" y="2225"/>
                  </a:cubicBezTo>
                  <a:cubicBezTo>
                    <a:pt x="15501" y="2259"/>
                    <a:pt x="15501" y="2328"/>
                    <a:pt x="15528" y="2396"/>
                  </a:cubicBezTo>
                  <a:cubicBezTo>
                    <a:pt x="15528" y="2465"/>
                    <a:pt x="15474" y="2499"/>
                    <a:pt x="15474" y="2533"/>
                  </a:cubicBezTo>
                  <a:cubicBezTo>
                    <a:pt x="15447" y="2533"/>
                    <a:pt x="15447" y="2499"/>
                    <a:pt x="15420" y="2465"/>
                  </a:cubicBezTo>
                  <a:cubicBezTo>
                    <a:pt x="15420" y="2465"/>
                    <a:pt x="15393" y="2465"/>
                    <a:pt x="15366" y="2465"/>
                  </a:cubicBezTo>
                  <a:cubicBezTo>
                    <a:pt x="15366" y="2465"/>
                    <a:pt x="15339" y="2396"/>
                    <a:pt x="15339" y="2396"/>
                  </a:cubicBezTo>
                  <a:cubicBezTo>
                    <a:pt x="15339" y="2362"/>
                    <a:pt x="15313" y="2328"/>
                    <a:pt x="15313" y="2328"/>
                  </a:cubicBezTo>
                  <a:cubicBezTo>
                    <a:pt x="15286" y="2294"/>
                    <a:pt x="15286" y="2294"/>
                    <a:pt x="15232" y="2259"/>
                  </a:cubicBezTo>
                  <a:cubicBezTo>
                    <a:pt x="15205" y="2225"/>
                    <a:pt x="15205" y="2225"/>
                    <a:pt x="15205" y="2191"/>
                  </a:cubicBezTo>
                  <a:cubicBezTo>
                    <a:pt x="15178" y="2157"/>
                    <a:pt x="15178" y="2191"/>
                    <a:pt x="15151" y="2191"/>
                  </a:cubicBezTo>
                  <a:cubicBezTo>
                    <a:pt x="15151" y="2191"/>
                    <a:pt x="15124" y="2157"/>
                    <a:pt x="15124" y="2157"/>
                  </a:cubicBezTo>
                  <a:cubicBezTo>
                    <a:pt x="15124" y="2122"/>
                    <a:pt x="15097" y="2122"/>
                    <a:pt x="15097" y="2157"/>
                  </a:cubicBezTo>
                  <a:cubicBezTo>
                    <a:pt x="15097" y="2157"/>
                    <a:pt x="15044" y="2054"/>
                    <a:pt x="15044" y="2054"/>
                  </a:cubicBezTo>
                  <a:cubicBezTo>
                    <a:pt x="15017" y="2020"/>
                    <a:pt x="14963" y="2020"/>
                    <a:pt x="14936" y="2020"/>
                  </a:cubicBezTo>
                  <a:cubicBezTo>
                    <a:pt x="14909" y="2020"/>
                    <a:pt x="14882" y="1985"/>
                    <a:pt x="14882" y="1951"/>
                  </a:cubicBezTo>
                  <a:cubicBezTo>
                    <a:pt x="14855" y="1917"/>
                    <a:pt x="14990" y="1985"/>
                    <a:pt x="15017" y="2020"/>
                  </a:cubicBezTo>
                  <a:cubicBezTo>
                    <a:pt x="15070" y="2020"/>
                    <a:pt x="15070" y="2054"/>
                    <a:pt x="15097" y="2088"/>
                  </a:cubicBezTo>
                  <a:cubicBezTo>
                    <a:pt x="15151" y="2122"/>
                    <a:pt x="15178" y="2122"/>
                    <a:pt x="15178" y="2122"/>
                  </a:cubicBezTo>
                  <a:cubicBezTo>
                    <a:pt x="15178" y="2088"/>
                    <a:pt x="15151" y="1883"/>
                    <a:pt x="15151" y="1848"/>
                  </a:cubicBezTo>
                  <a:cubicBezTo>
                    <a:pt x="15151" y="1814"/>
                    <a:pt x="15097" y="1814"/>
                    <a:pt x="15044" y="1780"/>
                  </a:cubicBezTo>
                  <a:cubicBezTo>
                    <a:pt x="15017" y="1746"/>
                    <a:pt x="15044" y="1712"/>
                    <a:pt x="14990" y="1677"/>
                  </a:cubicBezTo>
                  <a:cubicBezTo>
                    <a:pt x="14963" y="1677"/>
                    <a:pt x="14963" y="1643"/>
                    <a:pt x="14936" y="1643"/>
                  </a:cubicBezTo>
                  <a:cubicBezTo>
                    <a:pt x="14909" y="1643"/>
                    <a:pt x="14855" y="1643"/>
                    <a:pt x="14855" y="1643"/>
                  </a:cubicBezTo>
                  <a:cubicBezTo>
                    <a:pt x="14828" y="1643"/>
                    <a:pt x="14801" y="1643"/>
                    <a:pt x="14775" y="1643"/>
                  </a:cubicBezTo>
                  <a:cubicBezTo>
                    <a:pt x="14721" y="1643"/>
                    <a:pt x="14694" y="1643"/>
                    <a:pt x="14667" y="1609"/>
                  </a:cubicBezTo>
                  <a:cubicBezTo>
                    <a:pt x="14640" y="1575"/>
                    <a:pt x="14640" y="1575"/>
                    <a:pt x="14586" y="1575"/>
                  </a:cubicBezTo>
                  <a:cubicBezTo>
                    <a:pt x="14559" y="1575"/>
                    <a:pt x="14532" y="1540"/>
                    <a:pt x="14506" y="1540"/>
                  </a:cubicBezTo>
                  <a:cubicBezTo>
                    <a:pt x="14479" y="1540"/>
                    <a:pt x="14479" y="1575"/>
                    <a:pt x="14452" y="1609"/>
                  </a:cubicBezTo>
                  <a:cubicBezTo>
                    <a:pt x="14452" y="1609"/>
                    <a:pt x="14506" y="1643"/>
                    <a:pt x="14532" y="1677"/>
                  </a:cubicBezTo>
                  <a:cubicBezTo>
                    <a:pt x="14559" y="1712"/>
                    <a:pt x="14559" y="1712"/>
                    <a:pt x="14532" y="1712"/>
                  </a:cubicBezTo>
                  <a:cubicBezTo>
                    <a:pt x="14506" y="1746"/>
                    <a:pt x="14506" y="1746"/>
                    <a:pt x="14532" y="1780"/>
                  </a:cubicBezTo>
                  <a:cubicBezTo>
                    <a:pt x="14586" y="1814"/>
                    <a:pt x="14506" y="1780"/>
                    <a:pt x="14532" y="1814"/>
                  </a:cubicBezTo>
                  <a:cubicBezTo>
                    <a:pt x="14559" y="1848"/>
                    <a:pt x="14452" y="1848"/>
                    <a:pt x="14398" y="1814"/>
                  </a:cubicBezTo>
                  <a:cubicBezTo>
                    <a:pt x="14317" y="1780"/>
                    <a:pt x="14263" y="1814"/>
                    <a:pt x="14237" y="1814"/>
                  </a:cubicBezTo>
                  <a:cubicBezTo>
                    <a:pt x="14210" y="1814"/>
                    <a:pt x="14183" y="1712"/>
                    <a:pt x="14183" y="1712"/>
                  </a:cubicBezTo>
                  <a:cubicBezTo>
                    <a:pt x="14183" y="1677"/>
                    <a:pt x="14102" y="1677"/>
                    <a:pt x="14048" y="1677"/>
                  </a:cubicBezTo>
                  <a:cubicBezTo>
                    <a:pt x="13994" y="1677"/>
                    <a:pt x="13914" y="1643"/>
                    <a:pt x="13887" y="1609"/>
                  </a:cubicBezTo>
                  <a:cubicBezTo>
                    <a:pt x="13860" y="1609"/>
                    <a:pt x="13887" y="1609"/>
                    <a:pt x="13860" y="1643"/>
                  </a:cubicBezTo>
                  <a:cubicBezTo>
                    <a:pt x="13860" y="1643"/>
                    <a:pt x="13752" y="1575"/>
                    <a:pt x="13699" y="1575"/>
                  </a:cubicBezTo>
                  <a:cubicBezTo>
                    <a:pt x="13645" y="1575"/>
                    <a:pt x="13618" y="1575"/>
                    <a:pt x="13591" y="1609"/>
                  </a:cubicBezTo>
                  <a:cubicBezTo>
                    <a:pt x="13591" y="1643"/>
                    <a:pt x="13645" y="1712"/>
                    <a:pt x="13672" y="1746"/>
                  </a:cubicBezTo>
                  <a:cubicBezTo>
                    <a:pt x="13699" y="1780"/>
                    <a:pt x="13618" y="1814"/>
                    <a:pt x="13591" y="1848"/>
                  </a:cubicBezTo>
                  <a:cubicBezTo>
                    <a:pt x="13591" y="1848"/>
                    <a:pt x="13618" y="1780"/>
                    <a:pt x="13618" y="1746"/>
                  </a:cubicBezTo>
                  <a:cubicBezTo>
                    <a:pt x="13591" y="1712"/>
                    <a:pt x="13537" y="1506"/>
                    <a:pt x="13510" y="1506"/>
                  </a:cubicBezTo>
                  <a:cubicBezTo>
                    <a:pt x="13510" y="1472"/>
                    <a:pt x="13483" y="1472"/>
                    <a:pt x="13430" y="1472"/>
                  </a:cubicBezTo>
                  <a:cubicBezTo>
                    <a:pt x="13403" y="1472"/>
                    <a:pt x="13403" y="1369"/>
                    <a:pt x="13376" y="1335"/>
                  </a:cubicBezTo>
                  <a:cubicBezTo>
                    <a:pt x="13376" y="1335"/>
                    <a:pt x="13376" y="1369"/>
                    <a:pt x="13322" y="1369"/>
                  </a:cubicBezTo>
                  <a:cubicBezTo>
                    <a:pt x="13295" y="1403"/>
                    <a:pt x="13295" y="1403"/>
                    <a:pt x="13268" y="1438"/>
                  </a:cubicBezTo>
                  <a:cubicBezTo>
                    <a:pt x="13214" y="1506"/>
                    <a:pt x="13214" y="1506"/>
                    <a:pt x="13161" y="1540"/>
                  </a:cubicBezTo>
                  <a:cubicBezTo>
                    <a:pt x="13107" y="1575"/>
                    <a:pt x="13026" y="1712"/>
                    <a:pt x="12999" y="1746"/>
                  </a:cubicBezTo>
                  <a:cubicBezTo>
                    <a:pt x="12945" y="1780"/>
                    <a:pt x="12972" y="1677"/>
                    <a:pt x="12972" y="1609"/>
                  </a:cubicBezTo>
                  <a:cubicBezTo>
                    <a:pt x="12972" y="1506"/>
                    <a:pt x="12972" y="1472"/>
                    <a:pt x="12945" y="1472"/>
                  </a:cubicBezTo>
                  <a:cubicBezTo>
                    <a:pt x="12945" y="1438"/>
                    <a:pt x="12999" y="1472"/>
                    <a:pt x="13026" y="1472"/>
                  </a:cubicBezTo>
                  <a:cubicBezTo>
                    <a:pt x="13053" y="1472"/>
                    <a:pt x="13161" y="1267"/>
                    <a:pt x="13187" y="1232"/>
                  </a:cubicBezTo>
                  <a:cubicBezTo>
                    <a:pt x="13241" y="1232"/>
                    <a:pt x="13241" y="1198"/>
                    <a:pt x="13295" y="1164"/>
                  </a:cubicBezTo>
                  <a:cubicBezTo>
                    <a:pt x="13322" y="1130"/>
                    <a:pt x="13349" y="1164"/>
                    <a:pt x="13430" y="1095"/>
                  </a:cubicBezTo>
                  <a:cubicBezTo>
                    <a:pt x="13483" y="1027"/>
                    <a:pt x="13456" y="856"/>
                    <a:pt x="13456" y="787"/>
                  </a:cubicBezTo>
                  <a:cubicBezTo>
                    <a:pt x="13456" y="685"/>
                    <a:pt x="13456" y="650"/>
                    <a:pt x="13430" y="616"/>
                  </a:cubicBezTo>
                  <a:cubicBezTo>
                    <a:pt x="13403" y="582"/>
                    <a:pt x="13403" y="582"/>
                    <a:pt x="13376" y="513"/>
                  </a:cubicBezTo>
                  <a:cubicBezTo>
                    <a:pt x="13349" y="479"/>
                    <a:pt x="13322" y="445"/>
                    <a:pt x="13295" y="445"/>
                  </a:cubicBezTo>
                  <a:cubicBezTo>
                    <a:pt x="13268" y="445"/>
                    <a:pt x="13241" y="445"/>
                    <a:pt x="13241" y="445"/>
                  </a:cubicBezTo>
                  <a:cubicBezTo>
                    <a:pt x="13241" y="445"/>
                    <a:pt x="13187" y="445"/>
                    <a:pt x="13161" y="445"/>
                  </a:cubicBezTo>
                  <a:cubicBezTo>
                    <a:pt x="13134" y="479"/>
                    <a:pt x="12918" y="445"/>
                    <a:pt x="12838" y="445"/>
                  </a:cubicBezTo>
                  <a:cubicBezTo>
                    <a:pt x="12757" y="445"/>
                    <a:pt x="12784" y="479"/>
                    <a:pt x="12757" y="513"/>
                  </a:cubicBezTo>
                  <a:cubicBezTo>
                    <a:pt x="12730" y="548"/>
                    <a:pt x="12703" y="548"/>
                    <a:pt x="12676" y="582"/>
                  </a:cubicBezTo>
                  <a:cubicBezTo>
                    <a:pt x="12649" y="582"/>
                    <a:pt x="12649" y="513"/>
                    <a:pt x="12676" y="479"/>
                  </a:cubicBezTo>
                  <a:cubicBezTo>
                    <a:pt x="12676" y="445"/>
                    <a:pt x="12703" y="342"/>
                    <a:pt x="12703" y="342"/>
                  </a:cubicBezTo>
                  <a:cubicBezTo>
                    <a:pt x="12703" y="308"/>
                    <a:pt x="12649" y="308"/>
                    <a:pt x="12623" y="308"/>
                  </a:cubicBezTo>
                  <a:cubicBezTo>
                    <a:pt x="12596" y="308"/>
                    <a:pt x="12649" y="274"/>
                    <a:pt x="12649" y="240"/>
                  </a:cubicBezTo>
                  <a:cubicBezTo>
                    <a:pt x="12676" y="240"/>
                    <a:pt x="12676" y="205"/>
                    <a:pt x="12676" y="171"/>
                  </a:cubicBezTo>
                  <a:cubicBezTo>
                    <a:pt x="12676" y="137"/>
                    <a:pt x="12676" y="137"/>
                    <a:pt x="12623" y="103"/>
                  </a:cubicBezTo>
                  <a:cubicBezTo>
                    <a:pt x="12596" y="68"/>
                    <a:pt x="12569" y="34"/>
                    <a:pt x="12542" y="34"/>
                  </a:cubicBezTo>
                  <a:cubicBezTo>
                    <a:pt x="12488" y="0"/>
                    <a:pt x="12488" y="0"/>
                    <a:pt x="12461" y="0"/>
                  </a:cubicBezTo>
                  <a:cubicBezTo>
                    <a:pt x="12434" y="0"/>
                    <a:pt x="12434" y="0"/>
                    <a:pt x="12407" y="34"/>
                  </a:cubicBezTo>
                  <a:cubicBezTo>
                    <a:pt x="12380" y="34"/>
                    <a:pt x="12300" y="68"/>
                    <a:pt x="12300" y="103"/>
                  </a:cubicBezTo>
                  <a:cubicBezTo>
                    <a:pt x="12300" y="137"/>
                    <a:pt x="12300" y="171"/>
                    <a:pt x="12246" y="240"/>
                  </a:cubicBezTo>
                  <a:cubicBezTo>
                    <a:pt x="12219" y="308"/>
                    <a:pt x="12246" y="342"/>
                    <a:pt x="12246" y="411"/>
                  </a:cubicBezTo>
                  <a:cubicBezTo>
                    <a:pt x="12246" y="479"/>
                    <a:pt x="12246" y="513"/>
                    <a:pt x="12138" y="513"/>
                  </a:cubicBezTo>
                  <a:cubicBezTo>
                    <a:pt x="12058" y="548"/>
                    <a:pt x="12058" y="479"/>
                    <a:pt x="12031" y="548"/>
                  </a:cubicBezTo>
                  <a:cubicBezTo>
                    <a:pt x="12004" y="582"/>
                    <a:pt x="12058" y="650"/>
                    <a:pt x="12165" y="719"/>
                  </a:cubicBezTo>
                  <a:cubicBezTo>
                    <a:pt x="12273" y="753"/>
                    <a:pt x="12246" y="719"/>
                    <a:pt x="12246" y="753"/>
                  </a:cubicBezTo>
                  <a:cubicBezTo>
                    <a:pt x="12246" y="787"/>
                    <a:pt x="12192" y="753"/>
                    <a:pt x="12165" y="753"/>
                  </a:cubicBezTo>
                  <a:cubicBezTo>
                    <a:pt x="12112" y="787"/>
                    <a:pt x="12165" y="787"/>
                    <a:pt x="12192" y="787"/>
                  </a:cubicBezTo>
                  <a:cubicBezTo>
                    <a:pt x="12219" y="787"/>
                    <a:pt x="12246" y="822"/>
                    <a:pt x="12273" y="856"/>
                  </a:cubicBezTo>
                  <a:cubicBezTo>
                    <a:pt x="12300" y="924"/>
                    <a:pt x="12246" y="958"/>
                    <a:pt x="12246" y="993"/>
                  </a:cubicBezTo>
                  <a:cubicBezTo>
                    <a:pt x="12246" y="993"/>
                    <a:pt x="12246" y="924"/>
                    <a:pt x="12219" y="890"/>
                  </a:cubicBezTo>
                  <a:cubicBezTo>
                    <a:pt x="12219" y="856"/>
                    <a:pt x="12192" y="856"/>
                    <a:pt x="12165" y="890"/>
                  </a:cubicBezTo>
                  <a:cubicBezTo>
                    <a:pt x="12112" y="890"/>
                    <a:pt x="12085" y="856"/>
                    <a:pt x="12085" y="822"/>
                  </a:cubicBezTo>
                  <a:cubicBezTo>
                    <a:pt x="12058" y="787"/>
                    <a:pt x="12031" y="753"/>
                    <a:pt x="12004" y="719"/>
                  </a:cubicBezTo>
                  <a:cubicBezTo>
                    <a:pt x="11950" y="685"/>
                    <a:pt x="11950" y="719"/>
                    <a:pt x="11896" y="719"/>
                  </a:cubicBezTo>
                  <a:cubicBezTo>
                    <a:pt x="11869" y="753"/>
                    <a:pt x="11896" y="685"/>
                    <a:pt x="11843" y="650"/>
                  </a:cubicBezTo>
                  <a:cubicBezTo>
                    <a:pt x="11816" y="650"/>
                    <a:pt x="11843" y="616"/>
                    <a:pt x="11789" y="650"/>
                  </a:cubicBezTo>
                  <a:cubicBezTo>
                    <a:pt x="11762" y="650"/>
                    <a:pt x="11762" y="650"/>
                    <a:pt x="11708" y="650"/>
                  </a:cubicBezTo>
                  <a:cubicBezTo>
                    <a:pt x="11654" y="650"/>
                    <a:pt x="11654" y="685"/>
                    <a:pt x="11600" y="685"/>
                  </a:cubicBezTo>
                  <a:cubicBezTo>
                    <a:pt x="11574" y="685"/>
                    <a:pt x="11600" y="650"/>
                    <a:pt x="11600" y="616"/>
                  </a:cubicBezTo>
                  <a:cubicBezTo>
                    <a:pt x="11600" y="616"/>
                    <a:pt x="11547" y="650"/>
                    <a:pt x="11520" y="685"/>
                  </a:cubicBezTo>
                  <a:cubicBezTo>
                    <a:pt x="11466" y="685"/>
                    <a:pt x="11439" y="719"/>
                    <a:pt x="11412" y="753"/>
                  </a:cubicBezTo>
                  <a:cubicBezTo>
                    <a:pt x="11385" y="753"/>
                    <a:pt x="11278" y="787"/>
                    <a:pt x="11197" y="856"/>
                  </a:cubicBezTo>
                  <a:cubicBezTo>
                    <a:pt x="11116" y="890"/>
                    <a:pt x="11116" y="958"/>
                    <a:pt x="11062" y="1027"/>
                  </a:cubicBezTo>
                  <a:cubicBezTo>
                    <a:pt x="11036" y="1061"/>
                    <a:pt x="11062" y="1061"/>
                    <a:pt x="11009" y="1095"/>
                  </a:cubicBezTo>
                  <a:cubicBezTo>
                    <a:pt x="10982" y="1095"/>
                    <a:pt x="10928" y="1130"/>
                    <a:pt x="10901" y="1164"/>
                  </a:cubicBezTo>
                  <a:cubicBezTo>
                    <a:pt x="10874" y="1198"/>
                    <a:pt x="10874" y="1198"/>
                    <a:pt x="10847" y="1232"/>
                  </a:cubicBezTo>
                  <a:cubicBezTo>
                    <a:pt x="10793" y="1267"/>
                    <a:pt x="10820" y="1301"/>
                    <a:pt x="10820" y="1335"/>
                  </a:cubicBezTo>
                  <a:cubicBezTo>
                    <a:pt x="10820" y="1369"/>
                    <a:pt x="10874" y="1369"/>
                    <a:pt x="10847" y="1403"/>
                  </a:cubicBezTo>
                  <a:cubicBezTo>
                    <a:pt x="10847" y="1438"/>
                    <a:pt x="10847" y="1472"/>
                    <a:pt x="10793" y="1472"/>
                  </a:cubicBezTo>
                  <a:cubicBezTo>
                    <a:pt x="10740" y="1472"/>
                    <a:pt x="10713" y="1506"/>
                    <a:pt x="10632" y="1540"/>
                  </a:cubicBezTo>
                  <a:cubicBezTo>
                    <a:pt x="10551" y="1575"/>
                    <a:pt x="10498" y="1540"/>
                    <a:pt x="10471" y="1575"/>
                  </a:cubicBezTo>
                  <a:cubicBezTo>
                    <a:pt x="10417" y="1609"/>
                    <a:pt x="10471" y="1712"/>
                    <a:pt x="10444" y="1746"/>
                  </a:cubicBezTo>
                  <a:cubicBezTo>
                    <a:pt x="10444" y="1814"/>
                    <a:pt x="10471" y="1848"/>
                    <a:pt x="10498" y="1883"/>
                  </a:cubicBezTo>
                  <a:cubicBezTo>
                    <a:pt x="10524" y="1951"/>
                    <a:pt x="10524" y="1985"/>
                    <a:pt x="10578" y="1985"/>
                  </a:cubicBezTo>
                  <a:cubicBezTo>
                    <a:pt x="10605" y="2020"/>
                    <a:pt x="10659" y="2054"/>
                    <a:pt x="10686" y="2088"/>
                  </a:cubicBezTo>
                  <a:cubicBezTo>
                    <a:pt x="10713" y="2122"/>
                    <a:pt x="10740" y="2122"/>
                    <a:pt x="10767" y="2157"/>
                  </a:cubicBezTo>
                  <a:cubicBezTo>
                    <a:pt x="10793" y="2191"/>
                    <a:pt x="10793" y="2294"/>
                    <a:pt x="10793" y="2328"/>
                  </a:cubicBezTo>
                  <a:cubicBezTo>
                    <a:pt x="10793" y="2362"/>
                    <a:pt x="10767" y="2499"/>
                    <a:pt x="10767" y="2533"/>
                  </a:cubicBezTo>
                  <a:cubicBezTo>
                    <a:pt x="10767" y="2567"/>
                    <a:pt x="10740" y="2465"/>
                    <a:pt x="10713" y="2430"/>
                  </a:cubicBezTo>
                  <a:cubicBezTo>
                    <a:pt x="10713" y="2430"/>
                    <a:pt x="10686" y="2430"/>
                    <a:pt x="10659" y="2430"/>
                  </a:cubicBezTo>
                  <a:cubicBezTo>
                    <a:pt x="10632" y="2465"/>
                    <a:pt x="10686" y="2362"/>
                    <a:pt x="10713" y="2328"/>
                  </a:cubicBezTo>
                  <a:cubicBezTo>
                    <a:pt x="10740" y="2328"/>
                    <a:pt x="10740" y="2259"/>
                    <a:pt x="10740" y="2225"/>
                  </a:cubicBezTo>
                  <a:cubicBezTo>
                    <a:pt x="10740" y="2191"/>
                    <a:pt x="10578" y="2191"/>
                    <a:pt x="10524" y="2157"/>
                  </a:cubicBezTo>
                  <a:cubicBezTo>
                    <a:pt x="10498" y="2122"/>
                    <a:pt x="10390" y="1917"/>
                    <a:pt x="10363" y="1883"/>
                  </a:cubicBezTo>
                  <a:cubicBezTo>
                    <a:pt x="10363" y="1814"/>
                    <a:pt x="10282" y="1814"/>
                    <a:pt x="10282" y="1814"/>
                  </a:cubicBezTo>
                  <a:cubicBezTo>
                    <a:pt x="10255" y="1814"/>
                    <a:pt x="10202" y="1883"/>
                    <a:pt x="10202" y="1883"/>
                  </a:cubicBezTo>
                  <a:cubicBezTo>
                    <a:pt x="10175" y="1917"/>
                    <a:pt x="10229" y="1917"/>
                    <a:pt x="10255" y="1951"/>
                  </a:cubicBezTo>
                  <a:cubicBezTo>
                    <a:pt x="10282" y="1951"/>
                    <a:pt x="10282" y="1985"/>
                    <a:pt x="10255" y="2020"/>
                  </a:cubicBezTo>
                  <a:cubicBezTo>
                    <a:pt x="10255" y="2020"/>
                    <a:pt x="10255" y="1951"/>
                    <a:pt x="10229" y="1985"/>
                  </a:cubicBezTo>
                  <a:cubicBezTo>
                    <a:pt x="10202" y="2020"/>
                    <a:pt x="10148" y="1951"/>
                    <a:pt x="10121" y="1951"/>
                  </a:cubicBezTo>
                  <a:cubicBezTo>
                    <a:pt x="10094" y="1951"/>
                    <a:pt x="10040" y="1951"/>
                    <a:pt x="10040" y="1985"/>
                  </a:cubicBezTo>
                  <a:cubicBezTo>
                    <a:pt x="10067" y="1985"/>
                    <a:pt x="10040" y="2020"/>
                    <a:pt x="10067" y="2054"/>
                  </a:cubicBezTo>
                  <a:cubicBezTo>
                    <a:pt x="10067" y="2122"/>
                    <a:pt x="10121" y="2157"/>
                    <a:pt x="10148" y="2191"/>
                  </a:cubicBezTo>
                  <a:cubicBezTo>
                    <a:pt x="10175" y="2191"/>
                    <a:pt x="10229" y="2191"/>
                    <a:pt x="10255" y="2225"/>
                  </a:cubicBezTo>
                  <a:cubicBezTo>
                    <a:pt x="10282" y="2259"/>
                    <a:pt x="10282" y="2294"/>
                    <a:pt x="10255" y="2328"/>
                  </a:cubicBezTo>
                  <a:cubicBezTo>
                    <a:pt x="10255" y="2362"/>
                    <a:pt x="10202" y="2294"/>
                    <a:pt x="10148" y="2294"/>
                  </a:cubicBezTo>
                  <a:cubicBezTo>
                    <a:pt x="10121" y="2328"/>
                    <a:pt x="10067" y="2328"/>
                    <a:pt x="10040" y="2328"/>
                  </a:cubicBezTo>
                  <a:cubicBezTo>
                    <a:pt x="10013" y="2328"/>
                    <a:pt x="9986" y="2294"/>
                    <a:pt x="9986" y="2225"/>
                  </a:cubicBezTo>
                  <a:cubicBezTo>
                    <a:pt x="10013" y="2191"/>
                    <a:pt x="9986" y="1917"/>
                    <a:pt x="9960" y="1883"/>
                  </a:cubicBezTo>
                  <a:cubicBezTo>
                    <a:pt x="9933" y="1848"/>
                    <a:pt x="9906" y="1814"/>
                    <a:pt x="9906" y="1814"/>
                  </a:cubicBezTo>
                  <a:cubicBezTo>
                    <a:pt x="9906" y="1848"/>
                    <a:pt x="9906" y="1985"/>
                    <a:pt x="9906" y="2020"/>
                  </a:cubicBezTo>
                  <a:cubicBezTo>
                    <a:pt x="9906" y="2054"/>
                    <a:pt x="9798" y="2122"/>
                    <a:pt x="9798" y="2157"/>
                  </a:cubicBezTo>
                  <a:cubicBezTo>
                    <a:pt x="9798" y="2225"/>
                    <a:pt x="9771" y="2225"/>
                    <a:pt x="9771" y="2294"/>
                  </a:cubicBezTo>
                  <a:cubicBezTo>
                    <a:pt x="9744" y="2328"/>
                    <a:pt x="9852" y="2430"/>
                    <a:pt x="9879" y="2465"/>
                  </a:cubicBezTo>
                  <a:cubicBezTo>
                    <a:pt x="9906" y="2499"/>
                    <a:pt x="9879" y="2533"/>
                    <a:pt x="9879" y="2567"/>
                  </a:cubicBezTo>
                  <a:cubicBezTo>
                    <a:pt x="9879" y="2567"/>
                    <a:pt x="9852" y="2773"/>
                    <a:pt x="9879" y="2841"/>
                  </a:cubicBezTo>
                  <a:cubicBezTo>
                    <a:pt x="9879" y="2944"/>
                    <a:pt x="9879" y="2978"/>
                    <a:pt x="9906" y="3012"/>
                  </a:cubicBezTo>
                  <a:cubicBezTo>
                    <a:pt x="9933" y="3012"/>
                    <a:pt x="9933" y="2978"/>
                    <a:pt x="9960" y="2978"/>
                  </a:cubicBezTo>
                  <a:cubicBezTo>
                    <a:pt x="9986" y="2978"/>
                    <a:pt x="10013" y="2944"/>
                    <a:pt x="10040" y="2944"/>
                  </a:cubicBezTo>
                  <a:cubicBezTo>
                    <a:pt x="10067" y="2944"/>
                    <a:pt x="10148" y="2944"/>
                    <a:pt x="10202" y="2944"/>
                  </a:cubicBezTo>
                  <a:cubicBezTo>
                    <a:pt x="10255" y="2978"/>
                    <a:pt x="10255" y="3012"/>
                    <a:pt x="10282" y="3081"/>
                  </a:cubicBezTo>
                  <a:cubicBezTo>
                    <a:pt x="10282" y="3115"/>
                    <a:pt x="10336" y="3184"/>
                    <a:pt x="10363" y="3218"/>
                  </a:cubicBezTo>
                  <a:cubicBezTo>
                    <a:pt x="10390" y="3286"/>
                    <a:pt x="10309" y="3286"/>
                    <a:pt x="10309" y="3355"/>
                  </a:cubicBezTo>
                  <a:cubicBezTo>
                    <a:pt x="10309" y="3457"/>
                    <a:pt x="10363" y="3492"/>
                    <a:pt x="10417" y="3492"/>
                  </a:cubicBezTo>
                  <a:cubicBezTo>
                    <a:pt x="10444" y="3526"/>
                    <a:pt x="10390" y="3526"/>
                    <a:pt x="10363" y="3526"/>
                  </a:cubicBezTo>
                  <a:cubicBezTo>
                    <a:pt x="10336" y="3526"/>
                    <a:pt x="10309" y="3560"/>
                    <a:pt x="10309" y="3594"/>
                  </a:cubicBezTo>
                  <a:cubicBezTo>
                    <a:pt x="10282" y="3594"/>
                    <a:pt x="10255" y="3560"/>
                    <a:pt x="10255" y="3526"/>
                  </a:cubicBezTo>
                  <a:cubicBezTo>
                    <a:pt x="10229" y="3526"/>
                    <a:pt x="10229" y="3320"/>
                    <a:pt x="10202" y="3252"/>
                  </a:cubicBezTo>
                  <a:cubicBezTo>
                    <a:pt x="10202" y="3184"/>
                    <a:pt x="10175" y="3115"/>
                    <a:pt x="10148" y="3081"/>
                  </a:cubicBezTo>
                  <a:cubicBezTo>
                    <a:pt x="10094" y="3047"/>
                    <a:pt x="9960" y="3184"/>
                    <a:pt x="9933" y="3218"/>
                  </a:cubicBezTo>
                  <a:cubicBezTo>
                    <a:pt x="9933" y="3252"/>
                    <a:pt x="9960" y="3252"/>
                    <a:pt x="9986" y="3320"/>
                  </a:cubicBezTo>
                  <a:cubicBezTo>
                    <a:pt x="9986" y="3355"/>
                    <a:pt x="9960" y="3457"/>
                    <a:pt x="9933" y="3526"/>
                  </a:cubicBezTo>
                  <a:cubicBezTo>
                    <a:pt x="9906" y="3629"/>
                    <a:pt x="9825" y="3765"/>
                    <a:pt x="9798" y="3765"/>
                  </a:cubicBezTo>
                  <a:cubicBezTo>
                    <a:pt x="9771" y="3800"/>
                    <a:pt x="9852" y="3834"/>
                    <a:pt x="9879" y="3902"/>
                  </a:cubicBezTo>
                  <a:cubicBezTo>
                    <a:pt x="9906" y="3937"/>
                    <a:pt x="9906" y="3971"/>
                    <a:pt x="9879" y="4039"/>
                  </a:cubicBezTo>
                  <a:cubicBezTo>
                    <a:pt x="9879" y="4074"/>
                    <a:pt x="9798" y="3868"/>
                    <a:pt x="9771" y="3834"/>
                  </a:cubicBezTo>
                  <a:cubicBezTo>
                    <a:pt x="9744" y="3800"/>
                    <a:pt x="9664" y="3800"/>
                    <a:pt x="9610" y="3800"/>
                  </a:cubicBezTo>
                  <a:cubicBezTo>
                    <a:pt x="9556" y="3800"/>
                    <a:pt x="9475" y="3765"/>
                    <a:pt x="9448" y="3697"/>
                  </a:cubicBezTo>
                  <a:cubicBezTo>
                    <a:pt x="9422" y="3663"/>
                    <a:pt x="9395" y="3697"/>
                    <a:pt x="9395" y="3697"/>
                  </a:cubicBezTo>
                  <a:cubicBezTo>
                    <a:pt x="9368" y="3731"/>
                    <a:pt x="9368" y="3697"/>
                    <a:pt x="9368" y="3663"/>
                  </a:cubicBezTo>
                  <a:cubicBezTo>
                    <a:pt x="9395" y="3629"/>
                    <a:pt x="9529" y="3663"/>
                    <a:pt x="9583" y="3663"/>
                  </a:cubicBezTo>
                  <a:cubicBezTo>
                    <a:pt x="9637" y="3663"/>
                    <a:pt x="9664" y="3629"/>
                    <a:pt x="9717" y="3594"/>
                  </a:cubicBezTo>
                  <a:cubicBezTo>
                    <a:pt x="9771" y="3560"/>
                    <a:pt x="9825" y="3252"/>
                    <a:pt x="9825" y="3218"/>
                  </a:cubicBezTo>
                  <a:cubicBezTo>
                    <a:pt x="9852" y="3184"/>
                    <a:pt x="9825" y="3149"/>
                    <a:pt x="9798" y="3115"/>
                  </a:cubicBezTo>
                  <a:cubicBezTo>
                    <a:pt x="9771" y="3081"/>
                    <a:pt x="9717" y="2910"/>
                    <a:pt x="9717" y="2807"/>
                  </a:cubicBezTo>
                  <a:cubicBezTo>
                    <a:pt x="9717" y="2704"/>
                    <a:pt x="9717" y="2602"/>
                    <a:pt x="9717" y="2533"/>
                  </a:cubicBezTo>
                  <a:cubicBezTo>
                    <a:pt x="9717" y="2465"/>
                    <a:pt x="9637" y="2396"/>
                    <a:pt x="9637" y="2328"/>
                  </a:cubicBezTo>
                  <a:cubicBezTo>
                    <a:pt x="9610" y="2294"/>
                    <a:pt x="9637" y="2259"/>
                    <a:pt x="9637" y="2225"/>
                  </a:cubicBezTo>
                  <a:cubicBezTo>
                    <a:pt x="9664" y="2191"/>
                    <a:pt x="9664" y="1985"/>
                    <a:pt x="9691" y="1951"/>
                  </a:cubicBezTo>
                  <a:cubicBezTo>
                    <a:pt x="9691" y="1917"/>
                    <a:pt x="9717" y="1917"/>
                    <a:pt x="9717" y="1883"/>
                  </a:cubicBezTo>
                  <a:cubicBezTo>
                    <a:pt x="9717" y="1848"/>
                    <a:pt x="9664" y="1814"/>
                    <a:pt x="9637" y="1814"/>
                  </a:cubicBezTo>
                  <a:cubicBezTo>
                    <a:pt x="9610" y="1814"/>
                    <a:pt x="9556" y="1848"/>
                    <a:pt x="9502" y="1848"/>
                  </a:cubicBezTo>
                  <a:cubicBezTo>
                    <a:pt x="9448" y="1848"/>
                    <a:pt x="9422" y="1814"/>
                    <a:pt x="9422" y="1814"/>
                  </a:cubicBezTo>
                  <a:cubicBezTo>
                    <a:pt x="9395" y="1814"/>
                    <a:pt x="9368" y="1814"/>
                    <a:pt x="9341" y="1848"/>
                  </a:cubicBezTo>
                  <a:cubicBezTo>
                    <a:pt x="9314" y="1883"/>
                    <a:pt x="9341" y="1917"/>
                    <a:pt x="9287" y="2122"/>
                  </a:cubicBezTo>
                  <a:cubicBezTo>
                    <a:pt x="9260" y="2294"/>
                    <a:pt x="9126" y="2328"/>
                    <a:pt x="9126" y="2362"/>
                  </a:cubicBezTo>
                  <a:cubicBezTo>
                    <a:pt x="9126" y="2396"/>
                    <a:pt x="9099" y="2430"/>
                    <a:pt x="9099" y="2465"/>
                  </a:cubicBezTo>
                  <a:cubicBezTo>
                    <a:pt x="9099" y="2499"/>
                    <a:pt x="9099" y="2465"/>
                    <a:pt x="9126" y="2499"/>
                  </a:cubicBezTo>
                  <a:cubicBezTo>
                    <a:pt x="9153" y="2499"/>
                    <a:pt x="9153" y="2704"/>
                    <a:pt x="9180" y="2704"/>
                  </a:cubicBezTo>
                  <a:cubicBezTo>
                    <a:pt x="9180" y="2739"/>
                    <a:pt x="9153" y="2739"/>
                    <a:pt x="9126" y="2739"/>
                  </a:cubicBezTo>
                  <a:cubicBezTo>
                    <a:pt x="9126" y="2739"/>
                    <a:pt x="9126" y="2841"/>
                    <a:pt x="9153" y="2875"/>
                  </a:cubicBezTo>
                  <a:cubicBezTo>
                    <a:pt x="9180" y="2910"/>
                    <a:pt x="9180" y="2875"/>
                    <a:pt x="9206" y="2841"/>
                  </a:cubicBezTo>
                  <a:cubicBezTo>
                    <a:pt x="9206" y="2841"/>
                    <a:pt x="9233" y="2944"/>
                    <a:pt x="9260" y="3012"/>
                  </a:cubicBezTo>
                  <a:cubicBezTo>
                    <a:pt x="9287" y="3047"/>
                    <a:pt x="9314" y="3081"/>
                    <a:pt x="9368" y="3047"/>
                  </a:cubicBezTo>
                  <a:cubicBezTo>
                    <a:pt x="9395" y="3047"/>
                    <a:pt x="9368" y="3218"/>
                    <a:pt x="9341" y="3252"/>
                  </a:cubicBezTo>
                  <a:cubicBezTo>
                    <a:pt x="9314" y="3286"/>
                    <a:pt x="9314" y="3149"/>
                    <a:pt x="9233" y="3115"/>
                  </a:cubicBezTo>
                  <a:cubicBezTo>
                    <a:pt x="9180" y="3047"/>
                    <a:pt x="9099" y="3012"/>
                    <a:pt x="9099" y="2978"/>
                  </a:cubicBezTo>
                  <a:cubicBezTo>
                    <a:pt x="9072" y="2978"/>
                    <a:pt x="8964" y="2841"/>
                    <a:pt x="8884" y="2841"/>
                  </a:cubicBezTo>
                  <a:cubicBezTo>
                    <a:pt x="8830" y="2841"/>
                    <a:pt x="8776" y="2807"/>
                    <a:pt x="8695" y="2807"/>
                  </a:cubicBezTo>
                  <a:cubicBezTo>
                    <a:pt x="8642" y="2807"/>
                    <a:pt x="8615" y="2773"/>
                    <a:pt x="8588" y="2773"/>
                  </a:cubicBezTo>
                  <a:cubicBezTo>
                    <a:pt x="8561" y="2739"/>
                    <a:pt x="8534" y="2773"/>
                    <a:pt x="8561" y="2807"/>
                  </a:cubicBezTo>
                  <a:cubicBezTo>
                    <a:pt x="8561" y="2807"/>
                    <a:pt x="8507" y="2841"/>
                    <a:pt x="8534" y="2910"/>
                  </a:cubicBezTo>
                  <a:cubicBezTo>
                    <a:pt x="8561" y="2978"/>
                    <a:pt x="8588" y="3012"/>
                    <a:pt x="8588" y="3047"/>
                  </a:cubicBezTo>
                  <a:cubicBezTo>
                    <a:pt x="8615" y="3115"/>
                    <a:pt x="8561" y="3115"/>
                    <a:pt x="8534" y="3115"/>
                  </a:cubicBezTo>
                  <a:cubicBezTo>
                    <a:pt x="8480" y="3115"/>
                    <a:pt x="8507" y="3149"/>
                    <a:pt x="8507" y="3218"/>
                  </a:cubicBezTo>
                  <a:cubicBezTo>
                    <a:pt x="8507" y="3286"/>
                    <a:pt x="8480" y="3218"/>
                    <a:pt x="8453" y="3184"/>
                  </a:cubicBezTo>
                  <a:cubicBezTo>
                    <a:pt x="8426" y="3184"/>
                    <a:pt x="8426" y="3184"/>
                    <a:pt x="8453" y="3184"/>
                  </a:cubicBezTo>
                  <a:cubicBezTo>
                    <a:pt x="8453" y="3184"/>
                    <a:pt x="8453" y="3149"/>
                    <a:pt x="8453" y="3115"/>
                  </a:cubicBezTo>
                  <a:cubicBezTo>
                    <a:pt x="8480" y="3115"/>
                    <a:pt x="8426" y="3081"/>
                    <a:pt x="8426" y="3047"/>
                  </a:cubicBezTo>
                  <a:cubicBezTo>
                    <a:pt x="8399" y="3047"/>
                    <a:pt x="8373" y="3047"/>
                    <a:pt x="8346" y="3115"/>
                  </a:cubicBezTo>
                  <a:cubicBezTo>
                    <a:pt x="8292" y="3149"/>
                    <a:pt x="8292" y="3149"/>
                    <a:pt x="8211" y="3149"/>
                  </a:cubicBezTo>
                  <a:cubicBezTo>
                    <a:pt x="8157" y="3184"/>
                    <a:pt x="8157" y="3115"/>
                    <a:pt x="8104" y="3149"/>
                  </a:cubicBezTo>
                  <a:cubicBezTo>
                    <a:pt x="8050" y="3184"/>
                    <a:pt x="8050" y="3184"/>
                    <a:pt x="8023" y="3218"/>
                  </a:cubicBezTo>
                  <a:cubicBezTo>
                    <a:pt x="8023" y="3218"/>
                    <a:pt x="8050" y="3252"/>
                    <a:pt x="8023" y="3252"/>
                  </a:cubicBezTo>
                  <a:cubicBezTo>
                    <a:pt x="7969" y="3286"/>
                    <a:pt x="7969" y="3252"/>
                    <a:pt x="7969" y="3286"/>
                  </a:cubicBezTo>
                  <a:cubicBezTo>
                    <a:pt x="7942" y="3320"/>
                    <a:pt x="7915" y="3320"/>
                    <a:pt x="7915" y="3355"/>
                  </a:cubicBezTo>
                  <a:cubicBezTo>
                    <a:pt x="7888" y="3355"/>
                    <a:pt x="7888" y="3320"/>
                    <a:pt x="7861" y="3355"/>
                  </a:cubicBezTo>
                  <a:cubicBezTo>
                    <a:pt x="7835" y="3355"/>
                    <a:pt x="7861" y="3320"/>
                    <a:pt x="7808" y="3320"/>
                  </a:cubicBezTo>
                  <a:cubicBezTo>
                    <a:pt x="7781" y="3355"/>
                    <a:pt x="7808" y="3286"/>
                    <a:pt x="7808" y="3286"/>
                  </a:cubicBezTo>
                  <a:cubicBezTo>
                    <a:pt x="7835" y="3252"/>
                    <a:pt x="7888" y="3218"/>
                    <a:pt x="7915" y="3218"/>
                  </a:cubicBezTo>
                  <a:cubicBezTo>
                    <a:pt x="7915" y="3184"/>
                    <a:pt x="7915" y="3115"/>
                    <a:pt x="7915" y="3081"/>
                  </a:cubicBezTo>
                  <a:cubicBezTo>
                    <a:pt x="7915" y="3047"/>
                    <a:pt x="7942" y="3047"/>
                    <a:pt x="7969" y="3012"/>
                  </a:cubicBezTo>
                  <a:cubicBezTo>
                    <a:pt x="7969" y="3012"/>
                    <a:pt x="7915" y="3047"/>
                    <a:pt x="7888" y="3081"/>
                  </a:cubicBezTo>
                  <a:cubicBezTo>
                    <a:pt x="7835" y="3081"/>
                    <a:pt x="7781" y="3149"/>
                    <a:pt x="7754" y="3149"/>
                  </a:cubicBezTo>
                  <a:cubicBezTo>
                    <a:pt x="7727" y="3184"/>
                    <a:pt x="7700" y="3184"/>
                    <a:pt x="7619" y="3218"/>
                  </a:cubicBezTo>
                  <a:cubicBezTo>
                    <a:pt x="7566" y="3218"/>
                    <a:pt x="7539" y="3320"/>
                    <a:pt x="7512" y="3320"/>
                  </a:cubicBezTo>
                  <a:cubicBezTo>
                    <a:pt x="7485" y="3355"/>
                    <a:pt x="7458" y="3320"/>
                    <a:pt x="7431" y="3320"/>
                  </a:cubicBezTo>
                  <a:cubicBezTo>
                    <a:pt x="7404" y="3320"/>
                    <a:pt x="7458" y="3355"/>
                    <a:pt x="7458" y="3389"/>
                  </a:cubicBezTo>
                  <a:cubicBezTo>
                    <a:pt x="7458" y="3389"/>
                    <a:pt x="7377" y="3389"/>
                    <a:pt x="7377" y="3423"/>
                  </a:cubicBezTo>
                  <a:cubicBezTo>
                    <a:pt x="7350" y="3423"/>
                    <a:pt x="7377" y="3492"/>
                    <a:pt x="7350" y="3560"/>
                  </a:cubicBezTo>
                  <a:cubicBezTo>
                    <a:pt x="7350" y="3629"/>
                    <a:pt x="7243" y="3594"/>
                    <a:pt x="7189" y="3629"/>
                  </a:cubicBezTo>
                  <a:cubicBezTo>
                    <a:pt x="7135" y="3629"/>
                    <a:pt x="7135" y="3560"/>
                    <a:pt x="7135" y="3526"/>
                  </a:cubicBezTo>
                  <a:cubicBezTo>
                    <a:pt x="7108" y="3492"/>
                    <a:pt x="7081" y="3492"/>
                    <a:pt x="7054" y="3492"/>
                  </a:cubicBezTo>
                  <a:cubicBezTo>
                    <a:pt x="7028" y="3457"/>
                    <a:pt x="7054" y="3423"/>
                    <a:pt x="7081" y="3389"/>
                  </a:cubicBezTo>
                  <a:cubicBezTo>
                    <a:pt x="7108" y="3355"/>
                    <a:pt x="7189" y="3320"/>
                    <a:pt x="7189" y="3320"/>
                  </a:cubicBezTo>
                  <a:cubicBezTo>
                    <a:pt x="7216" y="3320"/>
                    <a:pt x="7162" y="3252"/>
                    <a:pt x="7135" y="3218"/>
                  </a:cubicBezTo>
                  <a:cubicBezTo>
                    <a:pt x="7135" y="3184"/>
                    <a:pt x="7081" y="3149"/>
                    <a:pt x="7028" y="3149"/>
                  </a:cubicBezTo>
                  <a:cubicBezTo>
                    <a:pt x="6974" y="3149"/>
                    <a:pt x="6947" y="3149"/>
                    <a:pt x="6893" y="3115"/>
                  </a:cubicBezTo>
                  <a:cubicBezTo>
                    <a:pt x="6839" y="3115"/>
                    <a:pt x="6866" y="3149"/>
                    <a:pt x="6893" y="3184"/>
                  </a:cubicBezTo>
                  <a:cubicBezTo>
                    <a:pt x="6920" y="3184"/>
                    <a:pt x="6947" y="3252"/>
                    <a:pt x="6947" y="3286"/>
                  </a:cubicBezTo>
                  <a:cubicBezTo>
                    <a:pt x="6974" y="3320"/>
                    <a:pt x="6893" y="3492"/>
                    <a:pt x="6893" y="3526"/>
                  </a:cubicBezTo>
                  <a:cubicBezTo>
                    <a:pt x="6893" y="3560"/>
                    <a:pt x="6974" y="3560"/>
                    <a:pt x="7001" y="3629"/>
                  </a:cubicBezTo>
                  <a:cubicBezTo>
                    <a:pt x="7028" y="3697"/>
                    <a:pt x="6947" y="3800"/>
                    <a:pt x="6947" y="3834"/>
                  </a:cubicBezTo>
                  <a:cubicBezTo>
                    <a:pt x="6920" y="3834"/>
                    <a:pt x="6893" y="3834"/>
                    <a:pt x="6893" y="3800"/>
                  </a:cubicBezTo>
                  <a:cubicBezTo>
                    <a:pt x="6866" y="3800"/>
                    <a:pt x="6839" y="3765"/>
                    <a:pt x="6812" y="3765"/>
                  </a:cubicBezTo>
                  <a:cubicBezTo>
                    <a:pt x="6785" y="3765"/>
                    <a:pt x="6785" y="3731"/>
                    <a:pt x="6785" y="3731"/>
                  </a:cubicBezTo>
                  <a:cubicBezTo>
                    <a:pt x="6759" y="3731"/>
                    <a:pt x="6732" y="3800"/>
                    <a:pt x="6705" y="3834"/>
                  </a:cubicBezTo>
                  <a:cubicBezTo>
                    <a:pt x="6678" y="3834"/>
                    <a:pt x="6624" y="3868"/>
                    <a:pt x="6597" y="3902"/>
                  </a:cubicBezTo>
                  <a:cubicBezTo>
                    <a:pt x="6570" y="3937"/>
                    <a:pt x="6516" y="3971"/>
                    <a:pt x="6516" y="4005"/>
                  </a:cubicBezTo>
                  <a:cubicBezTo>
                    <a:pt x="6490" y="4039"/>
                    <a:pt x="6570" y="4142"/>
                    <a:pt x="6597" y="4142"/>
                  </a:cubicBezTo>
                  <a:cubicBezTo>
                    <a:pt x="6597" y="4176"/>
                    <a:pt x="6597" y="4176"/>
                    <a:pt x="6570" y="4210"/>
                  </a:cubicBezTo>
                  <a:cubicBezTo>
                    <a:pt x="6570" y="4245"/>
                    <a:pt x="6463" y="4176"/>
                    <a:pt x="6436" y="4176"/>
                  </a:cubicBezTo>
                  <a:cubicBezTo>
                    <a:pt x="6409" y="4142"/>
                    <a:pt x="6382" y="4176"/>
                    <a:pt x="6355" y="4176"/>
                  </a:cubicBezTo>
                  <a:cubicBezTo>
                    <a:pt x="6355" y="4210"/>
                    <a:pt x="6301" y="4142"/>
                    <a:pt x="6274" y="4108"/>
                  </a:cubicBezTo>
                  <a:cubicBezTo>
                    <a:pt x="6274" y="4074"/>
                    <a:pt x="6247" y="4074"/>
                    <a:pt x="6221" y="4074"/>
                  </a:cubicBezTo>
                  <a:cubicBezTo>
                    <a:pt x="6194" y="4074"/>
                    <a:pt x="6221" y="4074"/>
                    <a:pt x="6221" y="4108"/>
                  </a:cubicBezTo>
                  <a:cubicBezTo>
                    <a:pt x="6194" y="4142"/>
                    <a:pt x="6194" y="4142"/>
                    <a:pt x="6167" y="4142"/>
                  </a:cubicBezTo>
                  <a:cubicBezTo>
                    <a:pt x="6167" y="4142"/>
                    <a:pt x="6167" y="4210"/>
                    <a:pt x="6221" y="4279"/>
                  </a:cubicBezTo>
                  <a:cubicBezTo>
                    <a:pt x="6274" y="4347"/>
                    <a:pt x="6247" y="4279"/>
                    <a:pt x="6301" y="4279"/>
                  </a:cubicBezTo>
                  <a:cubicBezTo>
                    <a:pt x="6328" y="4245"/>
                    <a:pt x="6328" y="4347"/>
                    <a:pt x="6328" y="4382"/>
                  </a:cubicBezTo>
                  <a:cubicBezTo>
                    <a:pt x="6355" y="4416"/>
                    <a:pt x="6301" y="4416"/>
                    <a:pt x="6274" y="4416"/>
                  </a:cubicBezTo>
                  <a:cubicBezTo>
                    <a:pt x="6247" y="4450"/>
                    <a:pt x="6194" y="4416"/>
                    <a:pt x="6167" y="4382"/>
                  </a:cubicBezTo>
                  <a:cubicBezTo>
                    <a:pt x="6113" y="4347"/>
                    <a:pt x="6140" y="4313"/>
                    <a:pt x="6113" y="4313"/>
                  </a:cubicBezTo>
                  <a:cubicBezTo>
                    <a:pt x="6086" y="4313"/>
                    <a:pt x="6059" y="4279"/>
                    <a:pt x="6032" y="4279"/>
                  </a:cubicBezTo>
                  <a:cubicBezTo>
                    <a:pt x="6005" y="4245"/>
                    <a:pt x="5979" y="4210"/>
                    <a:pt x="6005" y="4210"/>
                  </a:cubicBezTo>
                  <a:cubicBezTo>
                    <a:pt x="6005" y="4176"/>
                    <a:pt x="6005" y="4108"/>
                    <a:pt x="5979" y="4074"/>
                  </a:cubicBezTo>
                  <a:cubicBezTo>
                    <a:pt x="5979" y="4005"/>
                    <a:pt x="5952" y="4005"/>
                    <a:pt x="5979" y="4005"/>
                  </a:cubicBezTo>
                  <a:cubicBezTo>
                    <a:pt x="6005" y="4005"/>
                    <a:pt x="6005" y="3937"/>
                    <a:pt x="5979" y="3902"/>
                  </a:cubicBezTo>
                  <a:cubicBezTo>
                    <a:pt x="5979" y="3902"/>
                    <a:pt x="5898" y="3800"/>
                    <a:pt x="5871" y="3800"/>
                  </a:cubicBezTo>
                  <a:cubicBezTo>
                    <a:pt x="5871" y="3800"/>
                    <a:pt x="5844" y="3765"/>
                    <a:pt x="5844" y="3731"/>
                  </a:cubicBezTo>
                  <a:cubicBezTo>
                    <a:pt x="5844" y="3731"/>
                    <a:pt x="5817" y="3697"/>
                    <a:pt x="5790" y="3697"/>
                  </a:cubicBezTo>
                  <a:cubicBezTo>
                    <a:pt x="5763" y="3697"/>
                    <a:pt x="5736" y="3697"/>
                    <a:pt x="5710" y="3663"/>
                  </a:cubicBezTo>
                  <a:cubicBezTo>
                    <a:pt x="5683" y="3663"/>
                    <a:pt x="5710" y="3629"/>
                    <a:pt x="5736" y="3629"/>
                  </a:cubicBezTo>
                  <a:cubicBezTo>
                    <a:pt x="5736" y="3629"/>
                    <a:pt x="5736" y="3594"/>
                    <a:pt x="5763" y="3560"/>
                  </a:cubicBezTo>
                  <a:cubicBezTo>
                    <a:pt x="5763" y="3560"/>
                    <a:pt x="5790" y="3629"/>
                    <a:pt x="5844" y="3663"/>
                  </a:cubicBezTo>
                  <a:cubicBezTo>
                    <a:pt x="5871" y="3697"/>
                    <a:pt x="5979" y="3731"/>
                    <a:pt x="6005" y="3765"/>
                  </a:cubicBezTo>
                  <a:cubicBezTo>
                    <a:pt x="6059" y="3765"/>
                    <a:pt x="6167" y="3800"/>
                    <a:pt x="6221" y="3800"/>
                  </a:cubicBezTo>
                  <a:cubicBezTo>
                    <a:pt x="6274" y="3834"/>
                    <a:pt x="6355" y="3834"/>
                    <a:pt x="6382" y="3834"/>
                  </a:cubicBezTo>
                  <a:cubicBezTo>
                    <a:pt x="6409" y="3834"/>
                    <a:pt x="6463" y="3800"/>
                    <a:pt x="6516" y="3800"/>
                  </a:cubicBezTo>
                  <a:cubicBezTo>
                    <a:pt x="6543" y="3800"/>
                    <a:pt x="6570" y="3765"/>
                    <a:pt x="6624" y="3731"/>
                  </a:cubicBezTo>
                  <a:cubicBezTo>
                    <a:pt x="6651" y="3663"/>
                    <a:pt x="6651" y="3560"/>
                    <a:pt x="6651" y="3526"/>
                  </a:cubicBezTo>
                  <a:cubicBezTo>
                    <a:pt x="6624" y="3526"/>
                    <a:pt x="6651" y="3389"/>
                    <a:pt x="6624" y="3355"/>
                  </a:cubicBezTo>
                  <a:cubicBezTo>
                    <a:pt x="6597" y="3355"/>
                    <a:pt x="6597" y="3320"/>
                    <a:pt x="6543" y="3320"/>
                  </a:cubicBezTo>
                  <a:cubicBezTo>
                    <a:pt x="6516" y="3286"/>
                    <a:pt x="6516" y="3252"/>
                    <a:pt x="6490" y="3286"/>
                  </a:cubicBezTo>
                  <a:cubicBezTo>
                    <a:pt x="6463" y="3286"/>
                    <a:pt x="6463" y="3252"/>
                    <a:pt x="6436" y="3218"/>
                  </a:cubicBezTo>
                  <a:cubicBezTo>
                    <a:pt x="6409" y="3218"/>
                    <a:pt x="6409" y="3218"/>
                    <a:pt x="6355" y="3184"/>
                  </a:cubicBezTo>
                  <a:cubicBezTo>
                    <a:pt x="6301" y="3184"/>
                    <a:pt x="6301" y="3184"/>
                    <a:pt x="6274" y="3149"/>
                  </a:cubicBezTo>
                  <a:cubicBezTo>
                    <a:pt x="6247" y="3115"/>
                    <a:pt x="6140" y="3012"/>
                    <a:pt x="6113" y="2978"/>
                  </a:cubicBezTo>
                  <a:cubicBezTo>
                    <a:pt x="6059" y="2978"/>
                    <a:pt x="6032" y="2944"/>
                    <a:pt x="5979" y="2944"/>
                  </a:cubicBezTo>
                  <a:cubicBezTo>
                    <a:pt x="5952" y="2978"/>
                    <a:pt x="5925" y="2944"/>
                    <a:pt x="5898" y="2944"/>
                  </a:cubicBezTo>
                  <a:cubicBezTo>
                    <a:pt x="5871" y="2944"/>
                    <a:pt x="5844" y="2944"/>
                    <a:pt x="5844" y="2910"/>
                  </a:cubicBezTo>
                  <a:cubicBezTo>
                    <a:pt x="5844" y="2910"/>
                    <a:pt x="5817" y="2910"/>
                    <a:pt x="5790" y="2944"/>
                  </a:cubicBezTo>
                  <a:cubicBezTo>
                    <a:pt x="5763" y="2978"/>
                    <a:pt x="5790" y="2875"/>
                    <a:pt x="5763" y="2875"/>
                  </a:cubicBezTo>
                  <a:cubicBezTo>
                    <a:pt x="5736" y="2875"/>
                    <a:pt x="5710" y="2841"/>
                    <a:pt x="5736" y="2875"/>
                  </a:cubicBezTo>
                  <a:cubicBezTo>
                    <a:pt x="5763" y="2875"/>
                    <a:pt x="5844" y="2807"/>
                    <a:pt x="5790" y="2807"/>
                  </a:cubicBezTo>
                  <a:cubicBezTo>
                    <a:pt x="5736" y="2773"/>
                    <a:pt x="5683" y="2739"/>
                    <a:pt x="5683" y="2773"/>
                  </a:cubicBezTo>
                  <a:cubicBezTo>
                    <a:pt x="5683" y="2773"/>
                    <a:pt x="5656" y="2807"/>
                    <a:pt x="5656" y="2807"/>
                  </a:cubicBezTo>
                  <a:cubicBezTo>
                    <a:pt x="5656" y="2807"/>
                    <a:pt x="5656" y="2807"/>
                    <a:pt x="5656" y="2807"/>
                  </a:cubicBezTo>
                  <a:cubicBezTo>
                    <a:pt x="5656" y="2807"/>
                    <a:pt x="5656" y="2807"/>
                    <a:pt x="5629" y="2807"/>
                  </a:cubicBezTo>
                  <a:cubicBezTo>
                    <a:pt x="5629" y="2807"/>
                    <a:pt x="5629" y="2807"/>
                    <a:pt x="5629" y="2807"/>
                  </a:cubicBezTo>
                  <a:cubicBezTo>
                    <a:pt x="5629" y="2807"/>
                    <a:pt x="5629" y="2807"/>
                    <a:pt x="5602" y="2807"/>
                  </a:cubicBezTo>
                  <a:cubicBezTo>
                    <a:pt x="5602" y="2807"/>
                    <a:pt x="5602" y="2807"/>
                    <a:pt x="5602" y="2807"/>
                  </a:cubicBezTo>
                  <a:cubicBezTo>
                    <a:pt x="5575" y="2807"/>
                    <a:pt x="5575" y="2807"/>
                    <a:pt x="5575" y="2807"/>
                  </a:cubicBezTo>
                  <a:cubicBezTo>
                    <a:pt x="5521" y="2807"/>
                    <a:pt x="5467" y="2773"/>
                    <a:pt x="5467" y="2773"/>
                  </a:cubicBezTo>
                  <a:cubicBezTo>
                    <a:pt x="5467" y="2739"/>
                    <a:pt x="5387" y="2739"/>
                    <a:pt x="5360" y="2704"/>
                  </a:cubicBezTo>
                  <a:cubicBezTo>
                    <a:pt x="5360" y="2670"/>
                    <a:pt x="5414" y="2704"/>
                    <a:pt x="5467" y="2704"/>
                  </a:cubicBezTo>
                  <a:cubicBezTo>
                    <a:pt x="5494" y="2704"/>
                    <a:pt x="5521" y="2704"/>
                    <a:pt x="5521" y="2704"/>
                  </a:cubicBezTo>
                  <a:cubicBezTo>
                    <a:pt x="5548" y="2670"/>
                    <a:pt x="5575" y="2636"/>
                    <a:pt x="5602" y="2636"/>
                  </a:cubicBezTo>
                  <a:cubicBezTo>
                    <a:pt x="5602" y="2602"/>
                    <a:pt x="5602" y="2567"/>
                    <a:pt x="5575" y="2567"/>
                  </a:cubicBezTo>
                  <a:cubicBezTo>
                    <a:pt x="5548" y="2567"/>
                    <a:pt x="5548" y="2533"/>
                    <a:pt x="5494" y="2533"/>
                  </a:cubicBezTo>
                  <a:cubicBezTo>
                    <a:pt x="5467" y="2533"/>
                    <a:pt x="5467" y="2499"/>
                    <a:pt x="5441" y="2533"/>
                  </a:cubicBezTo>
                  <a:cubicBezTo>
                    <a:pt x="5414" y="2533"/>
                    <a:pt x="5441" y="2499"/>
                    <a:pt x="5414" y="2465"/>
                  </a:cubicBezTo>
                  <a:cubicBezTo>
                    <a:pt x="5387" y="2430"/>
                    <a:pt x="5360" y="2465"/>
                    <a:pt x="5360" y="2499"/>
                  </a:cubicBezTo>
                  <a:cubicBezTo>
                    <a:pt x="5333" y="2499"/>
                    <a:pt x="5333" y="2533"/>
                    <a:pt x="5333" y="2567"/>
                  </a:cubicBezTo>
                  <a:cubicBezTo>
                    <a:pt x="5306" y="2567"/>
                    <a:pt x="5306" y="2533"/>
                    <a:pt x="5333" y="2533"/>
                  </a:cubicBezTo>
                  <a:cubicBezTo>
                    <a:pt x="5333" y="2533"/>
                    <a:pt x="5306" y="2533"/>
                    <a:pt x="5306" y="2533"/>
                  </a:cubicBezTo>
                  <a:cubicBezTo>
                    <a:pt x="5279" y="2533"/>
                    <a:pt x="5279" y="2499"/>
                    <a:pt x="5306" y="2499"/>
                  </a:cubicBezTo>
                  <a:cubicBezTo>
                    <a:pt x="5306" y="2465"/>
                    <a:pt x="5333" y="2430"/>
                    <a:pt x="5333" y="2430"/>
                  </a:cubicBezTo>
                  <a:cubicBezTo>
                    <a:pt x="5333" y="2430"/>
                    <a:pt x="5333" y="2362"/>
                    <a:pt x="5306" y="2396"/>
                  </a:cubicBezTo>
                  <a:cubicBezTo>
                    <a:pt x="5279" y="2396"/>
                    <a:pt x="5252" y="2396"/>
                    <a:pt x="5252" y="2396"/>
                  </a:cubicBezTo>
                  <a:cubicBezTo>
                    <a:pt x="5225" y="2430"/>
                    <a:pt x="5198" y="2499"/>
                    <a:pt x="5198" y="2533"/>
                  </a:cubicBezTo>
                  <a:cubicBezTo>
                    <a:pt x="5198" y="2567"/>
                    <a:pt x="5172" y="2567"/>
                    <a:pt x="5172" y="2567"/>
                  </a:cubicBezTo>
                  <a:cubicBezTo>
                    <a:pt x="5145" y="2567"/>
                    <a:pt x="5172" y="2396"/>
                    <a:pt x="5172" y="2396"/>
                  </a:cubicBezTo>
                  <a:cubicBezTo>
                    <a:pt x="5198" y="2362"/>
                    <a:pt x="5145" y="2396"/>
                    <a:pt x="5118" y="2430"/>
                  </a:cubicBezTo>
                  <a:cubicBezTo>
                    <a:pt x="5091" y="2465"/>
                    <a:pt x="5091" y="2533"/>
                    <a:pt x="5064" y="2533"/>
                  </a:cubicBezTo>
                  <a:cubicBezTo>
                    <a:pt x="5037" y="2567"/>
                    <a:pt x="5037" y="2670"/>
                    <a:pt x="5010" y="2704"/>
                  </a:cubicBezTo>
                  <a:cubicBezTo>
                    <a:pt x="4983" y="2739"/>
                    <a:pt x="5010" y="2636"/>
                    <a:pt x="5010" y="2602"/>
                  </a:cubicBezTo>
                  <a:cubicBezTo>
                    <a:pt x="5037" y="2602"/>
                    <a:pt x="5037" y="2533"/>
                    <a:pt x="5037" y="2499"/>
                  </a:cubicBezTo>
                  <a:cubicBezTo>
                    <a:pt x="5064" y="2499"/>
                    <a:pt x="5091" y="2430"/>
                    <a:pt x="5064" y="2430"/>
                  </a:cubicBezTo>
                  <a:cubicBezTo>
                    <a:pt x="5037" y="2430"/>
                    <a:pt x="5037" y="2396"/>
                    <a:pt x="5010" y="2430"/>
                  </a:cubicBezTo>
                  <a:cubicBezTo>
                    <a:pt x="4983" y="2430"/>
                    <a:pt x="4983" y="2396"/>
                    <a:pt x="4956" y="2396"/>
                  </a:cubicBezTo>
                  <a:cubicBezTo>
                    <a:pt x="4929" y="2396"/>
                    <a:pt x="4956" y="2430"/>
                    <a:pt x="4956" y="2465"/>
                  </a:cubicBezTo>
                  <a:cubicBezTo>
                    <a:pt x="4956" y="2465"/>
                    <a:pt x="4929" y="2499"/>
                    <a:pt x="4929" y="2499"/>
                  </a:cubicBezTo>
                  <a:cubicBezTo>
                    <a:pt x="4929" y="2533"/>
                    <a:pt x="4929" y="2499"/>
                    <a:pt x="4903" y="2499"/>
                  </a:cubicBezTo>
                  <a:cubicBezTo>
                    <a:pt x="4903" y="2499"/>
                    <a:pt x="4903" y="2533"/>
                    <a:pt x="4903" y="2567"/>
                  </a:cubicBezTo>
                  <a:cubicBezTo>
                    <a:pt x="4929" y="2567"/>
                    <a:pt x="4876" y="2567"/>
                    <a:pt x="4876" y="2533"/>
                  </a:cubicBezTo>
                  <a:cubicBezTo>
                    <a:pt x="4876" y="2533"/>
                    <a:pt x="4849" y="2533"/>
                    <a:pt x="4822" y="2533"/>
                  </a:cubicBezTo>
                  <a:cubicBezTo>
                    <a:pt x="4795" y="2567"/>
                    <a:pt x="4795" y="2567"/>
                    <a:pt x="4795" y="2602"/>
                  </a:cubicBezTo>
                  <a:cubicBezTo>
                    <a:pt x="4795" y="2602"/>
                    <a:pt x="4849" y="2636"/>
                    <a:pt x="4849" y="2670"/>
                  </a:cubicBezTo>
                  <a:cubicBezTo>
                    <a:pt x="4822" y="2670"/>
                    <a:pt x="4822" y="2704"/>
                    <a:pt x="4822" y="2739"/>
                  </a:cubicBezTo>
                  <a:cubicBezTo>
                    <a:pt x="4849" y="2773"/>
                    <a:pt x="4795" y="2704"/>
                    <a:pt x="4795" y="2739"/>
                  </a:cubicBezTo>
                  <a:cubicBezTo>
                    <a:pt x="4768" y="2739"/>
                    <a:pt x="4768" y="2670"/>
                    <a:pt x="4795" y="2670"/>
                  </a:cubicBezTo>
                  <a:cubicBezTo>
                    <a:pt x="4795" y="2636"/>
                    <a:pt x="4795" y="2602"/>
                    <a:pt x="4768" y="2636"/>
                  </a:cubicBezTo>
                  <a:cubicBezTo>
                    <a:pt x="4714" y="2670"/>
                    <a:pt x="4741" y="2602"/>
                    <a:pt x="4687" y="2602"/>
                  </a:cubicBezTo>
                  <a:cubicBezTo>
                    <a:pt x="4660" y="2636"/>
                    <a:pt x="4607" y="2636"/>
                    <a:pt x="4607" y="2670"/>
                  </a:cubicBezTo>
                  <a:cubicBezTo>
                    <a:pt x="4607" y="2704"/>
                    <a:pt x="4660" y="2704"/>
                    <a:pt x="4687" y="2739"/>
                  </a:cubicBezTo>
                  <a:cubicBezTo>
                    <a:pt x="4714" y="2739"/>
                    <a:pt x="4687" y="2773"/>
                    <a:pt x="4714" y="2807"/>
                  </a:cubicBezTo>
                  <a:cubicBezTo>
                    <a:pt x="4714" y="2807"/>
                    <a:pt x="4660" y="2739"/>
                    <a:pt x="4634" y="2739"/>
                  </a:cubicBezTo>
                  <a:cubicBezTo>
                    <a:pt x="4607" y="2739"/>
                    <a:pt x="4634" y="2773"/>
                    <a:pt x="4634" y="2807"/>
                  </a:cubicBezTo>
                  <a:cubicBezTo>
                    <a:pt x="4634" y="2807"/>
                    <a:pt x="4607" y="2773"/>
                    <a:pt x="4607" y="2773"/>
                  </a:cubicBezTo>
                  <a:cubicBezTo>
                    <a:pt x="4580" y="2739"/>
                    <a:pt x="4580" y="2807"/>
                    <a:pt x="4553" y="2841"/>
                  </a:cubicBezTo>
                  <a:cubicBezTo>
                    <a:pt x="4526" y="2841"/>
                    <a:pt x="4553" y="2773"/>
                    <a:pt x="4553" y="2773"/>
                  </a:cubicBezTo>
                  <a:cubicBezTo>
                    <a:pt x="4553" y="2739"/>
                    <a:pt x="4553" y="2773"/>
                    <a:pt x="4526" y="2807"/>
                  </a:cubicBezTo>
                  <a:cubicBezTo>
                    <a:pt x="4499" y="2841"/>
                    <a:pt x="4499" y="2807"/>
                    <a:pt x="4499" y="2773"/>
                  </a:cubicBezTo>
                  <a:cubicBezTo>
                    <a:pt x="4526" y="2773"/>
                    <a:pt x="4499" y="2739"/>
                    <a:pt x="4445" y="2739"/>
                  </a:cubicBezTo>
                  <a:cubicBezTo>
                    <a:pt x="4418" y="2739"/>
                    <a:pt x="4445" y="2704"/>
                    <a:pt x="4445" y="2670"/>
                  </a:cubicBezTo>
                  <a:cubicBezTo>
                    <a:pt x="4445" y="2636"/>
                    <a:pt x="4418" y="2670"/>
                    <a:pt x="4391" y="2704"/>
                  </a:cubicBezTo>
                  <a:cubicBezTo>
                    <a:pt x="4365" y="2739"/>
                    <a:pt x="4365" y="2739"/>
                    <a:pt x="4391" y="2807"/>
                  </a:cubicBezTo>
                  <a:cubicBezTo>
                    <a:pt x="4391" y="2841"/>
                    <a:pt x="4338" y="2807"/>
                    <a:pt x="4338" y="2841"/>
                  </a:cubicBezTo>
                  <a:cubicBezTo>
                    <a:pt x="4311" y="2875"/>
                    <a:pt x="4338" y="2875"/>
                    <a:pt x="4365" y="2875"/>
                  </a:cubicBezTo>
                  <a:cubicBezTo>
                    <a:pt x="4391" y="2910"/>
                    <a:pt x="4391" y="2944"/>
                    <a:pt x="4391" y="2944"/>
                  </a:cubicBezTo>
                  <a:cubicBezTo>
                    <a:pt x="4391" y="2978"/>
                    <a:pt x="4338" y="2944"/>
                    <a:pt x="4311" y="2978"/>
                  </a:cubicBezTo>
                  <a:cubicBezTo>
                    <a:pt x="4311" y="2978"/>
                    <a:pt x="4311" y="3012"/>
                    <a:pt x="4284" y="3012"/>
                  </a:cubicBezTo>
                  <a:cubicBezTo>
                    <a:pt x="4257" y="3012"/>
                    <a:pt x="4257" y="3047"/>
                    <a:pt x="4284" y="3047"/>
                  </a:cubicBezTo>
                  <a:cubicBezTo>
                    <a:pt x="4311" y="3081"/>
                    <a:pt x="4284" y="3081"/>
                    <a:pt x="4257" y="3081"/>
                  </a:cubicBezTo>
                  <a:cubicBezTo>
                    <a:pt x="4230" y="3081"/>
                    <a:pt x="4203" y="3081"/>
                    <a:pt x="4203" y="3115"/>
                  </a:cubicBezTo>
                  <a:cubicBezTo>
                    <a:pt x="4176" y="3115"/>
                    <a:pt x="4149" y="3115"/>
                    <a:pt x="4122" y="3115"/>
                  </a:cubicBezTo>
                  <a:cubicBezTo>
                    <a:pt x="4122" y="3081"/>
                    <a:pt x="4096" y="3081"/>
                    <a:pt x="4069" y="3115"/>
                  </a:cubicBezTo>
                  <a:cubicBezTo>
                    <a:pt x="4069" y="3149"/>
                    <a:pt x="4042" y="3184"/>
                    <a:pt x="4042" y="3218"/>
                  </a:cubicBezTo>
                  <a:cubicBezTo>
                    <a:pt x="4042" y="3218"/>
                    <a:pt x="4096" y="3218"/>
                    <a:pt x="4122" y="3218"/>
                  </a:cubicBezTo>
                  <a:cubicBezTo>
                    <a:pt x="4149" y="3184"/>
                    <a:pt x="4096" y="3252"/>
                    <a:pt x="4069" y="3286"/>
                  </a:cubicBezTo>
                  <a:cubicBezTo>
                    <a:pt x="4042" y="3286"/>
                    <a:pt x="4096" y="3286"/>
                    <a:pt x="4122" y="3286"/>
                  </a:cubicBezTo>
                  <a:cubicBezTo>
                    <a:pt x="4149" y="3252"/>
                    <a:pt x="4122" y="3320"/>
                    <a:pt x="4096" y="3320"/>
                  </a:cubicBezTo>
                  <a:cubicBezTo>
                    <a:pt x="4069" y="3320"/>
                    <a:pt x="4042" y="3320"/>
                    <a:pt x="4015" y="3355"/>
                  </a:cubicBezTo>
                  <a:cubicBezTo>
                    <a:pt x="4015" y="3389"/>
                    <a:pt x="4069" y="3389"/>
                    <a:pt x="4096" y="3423"/>
                  </a:cubicBezTo>
                  <a:cubicBezTo>
                    <a:pt x="4149" y="3423"/>
                    <a:pt x="3988" y="3389"/>
                    <a:pt x="3988" y="3423"/>
                  </a:cubicBezTo>
                  <a:cubicBezTo>
                    <a:pt x="3988" y="3457"/>
                    <a:pt x="3961" y="3492"/>
                    <a:pt x="3961" y="3492"/>
                  </a:cubicBezTo>
                  <a:cubicBezTo>
                    <a:pt x="3961" y="3526"/>
                    <a:pt x="3988" y="3526"/>
                    <a:pt x="4015" y="3526"/>
                  </a:cubicBezTo>
                  <a:cubicBezTo>
                    <a:pt x="4042" y="3526"/>
                    <a:pt x="3961" y="3560"/>
                    <a:pt x="3934" y="3560"/>
                  </a:cubicBezTo>
                  <a:cubicBezTo>
                    <a:pt x="3934" y="3560"/>
                    <a:pt x="3880" y="3594"/>
                    <a:pt x="3880" y="3629"/>
                  </a:cubicBezTo>
                  <a:cubicBezTo>
                    <a:pt x="3880" y="3663"/>
                    <a:pt x="3853" y="3663"/>
                    <a:pt x="3827" y="3697"/>
                  </a:cubicBezTo>
                  <a:cubicBezTo>
                    <a:pt x="3800" y="3731"/>
                    <a:pt x="3800" y="3765"/>
                    <a:pt x="3800" y="3800"/>
                  </a:cubicBezTo>
                  <a:cubicBezTo>
                    <a:pt x="3800" y="3800"/>
                    <a:pt x="3800" y="3800"/>
                    <a:pt x="3853" y="3834"/>
                  </a:cubicBezTo>
                  <a:cubicBezTo>
                    <a:pt x="3907" y="3868"/>
                    <a:pt x="3827" y="3834"/>
                    <a:pt x="3800" y="3834"/>
                  </a:cubicBezTo>
                  <a:cubicBezTo>
                    <a:pt x="3773" y="3834"/>
                    <a:pt x="3746" y="3902"/>
                    <a:pt x="3773" y="3902"/>
                  </a:cubicBezTo>
                  <a:cubicBezTo>
                    <a:pt x="3800" y="3902"/>
                    <a:pt x="3773" y="3937"/>
                    <a:pt x="3773" y="3971"/>
                  </a:cubicBezTo>
                  <a:cubicBezTo>
                    <a:pt x="3773" y="4005"/>
                    <a:pt x="3746" y="4039"/>
                    <a:pt x="3719" y="4074"/>
                  </a:cubicBezTo>
                  <a:cubicBezTo>
                    <a:pt x="3692" y="4108"/>
                    <a:pt x="3746" y="4074"/>
                    <a:pt x="3746" y="4074"/>
                  </a:cubicBezTo>
                  <a:cubicBezTo>
                    <a:pt x="3773" y="4074"/>
                    <a:pt x="3719" y="4142"/>
                    <a:pt x="3692" y="4142"/>
                  </a:cubicBezTo>
                  <a:cubicBezTo>
                    <a:pt x="3665" y="4176"/>
                    <a:pt x="3638" y="4176"/>
                    <a:pt x="3638" y="4210"/>
                  </a:cubicBezTo>
                  <a:cubicBezTo>
                    <a:pt x="3638" y="4245"/>
                    <a:pt x="3611" y="4210"/>
                    <a:pt x="3584" y="4210"/>
                  </a:cubicBezTo>
                  <a:cubicBezTo>
                    <a:pt x="3558" y="4210"/>
                    <a:pt x="3504" y="4313"/>
                    <a:pt x="3504" y="4347"/>
                  </a:cubicBezTo>
                  <a:cubicBezTo>
                    <a:pt x="3477" y="4382"/>
                    <a:pt x="3450" y="4416"/>
                    <a:pt x="3423" y="4450"/>
                  </a:cubicBezTo>
                  <a:cubicBezTo>
                    <a:pt x="3423" y="4450"/>
                    <a:pt x="3477" y="4484"/>
                    <a:pt x="3504" y="4484"/>
                  </a:cubicBezTo>
                  <a:cubicBezTo>
                    <a:pt x="3531" y="4484"/>
                    <a:pt x="3584" y="4450"/>
                    <a:pt x="3584" y="4450"/>
                  </a:cubicBezTo>
                  <a:cubicBezTo>
                    <a:pt x="3611" y="4416"/>
                    <a:pt x="3531" y="4519"/>
                    <a:pt x="3504" y="4519"/>
                  </a:cubicBezTo>
                  <a:cubicBezTo>
                    <a:pt x="3477" y="4519"/>
                    <a:pt x="3477" y="4484"/>
                    <a:pt x="3450" y="4484"/>
                  </a:cubicBezTo>
                  <a:cubicBezTo>
                    <a:pt x="3450" y="4484"/>
                    <a:pt x="3423" y="4519"/>
                    <a:pt x="3423" y="4519"/>
                  </a:cubicBezTo>
                  <a:cubicBezTo>
                    <a:pt x="3423" y="4553"/>
                    <a:pt x="3369" y="4553"/>
                    <a:pt x="3342" y="4553"/>
                  </a:cubicBezTo>
                  <a:cubicBezTo>
                    <a:pt x="3315" y="4553"/>
                    <a:pt x="3315" y="4587"/>
                    <a:pt x="3315" y="4621"/>
                  </a:cubicBezTo>
                  <a:cubicBezTo>
                    <a:pt x="3315" y="4655"/>
                    <a:pt x="3315" y="4655"/>
                    <a:pt x="3315" y="4690"/>
                  </a:cubicBezTo>
                  <a:cubicBezTo>
                    <a:pt x="3342" y="4724"/>
                    <a:pt x="3315" y="4690"/>
                    <a:pt x="3262" y="4655"/>
                  </a:cubicBezTo>
                  <a:cubicBezTo>
                    <a:pt x="3235" y="4655"/>
                    <a:pt x="3235" y="4690"/>
                    <a:pt x="3208" y="4724"/>
                  </a:cubicBezTo>
                  <a:cubicBezTo>
                    <a:pt x="3181" y="4724"/>
                    <a:pt x="3127" y="4724"/>
                    <a:pt x="3100" y="4724"/>
                  </a:cubicBezTo>
                  <a:cubicBezTo>
                    <a:pt x="3073" y="4758"/>
                    <a:pt x="3100" y="4758"/>
                    <a:pt x="3127" y="4758"/>
                  </a:cubicBezTo>
                  <a:cubicBezTo>
                    <a:pt x="3154" y="4792"/>
                    <a:pt x="3127" y="4792"/>
                    <a:pt x="3073" y="4792"/>
                  </a:cubicBezTo>
                  <a:cubicBezTo>
                    <a:pt x="3047" y="4792"/>
                    <a:pt x="3047" y="4792"/>
                    <a:pt x="3047" y="4827"/>
                  </a:cubicBezTo>
                  <a:cubicBezTo>
                    <a:pt x="3047" y="4861"/>
                    <a:pt x="2993" y="4827"/>
                    <a:pt x="2966" y="4861"/>
                  </a:cubicBezTo>
                  <a:cubicBezTo>
                    <a:pt x="2966" y="4895"/>
                    <a:pt x="3020" y="4895"/>
                    <a:pt x="2993" y="4895"/>
                  </a:cubicBezTo>
                  <a:cubicBezTo>
                    <a:pt x="2966" y="4895"/>
                    <a:pt x="2912" y="4895"/>
                    <a:pt x="2939" y="4929"/>
                  </a:cubicBezTo>
                  <a:cubicBezTo>
                    <a:pt x="2966" y="4964"/>
                    <a:pt x="2966" y="4998"/>
                    <a:pt x="2993" y="5032"/>
                  </a:cubicBezTo>
                  <a:cubicBezTo>
                    <a:pt x="2993" y="5100"/>
                    <a:pt x="3047" y="5100"/>
                    <a:pt x="2993" y="5066"/>
                  </a:cubicBezTo>
                  <a:cubicBezTo>
                    <a:pt x="2939" y="5066"/>
                    <a:pt x="2939" y="5100"/>
                    <a:pt x="2966" y="5135"/>
                  </a:cubicBezTo>
                  <a:cubicBezTo>
                    <a:pt x="2993" y="5169"/>
                    <a:pt x="2993" y="5169"/>
                    <a:pt x="2939" y="5169"/>
                  </a:cubicBezTo>
                  <a:cubicBezTo>
                    <a:pt x="2885" y="5203"/>
                    <a:pt x="2939" y="5203"/>
                    <a:pt x="2966" y="5237"/>
                  </a:cubicBezTo>
                  <a:cubicBezTo>
                    <a:pt x="2966" y="5237"/>
                    <a:pt x="2939" y="5272"/>
                    <a:pt x="2966" y="5272"/>
                  </a:cubicBezTo>
                  <a:cubicBezTo>
                    <a:pt x="2993" y="5272"/>
                    <a:pt x="2912" y="5306"/>
                    <a:pt x="2966" y="5340"/>
                  </a:cubicBezTo>
                  <a:cubicBezTo>
                    <a:pt x="2993" y="5374"/>
                    <a:pt x="2993" y="5340"/>
                    <a:pt x="3020" y="5306"/>
                  </a:cubicBezTo>
                  <a:cubicBezTo>
                    <a:pt x="3047" y="5272"/>
                    <a:pt x="3020" y="5340"/>
                    <a:pt x="2993" y="5374"/>
                  </a:cubicBezTo>
                  <a:cubicBezTo>
                    <a:pt x="2966" y="5443"/>
                    <a:pt x="2966" y="5374"/>
                    <a:pt x="2939" y="5409"/>
                  </a:cubicBezTo>
                  <a:cubicBezTo>
                    <a:pt x="2885" y="5409"/>
                    <a:pt x="2939" y="5443"/>
                    <a:pt x="2966" y="5477"/>
                  </a:cubicBezTo>
                  <a:cubicBezTo>
                    <a:pt x="2966" y="5545"/>
                    <a:pt x="2966" y="5511"/>
                    <a:pt x="2993" y="5511"/>
                  </a:cubicBezTo>
                  <a:cubicBezTo>
                    <a:pt x="3020" y="5511"/>
                    <a:pt x="3020" y="5511"/>
                    <a:pt x="3047" y="5477"/>
                  </a:cubicBezTo>
                  <a:cubicBezTo>
                    <a:pt x="3073" y="5477"/>
                    <a:pt x="3020" y="5545"/>
                    <a:pt x="3047" y="5580"/>
                  </a:cubicBezTo>
                  <a:cubicBezTo>
                    <a:pt x="3047" y="5614"/>
                    <a:pt x="3020" y="5580"/>
                    <a:pt x="2993" y="5580"/>
                  </a:cubicBezTo>
                  <a:cubicBezTo>
                    <a:pt x="2966" y="5614"/>
                    <a:pt x="2966" y="5648"/>
                    <a:pt x="2993" y="5682"/>
                  </a:cubicBezTo>
                  <a:cubicBezTo>
                    <a:pt x="3020" y="5682"/>
                    <a:pt x="3047" y="5751"/>
                    <a:pt x="3073" y="5751"/>
                  </a:cubicBezTo>
                  <a:cubicBezTo>
                    <a:pt x="3100" y="5785"/>
                    <a:pt x="3154" y="5785"/>
                    <a:pt x="3208" y="5785"/>
                  </a:cubicBezTo>
                  <a:cubicBezTo>
                    <a:pt x="3235" y="5751"/>
                    <a:pt x="3235" y="5785"/>
                    <a:pt x="3262" y="5751"/>
                  </a:cubicBezTo>
                  <a:cubicBezTo>
                    <a:pt x="3289" y="5751"/>
                    <a:pt x="3342" y="5682"/>
                    <a:pt x="3369" y="5614"/>
                  </a:cubicBezTo>
                  <a:cubicBezTo>
                    <a:pt x="3423" y="5545"/>
                    <a:pt x="3450" y="5545"/>
                    <a:pt x="3477" y="5545"/>
                  </a:cubicBezTo>
                  <a:cubicBezTo>
                    <a:pt x="3504" y="5511"/>
                    <a:pt x="3504" y="5511"/>
                    <a:pt x="3504" y="5443"/>
                  </a:cubicBezTo>
                  <a:cubicBezTo>
                    <a:pt x="3504" y="5443"/>
                    <a:pt x="3504" y="5443"/>
                    <a:pt x="3504" y="5443"/>
                  </a:cubicBezTo>
                  <a:cubicBezTo>
                    <a:pt x="3504" y="5443"/>
                    <a:pt x="3504" y="5443"/>
                    <a:pt x="3504" y="5443"/>
                  </a:cubicBezTo>
                  <a:cubicBezTo>
                    <a:pt x="3504" y="5443"/>
                    <a:pt x="3504" y="5443"/>
                    <a:pt x="3504" y="5443"/>
                  </a:cubicBezTo>
                  <a:cubicBezTo>
                    <a:pt x="3504" y="5443"/>
                    <a:pt x="3504" y="5443"/>
                    <a:pt x="3504" y="5443"/>
                  </a:cubicBezTo>
                  <a:cubicBezTo>
                    <a:pt x="3504" y="5443"/>
                    <a:pt x="3504" y="5477"/>
                    <a:pt x="3504" y="5477"/>
                  </a:cubicBezTo>
                  <a:cubicBezTo>
                    <a:pt x="3504" y="5477"/>
                    <a:pt x="3504" y="5477"/>
                    <a:pt x="3504" y="5477"/>
                  </a:cubicBezTo>
                  <a:cubicBezTo>
                    <a:pt x="3504" y="5477"/>
                    <a:pt x="3531" y="5477"/>
                    <a:pt x="3531" y="5477"/>
                  </a:cubicBezTo>
                  <a:cubicBezTo>
                    <a:pt x="3531" y="5477"/>
                    <a:pt x="3531" y="5511"/>
                    <a:pt x="3531" y="5511"/>
                  </a:cubicBezTo>
                  <a:cubicBezTo>
                    <a:pt x="3531" y="5511"/>
                    <a:pt x="3531" y="5511"/>
                    <a:pt x="3531" y="5511"/>
                  </a:cubicBezTo>
                  <a:cubicBezTo>
                    <a:pt x="3531" y="5511"/>
                    <a:pt x="3531" y="5511"/>
                    <a:pt x="3531" y="5545"/>
                  </a:cubicBezTo>
                  <a:cubicBezTo>
                    <a:pt x="3531" y="5545"/>
                    <a:pt x="3531" y="5545"/>
                    <a:pt x="3531" y="5545"/>
                  </a:cubicBezTo>
                  <a:cubicBezTo>
                    <a:pt x="3531" y="5545"/>
                    <a:pt x="3531" y="5545"/>
                    <a:pt x="3531" y="5545"/>
                  </a:cubicBezTo>
                  <a:cubicBezTo>
                    <a:pt x="3531" y="5580"/>
                    <a:pt x="3558" y="5580"/>
                    <a:pt x="3558" y="5580"/>
                  </a:cubicBezTo>
                  <a:cubicBezTo>
                    <a:pt x="3558" y="5614"/>
                    <a:pt x="3558" y="5717"/>
                    <a:pt x="3584" y="5751"/>
                  </a:cubicBezTo>
                  <a:cubicBezTo>
                    <a:pt x="3584" y="5785"/>
                    <a:pt x="3611" y="5785"/>
                    <a:pt x="3638" y="5751"/>
                  </a:cubicBezTo>
                  <a:cubicBezTo>
                    <a:pt x="3665" y="5717"/>
                    <a:pt x="3611" y="5854"/>
                    <a:pt x="3611" y="5888"/>
                  </a:cubicBezTo>
                  <a:cubicBezTo>
                    <a:pt x="3611" y="5922"/>
                    <a:pt x="3665" y="6025"/>
                    <a:pt x="3692" y="6059"/>
                  </a:cubicBezTo>
                  <a:cubicBezTo>
                    <a:pt x="3692" y="6093"/>
                    <a:pt x="3719" y="6162"/>
                    <a:pt x="3719" y="6196"/>
                  </a:cubicBezTo>
                  <a:cubicBezTo>
                    <a:pt x="3719" y="6230"/>
                    <a:pt x="3692" y="6333"/>
                    <a:pt x="3719" y="6333"/>
                  </a:cubicBezTo>
                  <a:cubicBezTo>
                    <a:pt x="3719" y="6333"/>
                    <a:pt x="3773" y="6333"/>
                    <a:pt x="3800" y="6333"/>
                  </a:cubicBezTo>
                  <a:cubicBezTo>
                    <a:pt x="3853" y="6333"/>
                    <a:pt x="3853" y="6333"/>
                    <a:pt x="3880" y="6299"/>
                  </a:cubicBezTo>
                  <a:cubicBezTo>
                    <a:pt x="3880" y="6264"/>
                    <a:pt x="3880" y="6230"/>
                    <a:pt x="3934" y="6196"/>
                  </a:cubicBezTo>
                  <a:cubicBezTo>
                    <a:pt x="3988" y="6162"/>
                    <a:pt x="4015" y="6196"/>
                    <a:pt x="4042" y="6162"/>
                  </a:cubicBezTo>
                  <a:cubicBezTo>
                    <a:pt x="4069" y="6162"/>
                    <a:pt x="4122" y="5956"/>
                    <a:pt x="4149" y="5922"/>
                  </a:cubicBezTo>
                  <a:cubicBezTo>
                    <a:pt x="4149" y="5854"/>
                    <a:pt x="4149" y="5785"/>
                    <a:pt x="4149" y="5751"/>
                  </a:cubicBezTo>
                  <a:cubicBezTo>
                    <a:pt x="4149" y="5717"/>
                    <a:pt x="4230" y="5614"/>
                    <a:pt x="4230" y="5580"/>
                  </a:cubicBezTo>
                  <a:cubicBezTo>
                    <a:pt x="4257" y="5580"/>
                    <a:pt x="4257" y="5580"/>
                    <a:pt x="4284" y="5580"/>
                  </a:cubicBezTo>
                  <a:cubicBezTo>
                    <a:pt x="4284" y="5580"/>
                    <a:pt x="4311" y="5477"/>
                    <a:pt x="4338" y="5477"/>
                  </a:cubicBezTo>
                  <a:cubicBezTo>
                    <a:pt x="4365" y="5443"/>
                    <a:pt x="4365" y="5409"/>
                    <a:pt x="4391" y="5409"/>
                  </a:cubicBezTo>
                  <a:cubicBezTo>
                    <a:pt x="4391" y="5374"/>
                    <a:pt x="4365" y="5306"/>
                    <a:pt x="4338" y="5272"/>
                  </a:cubicBezTo>
                  <a:cubicBezTo>
                    <a:pt x="4338" y="5237"/>
                    <a:pt x="4311" y="5203"/>
                    <a:pt x="4257" y="5203"/>
                  </a:cubicBezTo>
                  <a:cubicBezTo>
                    <a:pt x="4203" y="5203"/>
                    <a:pt x="4203" y="5169"/>
                    <a:pt x="4203" y="5135"/>
                  </a:cubicBezTo>
                  <a:cubicBezTo>
                    <a:pt x="4176" y="5100"/>
                    <a:pt x="4203" y="4998"/>
                    <a:pt x="4203" y="4998"/>
                  </a:cubicBezTo>
                  <a:cubicBezTo>
                    <a:pt x="4230" y="4964"/>
                    <a:pt x="4230" y="4861"/>
                    <a:pt x="4230" y="4827"/>
                  </a:cubicBezTo>
                  <a:cubicBezTo>
                    <a:pt x="4257" y="4792"/>
                    <a:pt x="4203" y="4758"/>
                    <a:pt x="4203" y="4758"/>
                  </a:cubicBezTo>
                  <a:cubicBezTo>
                    <a:pt x="4203" y="4724"/>
                    <a:pt x="4230" y="4758"/>
                    <a:pt x="4257" y="4758"/>
                  </a:cubicBezTo>
                  <a:cubicBezTo>
                    <a:pt x="4284" y="4758"/>
                    <a:pt x="4338" y="4655"/>
                    <a:pt x="4365" y="4621"/>
                  </a:cubicBezTo>
                  <a:cubicBezTo>
                    <a:pt x="4391" y="4587"/>
                    <a:pt x="4391" y="4519"/>
                    <a:pt x="4418" y="4519"/>
                  </a:cubicBezTo>
                  <a:cubicBezTo>
                    <a:pt x="4418" y="4484"/>
                    <a:pt x="4499" y="4450"/>
                    <a:pt x="4499" y="4450"/>
                  </a:cubicBezTo>
                  <a:cubicBezTo>
                    <a:pt x="4526" y="4450"/>
                    <a:pt x="4580" y="4416"/>
                    <a:pt x="4580" y="4382"/>
                  </a:cubicBezTo>
                  <a:cubicBezTo>
                    <a:pt x="4580" y="4313"/>
                    <a:pt x="4660" y="4279"/>
                    <a:pt x="4660" y="4245"/>
                  </a:cubicBezTo>
                  <a:cubicBezTo>
                    <a:pt x="4687" y="4210"/>
                    <a:pt x="4634" y="4210"/>
                    <a:pt x="4634" y="4176"/>
                  </a:cubicBezTo>
                  <a:cubicBezTo>
                    <a:pt x="4607" y="4142"/>
                    <a:pt x="4634" y="4142"/>
                    <a:pt x="4660" y="4108"/>
                  </a:cubicBezTo>
                  <a:cubicBezTo>
                    <a:pt x="4660" y="4108"/>
                    <a:pt x="4660" y="4074"/>
                    <a:pt x="4660" y="4074"/>
                  </a:cubicBezTo>
                  <a:cubicBezTo>
                    <a:pt x="4687" y="4039"/>
                    <a:pt x="4687" y="4039"/>
                    <a:pt x="4714" y="4005"/>
                  </a:cubicBezTo>
                  <a:cubicBezTo>
                    <a:pt x="4768" y="3971"/>
                    <a:pt x="4741" y="3971"/>
                    <a:pt x="4741" y="3971"/>
                  </a:cubicBezTo>
                  <a:cubicBezTo>
                    <a:pt x="4741" y="3937"/>
                    <a:pt x="4795" y="3937"/>
                    <a:pt x="4822" y="3937"/>
                  </a:cubicBezTo>
                  <a:cubicBezTo>
                    <a:pt x="4849" y="3971"/>
                    <a:pt x="4849" y="3971"/>
                    <a:pt x="4849" y="3971"/>
                  </a:cubicBezTo>
                  <a:cubicBezTo>
                    <a:pt x="4849" y="3971"/>
                    <a:pt x="4849" y="3971"/>
                    <a:pt x="4876" y="3971"/>
                  </a:cubicBezTo>
                  <a:cubicBezTo>
                    <a:pt x="4876" y="3971"/>
                    <a:pt x="4876" y="3937"/>
                    <a:pt x="4876" y="3937"/>
                  </a:cubicBezTo>
                  <a:cubicBezTo>
                    <a:pt x="4876" y="3937"/>
                    <a:pt x="4876" y="3937"/>
                    <a:pt x="4903" y="3937"/>
                  </a:cubicBezTo>
                  <a:cubicBezTo>
                    <a:pt x="4903" y="3937"/>
                    <a:pt x="4903" y="3937"/>
                    <a:pt x="4903" y="3937"/>
                  </a:cubicBezTo>
                  <a:cubicBezTo>
                    <a:pt x="4929" y="3937"/>
                    <a:pt x="4929" y="3937"/>
                    <a:pt x="4929" y="3937"/>
                  </a:cubicBezTo>
                  <a:cubicBezTo>
                    <a:pt x="4983" y="3937"/>
                    <a:pt x="4983" y="3971"/>
                    <a:pt x="5010" y="4005"/>
                  </a:cubicBezTo>
                  <a:cubicBezTo>
                    <a:pt x="5037" y="4039"/>
                    <a:pt x="5010" y="4142"/>
                    <a:pt x="4983" y="4142"/>
                  </a:cubicBezTo>
                  <a:cubicBezTo>
                    <a:pt x="4956" y="4142"/>
                    <a:pt x="4903" y="4279"/>
                    <a:pt x="4876" y="4313"/>
                  </a:cubicBezTo>
                  <a:cubicBezTo>
                    <a:pt x="4876" y="4347"/>
                    <a:pt x="4768" y="4450"/>
                    <a:pt x="4741" y="4484"/>
                  </a:cubicBezTo>
                  <a:cubicBezTo>
                    <a:pt x="4741" y="4553"/>
                    <a:pt x="4634" y="4655"/>
                    <a:pt x="4607" y="4690"/>
                  </a:cubicBezTo>
                  <a:cubicBezTo>
                    <a:pt x="4580" y="4724"/>
                    <a:pt x="4607" y="4724"/>
                    <a:pt x="4634" y="4758"/>
                  </a:cubicBezTo>
                  <a:cubicBezTo>
                    <a:pt x="4634" y="4827"/>
                    <a:pt x="4660" y="4998"/>
                    <a:pt x="4660" y="5032"/>
                  </a:cubicBezTo>
                  <a:cubicBezTo>
                    <a:pt x="4634" y="5066"/>
                    <a:pt x="4634" y="5100"/>
                    <a:pt x="4634" y="5135"/>
                  </a:cubicBezTo>
                  <a:cubicBezTo>
                    <a:pt x="4634" y="5169"/>
                    <a:pt x="4634" y="5203"/>
                    <a:pt x="4660" y="5203"/>
                  </a:cubicBezTo>
                  <a:cubicBezTo>
                    <a:pt x="4714" y="5203"/>
                    <a:pt x="4741" y="5237"/>
                    <a:pt x="4741" y="5272"/>
                  </a:cubicBezTo>
                  <a:cubicBezTo>
                    <a:pt x="4741" y="5306"/>
                    <a:pt x="4741" y="5306"/>
                    <a:pt x="4795" y="5340"/>
                  </a:cubicBezTo>
                  <a:cubicBezTo>
                    <a:pt x="4822" y="5340"/>
                    <a:pt x="4876" y="5340"/>
                    <a:pt x="4903" y="5340"/>
                  </a:cubicBezTo>
                  <a:cubicBezTo>
                    <a:pt x="4929" y="5340"/>
                    <a:pt x="4956" y="5306"/>
                    <a:pt x="5010" y="5306"/>
                  </a:cubicBezTo>
                  <a:cubicBezTo>
                    <a:pt x="5064" y="5272"/>
                    <a:pt x="5118" y="5272"/>
                    <a:pt x="5172" y="5237"/>
                  </a:cubicBezTo>
                  <a:cubicBezTo>
                    <a:pt x="5198" y="5237"/>
                    <a:pt x="5225" y="5237"/>
                    <a:pt x="5225" y="5237"/>
                  </a:cubicBezTo>
                  <a:cubicBezTo>
                    <a:pt x="5252" y="5237"/>
                    <a:pt x="5252" y="5237"/>
                    <a:pt x="5252" y="5237"/>
                  </a:cubicBezTo>
                  <a:cubicBezTo>
                    <a:pt x="5252" y="5237"/>
                    <a:pt x="5252" y="5237"/>
                    <a:pt x="5252" y="5237"/>
                  </a:cubicBezTo>
                  <a:cubicBezTo>
                    <a:pt x="5279" y="5237"/>
                    <a:pt x="5306" y="5237"/>
                    <a:pt x="5333" y="5237"/>
                  </a:cubicBezTo>
                  <a:cubicBezTo>
                    <a:pt x="5360" y="5203"/>
                    <a:pt x="5360" y="5203"/>
                    <a:pt x="5360" y="5237"/>
                  </a:cubicBezTo>
                  <a:cubicBezTo>
                    <a:pt x="5360" y="5306"/>
                    <a:pt x="5414" y="5272"/>
                    <a:pt x="5441" y="5306"/>
                  </a:cubicBezTo>
                  <a:cubicBezTo>
                    <a:pt x="5467" y="5306"/>
                    <a:pt x="5467" y="5374"/>
                    <a:pt x="5441" y="5374"/>
                  </a:cubicBezTo>
                  <a:cubicBezTo>
                    <a:pt x="5387" y="5374"/>
                    <a:pt x="5306" y="5374"/>
                    <a:pt x="5333" y="5409"/>
                  </a:cubicBezTo>
                  <a:cubicBezTo>
                    <a:pt x="5333" y="5409"/>
                    <a:pt x="5333" y="5409"/>
                    <a:pt x="5333" y="5409"/>
                  </a:cubicBezTo>
                  <a:cubicBezTo>
                    <a:pt x="5333" y="5409"/>
                    <a:pt x="5333" y="5409"/>
                    <a:pt x="5333" y="5409"/>
                  </a:cubicBezTo>
                  <a:cubicBezTo>
                    <a:pt x="5333" y="5443"/>
                    <a:pt x="5333" y="5443"/>
                    <a:pt x="5306" y="5443"/>
                  </a:cubicBezTo>
                  <a:cubicBezTo>
                    <a:pt x="5306" y="5443"/>
                    <a:pt x="5306" y="5443"/>
                    <a:pt x="5279" y="5443"/>
                  </a:cubicBezTo>
                  <a:cubicBezTo>
                    <a:pt x="5279" y="5443"/>
                    <a:pt x="5279" y="5443"/>
                    <a:pt x="5279" y="5443"/>
                  </a:cubicBezTo>
                  <a:cubicBezTo>
                    <a:pt x="5198" y="5443"/>
                    <a:pt x="5064" y="5443"/>
                    <a:pt x="5010" y="5443"/>
                  </a:cubicBezTo>
                  <a:cubicBezTo>
                    <a:pt x="4983" y="5443"/>
                    <a:pt x="4849" y="5511"/>
                    <a:pt x="4849" y="5545"/>
                  </a:cubicBezTo>
                  <a:cubicBezTo>
                    <a:pt x="4849" y="5614"/>
                    <a:pt x="4876" y="5682"/>
                    <a:pt x="4903" y="5717"/>
                  </a:cubicBezTo>
                  <a:cubicBezTo>
                    <a:pt x="4903" y="5717"/>
                    <a:pt x="4929" y="5717"/>
                    <a:pt x="4929" y="5717"/>
                  </a:cubicBezTo>
                  <a:cubicBezTo>
                    <a:pt x="4929" y="5717"/>
                    <a:pt x="4929" y="5717"/>
                    <a:pt x="4929" y="5717"/>
                  </a:cubicBezTo>
                  <a:cubicBezTo>
                    <a:pt x="4929" y="5717"/>
                    <a:pt x="4929" y="5751"/>
                    <a:pt x="4929" y="5751"/>
                  </a:cubicBezTo>
                  <a:cubicBezTo>
                    <a:pt x="4929" y="5751"/>
                    <a:pt x="4929" y="5751"/>
                    <a:pt x="4929" y="5751"/>
                  </a:cubicBezTo>
                  <a:cubicBezTo>
                    <a:pt x="4929" y="5785"/>
                    <a:pt x="4956" y="5785"/>
                    <a:pt x="4956" y="5819"/>
                  </a:cubicBezTo>
                  <a:cubicBezTo>
                    <a:pt x="4956" y="5854"/>
                    <a:pt x="4956" y="5854"/>
                    <a:pt x="4956" y="5888"/>
                  </a:cubicBezTo>
                  <a:cubicBezTo>
                    <a:pt x="4956" y="5956"/>
                    <a:pt x="4903" y="6025"/>
                    <a:pt x="4876" y="6025"/>
                  </a:cubicBezTo>
                  <a:cubicBezTo>
                    <a:pt x="4822" y="5990"/>
                    <a:pt x="4768" y="5854"/>
                    <a:pt x="4741" y="5854"/>
                  </a:cubicBezTo>
                  <a:cubicBezTo>
                    <a:pt x="4714" y="5854"/>
                    <a:pt x="4634" y="5888"/>
                    <a:pt x="4634" y="5922"/>
                  </a:cubicBezTo>
                  <a:cubicBezTo>
                    <a:pt x="4634" y="5956"/>
                    <a:pt x="4607" y="5990"/>
                    <a:pt x="4607" y="6025"/>
                  </a:cubicBezTo>
                  <a:cubicBezTo>
                    <a:pt x="4580" y="6059"/>
                    <a:pt x="4580" y="6093"/>
                    <a:pt x="4580" y="6127"/>
                  </a:cubicBezTo>
                  <a:cubicBezTo>
                    <a:pt x="4580" y="6162"/>
                    <a:pt x="4580" y="6196"/>
                    <a:pt x="4580" y="6196"/>
                  </a:cubicBezTo>
                  <a:cubicBezTo>
                    <a:pt x="4580" y="6196"/>
                    <a:pt x="4580" y="6196"/>
                    <a:pt x="4580" y="6196"/>
                  </a:cubicBezTo>
                  <a:cubicBezTo>
                    <a:pt x="4580" y="6230"/>
                    <a:pt x="4580" y="6264"/>
                    <a:pt x="4580" y="6264"/>
                  </a:cubicBezTo>
                  <a:cubicBezTo>
                    <a:pt x="4580" y="6299"/>
                    <a:pt x="4553" y="6299"/>
                    <a:pt x="4553" y="6333"/>
                  </a:cubicBezTo>
                  <a:cubicBezTo>
                    <a:pt x="4553" y="6333"/>
                    <a:pt x="4553" y="6333"/>
                    <a:pt x="4553" y="6333"/>
                  </a:cubicBezTo>
                  <a:cubicBezTo>
                    <a:pt x="4553" y="6333"/>
                    <a:pt x="4553" y="6367"/>
                    <a:pt x="4526" y="6367"/>
                  </a:cubicBezTo>
                  <a:cubicBezTo>
                    <a:pt x="4526" y="6367"/>
                    <a:pt x="4526" y="6367"/>
                    <a:pt x="4526" y="6367"/>
                  </a:cubicBezTo>
                  <a:cubicBezTo>
                    <a:pt x="4526" y="6401"/>
                    <a:pt x="4499" y="6401"/>
                    <a:pt x="4499" y="6401"/>
                  </a:cubicBezTo>
                  <a:cubicBezTo>
                    <a:pt x="4499" y="6435"/>
                    <a:pt x="4472" y="6435"/>
                    <a:pt x="4472" y="6435"/>
                  </a:cubicBezTo>
                  <a:cubicBezTo>
                    <a:pt x="4472" y="6435"/>
                    <a:pt x="4472" y="6435"/>
                    <a:pt x="4472" y="6435"/>
                  </a:cubicBezTo>
                  <a:cubicBezTo>
                    <a:pt x="4472" y="6435"/>
                    <a:pt x="4472" y="6435"/>
                    <a:pt x="4472" y="6435"/>
                  </a:cubicBezTo>
                  <a:cubicBezTo>
                    <a:pt x="4472" y="6470"/>
                    <a:pt x="4472" y="6470"/>
                    <a:pt x="4472" y="6470"/>
                  </a:cubicBezTo>
                  <a:cubicBezTo>
                    <a:pt x="4472" y="6470"/>
                    <a:pt x="4445" y="6470"/>
                    <a:pt x="4445" y="6470"/>
                  </a:cubicBezTo>
                  <a:cubicBezTo>
                    <a:pt x="4445" y="6504"/>
                    <a:pt x="4445" y="6504"/>
                    <a:pt x="4445" y="6504"/>
                  </a:cubicBezTo>
                  <a:cubicBezTo>
                    <a:pt x="4445" y="6504"/>
                    <a:pt x="4445" y="6504"/>
                    <a:pt x="4445" y="6504"/>
                  </a:cubicBezTo>
                  <a:cubicBezTo>
                    <a:pt x="4418" y="6504"/>
                    <a:pt x="4418" y="6538"/>
                    <a:pt x="4418" y="6538"/>
                  </a:cubicBezTo>
                  <a:cubicBezTo>
                    <a:pt x="4418" y="6538"/>
                    <a:pt x="4418" y="6538"/>
                    <a:pt x="4418" y="6538"/>
                  </a:cubicBezTo>
                  <a:cubicBezTo>
                    <a:pt x="4391" y="6538"/>
                    <a:pt x="4391" y="6538"/>
                    <a:pt x="4391" y="6538"/>
                  </a:cubicBezTo>
                  <a:cubicBezTo>
                    <a:pt x="4338" y="6538"/>
                    <a:pt x="4365" y="6470"/>
                    <a:pt x="4284" y="6470"/>
                  </a:cubicBezTo>
                  <a:cubicBezTo>
                    <a:pt x="4230" y="6470"/>
                    <a:pt x="4069" y="6504"/>
                    <a:pt x="4015" y="6538"/>
                  </a:cubicBezTo>
                  <a:cubicBezTo>
                    <a:pt x="4015" y="6572"/>
                    <a:pt x="3988" y="6572"/>
                    <a:pt x="3988" y="6572"/>
                  </a:cubicBezTo>
                  <a:cubicBezTo>
                    <a:pt x="3988" y="6572"/>
                    <a:pt x="3961" y="6572"/>
                    <a:pt x="3961" y="6572"/>
                  </a:cubicBezTo>
                  <a:cubicBezTo>
                    <a:pt x="3961" y="6572"/>
                    <a:pt x="3961" y="6572"/>
                    <a:pt x="3934" y="6572"/>
                  </a:cubicBezTo>
                  <a:cubicBezTo>
                    <a:pt x="3934" y="6572"/>
                    <a:pt x="3934" y="6607"/>
                    <a:pt x="3934" y="6607"/>
                  </a:cubicBezTo>
                  <a:cubicBezTo>
                    <a:pt x="3907" y="6607"/>
                    <a:pt x="3907" y="6607"/>
                    <a:pt x="3907" y="6607"/>
                  </a:cubicBezTo>
                  <a:cubicBezTo>
                    <a:pt x="3907" y="6607"/>
                    <a:pt x="3880" y="6607"/>
                    <a:pt x="3880" y="6607"/>
                  </a:cubicBezTo>
                  <a:cubicBezTo>
                    <a:pt x="3880" y="6607"/>
                    <a:pt x="3880" y="6607"/>
                    <a:pt x="3853" y="6607"/>
                  </a:cubicBezTo>
                  <a:cubicBezTo>
                    <a:pt x="3827" y="6607"/>
                    <a:pt x="3827" y="6538"/>
                    <a:pt x="3827" y="6504"/>
                  </a:cubicBezTo>
                  <a:cubicBezTo>
                    <a:pt x="3800" y="6504"/>
                    <a:pt x="3800" y="6538"/>
                    <a:pt x="3773" y="6572"/>
                  </a:cubicBezTo>
                  <a:cubicBezTo>
                    <a:pt x="3746" y="6607"/>
                    <a:pt x="3746" y="6538"/>
                    <a:pt x="3692" y="6538"/>
                  </a:cubicBezTo>
                  <a:cubicBezTo>
                    <a:pt x="3665" y="6538"/>
                    <a:pt x="3584" y="6607"/>
                    <a:pt x="3558" y="6607"/>
                  </a:cubicBezTo>
                  <a:cubicBezTo>
                    <a:pt x="3531" y="6607"/>
                    <a:pt x="3558" y="6538"/>
                    <a:pt x="3558" y="6538"/>
                  </a:cubicBezTo>
                  <a:cubicBezTo>
                    <a:pt x="3531" y="6504"/>
                    <a:pt x="3450" y="6572"/>
                    <a:pt x="3450" y="6572"/>
                  </a:cubicBezTo>
                  <a:cubicBezTo>
                    <a:pt x="3423" y="6538"/>
                    <a:pt x="3396" y="6504"/>
                    <a:pt x="3423" y="6504"/>
                  </a:cubicBezTo>
                  <a:cubicBezTo>
                    <a:pt x="3423" y="6504"/>
                    <a:pt x="3423" y="6504"/>
                    <a:pt x="3423" y="6504"/>
                  </a:cubicBezTo>
                  <a:cubicBezTo>
                    <a:pt x="3423" y="6504"/>
                    <a:pt x="3423" y="6470"/>
                    <a:pt x="3423" y="6470"/>
                  </a:cubicBezTo>
                  <a:cubicBezTo>
                    <a:pt x="3423" y="6470"/>
                    <a:pt x="3423" y="6470"/>
                    <a:pt x="3423" y="6470"/>
                  </a:cubicBezTo>
                  <a:cubicBezTo>
                    <a:pt x="3423" y="6470"/>
                    <a:pt x="3423" y="6470"/>
                    <a:pt x="3423" y="6470"/>
                  </a:cubicBezTo>
                  <a:cubicBezTo>
                    <a:pt x="3423" y="6470"/>
                    <a:pt x="3423" y="6470"/>
                    <a:pt x="3423" y="6470"/>
                  </a:cubicBezTo>
                  <a:cubicBezTo>
                    <a:pt x="3423" y="6470"/>
                    <a:pt x="3423" y="6435"/>
                    <a:pt x="3423" y="6435"/>
                  </a:cubicBezTo>
                  <a:cubicBezTo>
                    <a:pt x="3423" y="6435"/>
                    <a:pt x="3423" y="6435"/>
                    <a:pt x="3423" y="6435"/>
                  </a:cubicBezTo>
                  <a:cubicBezTo>
                    <a:pt x="3423" y="6435"/>
                    <a:pt x="3423" y="6435"/>
                    <a:pt x="3423" y="6435"/>
                  </a:cubicBezTo>
                  <a:cubicBezTo>
                    <a:pt x="3396" y="6435"/>
                    <a:pt x="3396" y="6435"/>
                    <a:pt x="3396" y="6435"/>
                  </a:cubicBezTo>
                  <a:cubicBezTo>
                    <a:pt x="3396" y="6401"/>
                    <a:pt x="3396" y="6401"/>
                    <a:pt x="3396" y="6401"/>
                  </a:cubicBezTo>
                  <a:cubicBezTo>
                    <a:pt x="3396" y="6401"/>
                    <a:pt x="3396" y="6401"/>
                    <a:pt x="3396" y="6401"/>
                  </a:cubicBezTo>
                  <a:cubicBezTo>
                    <a:pt x="3396" y="6401"/>
                    <a:pt x="3396" y="6401"/>
                    <a:pt x="3396" y="6401"/>
                  </a:cubicBezTo>
                  <a:cubicBezTo>
                    <a:pt x="3396" y="6401"/>
                    <a:pt x="3396" y="6401"/>
                    <a:pt x="3396" y="6401"/>
                  </a:cubicBezTo>
                  <a:cubicBezTo>
                    <a:pt x="3396" y="6367"/>
                    <a:pt x="3396" y="6367"/>
                    <a:pt x="3396" y="6367"/>
                  </a:cubicBezTo>
                  <a:cubicBezTo>
                    <a:pt x="3396" y="6367"/>
                    <a:pt x="3450" y="6367"/>
                    <a:pt x="3477" y="6367"/>
                  </a:cubicBezTo>
                  <a:cubicBezTo>
                    <a:pt x="3504" y="6333"/>
                    <a:pt x="3423" y="6299"/>
                    <a:pt x="3396" y="6299"/>
                  </a:cubicBezTo>
                  <a:cubicBezTo>
                    <a:pt x="3369" y="6299"/>
                    <a:pt x="3423" y="6230"/>
                    <a:pt x="3450" y="6196"/>
                  </a:cubicBezTo>
                  <a:cubicBezTo>
                    <a:pt x="3504" y="6162"/>
                    <a:pt x="3504" y="6162"/>
                    <a:pt x="3531" y="6127"/>
                  </a:cubicBezTo>
                  <a:cubicBezTo>
                    <a:pt x="3531" y="6093"/>
                    <a:pt x="3504" y="6093"/>
                    <a:pt x="3477" y="6127"/>
                  </a:cubicBezTo>
                  <a:cubicBezTo>
                    <a:pt x="3450" y="6127"/>
                    <a:pt x="3423" y="6025"/>
                    <a:pt x="3450" y="5990"/>
                  </a:cubicBezTo>
                  <a:cubicBezTo>
                    <a:pt x="3477" y="5990"/>
                    <a:pt x="3477" y="5922"/>
                    <a:pt x="3477" y="5888"/>
                  </a:cubicBezTo>
                  <a:cubicBezTo>
                    <a:pt x="3477" y="5854"/>
                    <a:pt x="3423" y="5888"/>
                    <a:pt x="3396" y="5922"/>
                  </a:cubicBezTo>
                  <a:cubicBezTo>
                    <a:pt x="3396" y="5922"/>
                    <a:pt x="3369" y="5990"/>
                    <a:pt x="3369" y="5990"/>
                  </a:cubicBezTo>
                  <a:cubicBezTo>
                    <a:pt x="3396" y="6025"/>
                    <a:pt x="3369" y="6059"/>
                    <a:pt x="3342" y="6059"/>
                  </a:cubicBezTo>
                  <a:cubicBezTo>
                    <a:pt x="3315" y="6093"/>
                    <a:pt x="3315" y="6025"/>
                    <a:pt x="3289" y="5990"/>
                  </a:cubicBezTo>
                  <a:cubicBezTo>
                    <a:pt x="3289" y="5990"/>
                    <a:pt x="3262" y="6025"/>
                    <a:pt x="3262" y="6059"/>
                  </a:cubicBezTo>
                  <a:cubicBezTo>
                    <a:pt x="3235" y="6059"/>
                    <a:pt x="3235" y="6196"/>
                    <a:pt x="3235" y="6230"/>
                  </a:cubicBezTo>
                  <a:cubicBezTo>
                    <a:pt x="3208" y="6230"/>
                    <a:pt x="3235" y="6299"/>
                    <a:pt x="3262" y="6333"/>
                  </a:cubicBezTo>
                  <a:cubicBezTo>
                    <a:pt x="3262" y="6333"/>
                    <a:pt x="3262" y="6367"/>
                    <a:pt x="3262" y="6367"/>
                  </a:cubicBezTo>
                  <a:cubicBezTo>
                    <a:pt x="3262" y="6367"/>
                    <a:pt x="3262" y="6367"/>
                    <a:pt x="3262" y="6367"/>
                  </a:cubicBezTo>
                  <a:cubicBezTo>
                    <a:pt x="3262" y="6367"/>
                    <a:pt x="3262" y="6401"/>
                    <a:pt x="3262" y="6401"/>
                  </a:cubicBezTo>
                  <a:cubicBezTo>
                    <a:pt x="3262" y="6401"/>
                    <a:pt x="3262" y="6435"/>
                    <a:pt x="3262" y="6435"/>
                  </a:cubicBezTo>
                  <a:cubicBezTo>
                    <a:pt x="3262" y="6435"/>
                    <a:pt x="3262" y="6435"/>
                    <a:pt x="3262" y="6435"/>
                  </a:cubicBezTo>
                  <a:cubicBezTo>
                    <a:pt x="3262" y="6435"/>
                    <a:pt x="3262" y="6470"/>
                    <a:pt x="3262" y="6470"/>
                  </a:cubicBezTo>
                  <a:cubicBezTo>
                    <a:pt x="3262" y="6504"/>
                    <a:pt x="3262" y="6504"/>
                    <a:pt x="3262" y="6504"/>
                  </a:cubicBezTo>
                  <a:cubicBezTo>
                    <a:pt x="3289" y="6504"/>
                    <a:pt x="3289" y="6504"/>
                    <a:pt x="3289" y="6538"/>
                  </a:cubicBezTo>
                  <a:cubicBezTo>
                    <a:pt x="3289" y="6538"/>
                    <a:pt x="3289" y="6538"/>
                    <a:pt x="3289" y="6538"/>
                  </a:cubicBezTo>
                  <a:cubicBezTo>
                    <a:pt x="3289" y="6538"/>
                    <a:pt x="3289" y="6572"/>
                    <a:pt x="3289" y="6572"/>
                  </a:cubicBezTo>
                  <a:cubicBezTo>
                    <a:pt x="3289" y="6572"/>
                    <a:pt x="3289" y="6572"/>
                    <a:pt x="3289" y="6572"/>
                  </a:cubicBezTo>
                  <a:cubicBezTo>
                    <a:pt x="3289" y="6572"/>
                    <a:pt x="3289" y="6607"/>
                    <a:pt x="3289" y="6607"/>
                  </a:cubicBezTo>
                  <a:cubicBezTo>
                    <a:pt x="3289" y="6641"/>
                    <a:pt x="3289" y="6675"/>
                    <a:pt x="3262" y="6709"/>
                  </a:cubicBezTo>
                  <a:cubicBezTo>
                    <a:pt x="3235" y="6709"/>
                    <a:pt x="3154" y="6607"/>
                    <a:pt x="3127" y="6675"/>
                  </a:cubicBezTo>
                  <a:cubicBezTo>
                    <a:pt x="3100" y="6675"/>
                    <a:pt x="3100" y="6675"/>
                    <a:pt x="3100" y="6709"/>
                  </a:cubicBezTo>
                  <a:cubicBezTo>
                    <a:pt x="3073" y="6709"/>
                    <a:pt x="3073" y="6709"/>
                    <a:pt x="3073" y="6709"/>
                  </a:cubicBezTo>
                  <a:cubicBezTo>
                    <a:pt x="3073" y="6709"/>
                    <a:pt x="3073" y="6709"/>
                    <a:pt x="3047" y="6709"/>
                  </a:cubicBezTo>
                  <a:cubicBezTo>
                    <a:pt x="3047" y="6709"/>
                    <a:pt x="3047" y="6709"/>
                    <a:pt x="3047" y="6709"/>
                  </a:cubicBezTo>
                  <a:cubicBezTo>
                    <a:pt x="3047" y="6709"/>
                    <a:pt x="3020" y="6744"/>
                    <a:pt x="3020" y="6744"/>
                  </a:cubicBezTo>
                  <a:cubicBezTo>
                    <a:pt x="2993" y="6744"/>
                    <a:pt x="2966" y="6744"/>
                    <a:pt x="2939" y="6778"/>
                  </a:cubicBezTo>
                  <a:cubicBezTo>
                    <a:pt x="2885" y="6812"/>
                    <a:pt x="2885" y="6812"/>
                    <a:pt x="2858" y="6812"/>
                  </a:cubicBezTo>
                  <a:cubicBezTo>
                    <a:pt x="2831" y="6812"/>
                    <a:pt x="2778" y="6983"/>
                    <a:pt x="2751" y="7052"/>
                  </a:cubicBezTo>
                  <a:cubicBezTo>
                    <a:pt x="2751" y="7052"/>
                    <a:pt x="2751" y="7052"/>
                    <a:pt x="2751" y="7086"/>
                  </a:cubicBezTo>
                  <a:cubicBezTo>
                    <a:pt x="2751" y="7086"/>
                    <a:pt x="2751" y="7086"/>
                    <a:pt x="2751" y="7086"/>
                  </a:cubicBezTo>
                  <a:cubicBezTo>
                    <a:pt x="2724" y="7086"/>
                    <a:pt x="2724" y="7086"/>
                    <a:pt x="2724" y="7086"/>
                  </a:cubicBezTo>
                  <a:cubicBezTo>
                    <a:pt x="2724" y="7086"/>
                    <a:pt x="2724" y="7086"/>
                    <a:pt x="2724" y="7086"/>
                  </a:cubicBezTo>
                  <a:cubicBezTo>
                    <a:pt x="2724" y="7120"/>
                    <a:pt x="2697" y="7120"/>
                    <a:pt x="2697" y="7120"/>
                  </a:cubicBezTo>
                  <a:cubicBezTo>
                    <a:pt x="2697" y="7120"/>
                    <a:pt x="2697" y="7120"/>
                    <a:pt x="2697" y="7120"/>
                  </a:cubicBezTo>
                  <a:cubicBezTo>
                    <a:pt x="2697" y="7120"/>
                    <a:pt x="2697" y="7120"/>
                    <a:pt x="2697" y="7120"/>
                  </a:cubicBezTo>
                  <a:cubicBezTo>
                    <a:pt x="2670" y="7120"/>
                    <a:pt x="2670" y="7120"/>
                    <a:pt x="2670" y="7120"/>
                  </a:cubicBezTo>
                  <a:cubicBezTo>
                    <a:pt x="2670" y="7120"/>
                    <a:pt x="2670" y="7120"/>
                    <a:pt x="2670" y="7120"/>
                  </a:cubicBezTo>
                  <a:cubicBezTo>
                    <a:pt x="2670" y="7120"/>
                    <a:pt x="2670" y="7120"/>
                    <a:pt x="2670" y="7120"/>
                  </a:cubicBezTo>
                  <a:cubicBezTo>
                    <a:pt x="2670" y="7120"/>
                    <a:pt x="2670" y="7120"/>
                    <a:pt x="2643" y="7120"/>
                  </a:cubicBezTo>
                  <a:cubicBezTo>
                    <a:pt x="2643" y="7120"/>
                    <a:pt x="2616" y="7120"/>
                    <a:pt x="2589" y="7120"/>
                  </a:cubicBezTo>
                  <a:cubicBezTo>
                    <a:pt x="2562" y="7120"/>
                    <a:pt x="2562" y="7120"/>
                    <a:pt x="2535" y="7154"/>
                  </a:cubicBezTo>
                  <a:cubicBezTo>
                    <a:pt x="2535" y="7154"/>
                    <a:pt x="2535" y="7154"/>
                    <a:pt x="2535" y="7154"/>
                  </a:cubicBezTo>
                  <a:cubicBezTo>
                    <a:pt x="2535" y="7154"/>
                    <a:pt x="2509" y="7154"/>
                    <a:pt x="2509" y="7189"/>
                  </a:cubicBezTo>
                  <a:cubicBezTo>
                    <a:pt x="2482" y="7223"/>
                    <a:pt x="2509" y="7291"/>
                    <a:pt x="2509" y="7326"/>
                  </a:cubicBezTo>
                  <a:cubicBezTo>
                    <a:pt x="2509" y="7326"/>
                    <a:pt x="2455" y="7394"/>
                    <a:pt x="2428" y="7394"/>
                  </a:cubicBezTo>
                  <a:cubicBezTo>
                    <a:pt x="2428" y="7428"/>
                    <a:pt x="2401" y="7394"/>
                    <a:pt x="2347" y="7428"/>
                  </a:cubicBezTo>
                  <a:cubicBezTo>
                    <a:pt x="2320" y="7462"/>
                    <a:pt x="2320" y="7497"/>
                    <a:pt x="2293" y="7531"/>
                  </a:cubicBezTo>
                  <a:cubicBezTo>
                    <a:pt x="2240" y="7565"/>
                    <a:pt x="2213" y="7531"/>
                    <a:pt x="2186" y="7497"/>
                  </a:cubicBezTo>
                  <a:cubicBezTo>
                    <a:pt x="2132" y="7462"/>
                    <a:pt x="2105" y="7462"/>
                    <a:pt x="2132" y="7497"/>
                  </a:cubicBezTo>
                  <a:cubicBezTo>
                    <a:pt x="2132" y="7531"/>
                    <a:pt x="2159" y="7599"/>
                    <a:pt x="2159" y="7634"/>
                  </a:cubicBezTo>
                  <a:cubicBezTo>
                    <a:pt x="2159" y="7634"/>
                    <a:pt x="2132" y="7668"/>
                    <a:pt x="2078" y="7668"/>
                  </a:cubicBezTo>
                  <a:cubicBezTo>
                    <a:pt x="2024" y="7668"/>
                    <a:pt x="1971" y="7599"/>
                    <a:pt x="1890" y="7634"/>
                  </a:cubicBezTo>
                  <a:cubicBezTo>
                    <a:pt x="1809" y="7634"/>
                    <a:pt x="1782" y="7668"/>
                    <a:pt x="1809" y="7668"/>
                  </a:cubicBezTo>
                  <a:cubicBezTo>
                    <a:pt x="1809" y="7668"/>
                    <a:pt x="1809" y="7736"/>
                    <a:pt x="1809" y="7771"/>
                  </a:cubicBezTo>
                  <a:cubicBezTo>
                    <a:pt x="1836" y="7805"/>
                    <a:pt x="2024" y="7873"/>
                    <a:pt x="2051" y="7907"/>
                  </a:cubicBezTo>
                  <a:cubicBezTo>
                    <a:pt x="2078" y="7907"/>
                    <a:pt x="2051" y="7942"/>
                    <a:pt x="2051" y="7976"/>
                  </a:cubicBezTo>
                  <a:cubicBezTo>
                    <a:pt x="2078" y="8010"/>
                    <a:pt x="2132" y="8044"/>
                    <a:pt x="2159" y="8216"/>
                  </a:cubicBezTo>
                  <a:cubicBezTo>
                    <a:pt x="2186" y="8352"/>
                    <a:pt x="2132" y="8387"/>
                    <a:pt x="2132" y="8455"/>
                  </a:cubicBezTo>
                  <a:cubicBezTo>
                    <a:pt x="2132" y="8455"/>
                    <a:pt x="2132" y="8489"/>
                    <a:pt x="2132" y="8489"/>
                  </a:cubicBezTo>
                  <a:cubicBezTo>
                    <a:pt x="2132" y="8489"/>
                    <a:pt x="2132" y="8489"/>
                    <a:pt x="2132" y="8524"/>
                  </a:cubicBezTo>
                  <a:cubicBezTo>
                    <a:pt x="2105" y="8524"/>
                    <a:pt x="2105" y="8524"/>
                    <a:pt x="2105" y="8524"/>
                  </a:cubicBezTo>
                  <a:cubicBezTo>
                    <a:pt x="2105" y="8524"/>
                    <a:pt x="2105" y="8558"/>
                    <a:pt x="2105" y="8558"/>
                  </a:cubicBezTo>
                  <a:cubicBezTo>
                    <a:pt x="2105" y="8558"/>
                    <a:pt x="2105" y="8558"/>
                    <a:pt x="2105" y="8558"/>
                  </a:cubicBezTo>
                  <a:cubicBezTo>
                    <a:pt x="2105" y="8558"/>
                    <a:pt x="2078" y="8558"/>
                    <a:pt x="2078" y="8592"/>
                  </a:cubicBezTo>
                  <a:cubicBezTo>
                    <a:pt x="2078" y="8592"/>
                    <a:pt x="2078" y="8592"/>
                    <a:pt x="2051" y="8592"/>
                  </a:cubicBezTo>
                  <a:cubicBezTo>
                    <a:pt x="1997" y="8626"/>
                    <a:pt x="1863" y="8558"/>
                    <a:pt x="1809" y="8558"/>
                  </a:cubicBezTo>
                  <a:cubicBezTo>
                    <a:pt x="1728" y="8558"/>
                    <a:pt x="1567" y="8558"/>
                    <a:pt x="1513" y="8558"/>
                  </a:cubicBezTo>
                  <a:cubicBezTo>
                    <a:pt x="1459" y="8558"/>
                    <a:pt x="1406" y="8558"/>
                    <a:pt x="1379" y="8592"/>
                  </a:cubicBezTo>
                  <a:cubicBezTo>
                    <a:pt x="1352" y="8626"/>
                    <a:pt x="1298" y="8592"/>
                    <a:pt x="1244" y="8626"/>
                  </a:cubicBezTo>
                  <a:cubicBezTo>
                    <a:pt x="1217" y="8695"/>
                    <a:pt x="1244" y="8695"/>
                    <a:pt x="1271" y="8763"/>
                  </a:cubicBezTo>
                  <a:cubicBezTo>
                    <a:pt x="1271" y="8763"/>
                    <a:pt x="1271" y="8797"/>
                    <a:pt x="1271" y="8797"/>
                  </a:cubicBezTo>
                  <a:cubicBezTo>
                    <a:pt x="1271" y="8797"/>
                    <a:pt x="1271" y="8832"/>
                    <a:pt x="1271" y="8832"/>
                  </a:cubicBezTo>
                  <a:cubicBezTo>
                    <a:pt x="1271" y="8832"/>
                    <a:pt x="1271" y="8832"/>
                    <a:pt x="1271" y="8866"/>
                  </a:cubicBezTo>
                  <a:cubicBezTo>
                    <a:pt x="1271" y="8866"/>
                    <a:pt x="1271" y="8866"/>
                    <a:pt x="1271" y="8866"/>
                  </a:cubicBezTo>
                  <a:cubicBezTo>
                    <a:pt x="1271" y="8866"/>
                    <a:pt x="1271" y="8866"/>
                    <a:pt x="1271" y="8900"/>
                  </a:cubicBezTo>
                  <a:cubicBezTo>
                    <a:pt x="1271" y="8900"/>
                    <a:pt x="1271" y="8900"/>
                    <a:pt x="1271" y="8900"/>
                  </a:cubicBezTo>
                  <a:cubicBezTo>
                    <a:pt x="1271" y="8934"/>
                    <a:pt x="1271" y="8934"/>
                    <a:pt x="1271" y="8934"/>
                  </a:cubicBezTo>
                  <a:cubicBezTo>
                    <a:pt x="1271" y="8934"/>
                    <a:pt x="1271" y="8969"/>
                    <a:pt x="1298" y="9003"/>
                  </a:cubicBezTo>
                  <a:cubicBezTo>
                    <a:pt x="1298" y="9003"/>
                    <a:pt x="1298" y="9003"/>
                    <a:pt x="1298" y="9003"/>
                  </a:cubicBezTo>
                  <a:cubicBezTo>
                    <a:pt x="1298" y="9003"/>
                    <a:pt x="1298" y="9003"/>
                    <a:pt x="1298" y="9003"/>
                  </a:cubicBezTo>
                  <a:cubicBezTo>
                    <a:pt x="1298" y="9037"/>
                    <a:pt x="1298" y="9037"/>
                    <a:pt x="1298" y="9037"/>
                  </a:cubicBezTo>
                  <a:cubicBezTo>
                    <a:pt x="1298" y="9037"/>
                    <a:pt x="1298" y="9037"/>
                    <a:pt x="1298" y="9037"/>
                  </a:cubicBezTo>
                  <a:cubicBezTo>
                    <a:pt x="1298" y="9071"/>
                    <a:pt x="1298" y="9071"/>
                    <a:pt x="1298" y="9071"/>
                  </a:cubicBezTo>
                  <a:cubicBezTo>
                    <a:pt x="1298" y="9140"/>
                    <a:pt x="1217" y="9277"/>
                    <a:pt x="1190" y="9345"/>
                  </a:cubicBezTo>
                  <a:cubicBezTo>
                    <a:pt x="1164" y="9414"/>
                    <a:pt x="1190" y="9379"/>
                    <a:pt x="1217" y="9414"/>
                  </a:cubicBezTo>
                  <a:cubicBezTo>
                    <a:pt x="1244" y="9414"/>
                    <a:pt x="1244" y="9516"/>
                    <a:pt x="1244" y="9551"/>
                  </a:cubicBezTo>
                  <a:cubicBezTo>
                    <a:pt x="1217" y="9619"/>
                    <a:pt x="1217" y="9653"/>
                    <a:pt x="1271" y="9653"/>
                  </a:cubicBezTo>
                  <a:cubicBezTo>
                    <a:pt x="1298" y="9653"/>
                    <a:pt x="1298" y="9653"/>
                    <a:pt x="1325" y="9653"/>
                  </a:cubicBezTo>
                  <a:cubicBezTo>
                    <a:pt x="1325" y="9653"/>
                    <a:pt x="1325" y="9653"/>
                    <a:pt x="1325" y="9653"/>
                  </a:cubicBezTo>
                  <a:cubicBezTo>
                    <a:pt x="1325" y="9653"/>
                    <a:pt x="1325" y="9653"/>
                    <a:pt x="1352" y="9653"/>
                  </a:cubicBezTo>
                  <a:cubicBezTo>
                    <a:pt x="1352" y="9653"/>
                    <a:pt x="1352" y="9653"/>
                    <a:pt x="1352" y="9653"/>
                  </a:cubicBezTo>
                  <a:cubicBezTo>
                    <a:pt x="1352" y="9653"/>
                    <a:pt x="1352" y="9653"/>
                    <a:pt x="1379" y="9619"/>
                  </a:cubicBezTo>
                  <a:cubicBezTo>
                    <a:pt x="1379" y="9619"/>
                    <a:pt x="1379" y="9619"/>
                    <a:pt x="1379" y="9619"/>
                  </a:cubicBezTo>
                  <a:cubicBezTo>
                    <a:pt x="1433" y="9619"/>
                    <a:pt x="1513" y="9790"/>
                    <a:pt x="1540" y="9790"/>
                  </a:cubicBezTo>
                  <a:cubicBezTo>
                    <a:pt x="1540" y="9824"/>
                    <a:pt x="1567" y="9824"/>
                    <a:pt x="1594" y="9824"/>
                  </a:cubicBezTo>
                  <a:cubicBezTo>
                    <a:pt x="1621" y="9790"/>
                    <a:pt x="1648" y="9756"/>
                    <a:pt x="1702" y="9756"/>
                  </a:cubicBezTo>
                  <a:cubicBezTo>
                    <a:pt x="1782" y="9722"/>
                    <a:pt x="1728" y="9722"/>
                    <a:pt x="1782" y="9722"/>
                  </a:cubicBezTo>
                  <a:cubicBezTo>
                    <a:pt x="1836" y="9722"/>
                    <a:pt x="2051" y="9619"/>
                    <a:pt x="2105" y="9585"/>
                  </a:cubicBezTo>
                  <a:cubicBezTo>
                    <a:pt x="2132" y="9551"/>
                    <a:pt x="2159" y="9551"/>
                    <a:pt x="2159" y="9516"/>
                  </a:cubicBezTo>
                  <a:cubicBezTo>
                    <a:pt x="2159" y="9482"/>
                    <a:pt x="2213" y="9414"/>
                    <a:pt x="2240" y="9379"/>
                  </a:cubicBezTo>
                  <a:cubicBezTo>
                    <a:pt x="2240" y="9345"/>
                    <a:pt x="2213" y="9311"/>
                    <a:pt x="2213" y="9242"/>
                  </a:cubicBezTo>
                  <a:cubicBezTo>
                    <a:pt x="2213" y="9174"/>
                    <a:pt x="2293" y="9071"/>
                    <a:pt x="2293" y="9037"/>
                  </a:cubicBezTo>
                  <a:cubicBezTo>
                    <a:pt x="2293" y="9037"/>
                    <a:pt x="2347" y="9003"/>
                    <a:pt x="2401" y="8969"/>
                  </a:cubicBezTo>
                  <a:cubicBezTo>
                    <a:pt x="2455" y="8934"/>
                    <a:pt x="2428" y="8969"/>
                    <a:pt x="2455" y="8969"/>
                  </a:cubicBezTo>
                  <a:cubicBezTo>
                    <a:pt x="2455" y="8969"/>
                    <a:pt x="2562" y="8900"/>
                    <a:pt x="2589" y="8832"/>
                  </a:cubicBezTo>
                  <a:cubicBezTo>
                    <a:pt x="2589" y="8832"/>
                    <a:pt x="2589" y="8832"/>
                    <a:pt x="2589" y="8832"/>
                  </a:cubicBezTo>
                  <a:cubicBezTo>
                    <a:pt x="2589" y="8832"/>
                    <a:pt x="2589" y="8832"/>
                    <a:pt x="2589" y="8832"/>
                  </a:cubicBezTo>
                  <a:cubicBezTo>
                    <a:pt x="2589" y="8832"/>
                    <a:pt x="2589" y="8832"/>
                    <a:pt x="2589" y="8832"/>
                  </a:cubicBezTo>
                  <a:cubicBezTo>
                    <a:pt x="2589" y="8797"/>
                    <a:pt x="2589" y="8797"/>
                    <a:pt x="2589" y="8797"/>
                  </a:cubicBezTo>
                  <a:cubicBezTo>
                    <a:pt x="2589" y="8797"/>
                    <a:pt x="2589" y="8797"/>
                    <a:pt x="2589" y="8797"/>
                  </a:cubicBezTo>
                  <a:cubicBezTo>
                    <a:pt x="2589" y="8797"/>
                    <a:pt x="2589" y="8797"/>
                    <a:pt x="2589" y="8797"/>
                  </a:cubicBezTo>
                  <a:cubicBezTo>
                    <a:pt x="2589" y="8763"/>
                    <a:pt x="2589" y="8763"/>
                    <a:pt x="2589" y="8729"/>
                  </a:cubicBezTo>
                  <a:cubicBezTo>
                    <a:pt x="2589" y="8729"/>
                    <a:pt x="2589" y="8729"/>
                    <a:pt x="2589" y="8729"/>
                  </a:cubicBezTo>
                  <a:cubicBezTo>
                    <a:pt x="2589" y="8695"/>
                    <a:pt x="2697" y="8558"/>
                    <a:pt x="2724" y="8558"/>
                  </a:cubicBezTo>
                  <a:cubicBezTo>
                    <a:pt x="2751" y="8558"/>
                    <a:pt x="2858" y="8626"/>
                    <a:pt x="2939" y="8626"/>
                  </a:cubicBezTo>
                  <a:cubicBezTo>
                    <a:pt x="2939" y="8626"/>
                    <a:pt x="2966" y="8626"/>
                    <a:pt x="2966" y="8626"/>
                  </a:cubicBezTo>
                  <a:cubicBezTo>
                    <a:pt x="2993" y="8592"/>
                    <a:pt x="2993" y="8592"/>
                    <a:pt x="2993" y="8592"/>
                  </a:cubicBezTo>
                  <a:cubicBezTo>
                    <a:pt x="2993" y="8592"/>
                    <a:pt x="3020" y="8592"/>
                    <a:pt x="3020" y="8592"/>
                  </a:cubicBezTo>
                  <a:cubicBezTo>
                    <a:pt x="3020" y="8592"/>
                    <a:pt x="3020" y="8592"/>
                    <a:pt x="3020" y="8592"/>
                  </a:cubicBezTo>
                  <a:cubicBezTo>
                    <a:pt x="3020" y="8592"/>
                    <a:pt x="3047" y="8558"/>
                    <a:pt x="3047" y="8558"/>
                  </a:cubicBezTo>
                  <a:cubicBezTo>
                    <a:pt x="3047" y="8558"/>
                    <a:pt x="3047" y="8558"/>
                    <a:pt x="3047" y="8558"/>
                  </a:cubicBezTo>
                  <a:cubicBezTo>
                    <a:pt x="3073" y="8558"/>
                    <a:pt x="3073" y="8558"/>
                    <a:pt x="3073" y="8558"/>
                  </a:cubicBezTo>
                  <a:cubicBezTo>
                    <a:pt x="3073" y="8558"/>
                    <a:pt x="3073" y="8558"/>
                    <a:pt x="3073" y="8524"/>
                  </a:cubicBezTo>
                  <a:cubicBezTo>
                    <a:pt x="3073" y="8524"/>
                    <a:pt x="3100" y="8524"/>
                    <a:pt x="3100" y="8524"/>
                  </a:cubicBezTo>
                  <a:cubicBezTo>
                    <a:pt x="3127" y="8489"/>
                    <a:pt x="3127" y="8489"/>
                    <a:pt x="3127" y="8489"/>
                  </a:cubicBezTo>
                  <a:cubicBezTo>
                    <a:pt x="3127" y="8489"/>
                    <a:pt x="3154" y="8489"/>
                    <a:pt x="3154" y="8455"/>
                  </a:cubicBezTo>
                  <a:cubicBezTo>
                    <a:pt x="3154" y="8455"/>
                    <a:pt x="3154" y="8455"/>
                    <a:pt x="3154" y="8455"/>
                  </a:cubicBezTo>
                  <a:cubicBezTo>
                    <a:pt x="3181" y="8455"/>
                    <a:pt x="3181" y="8421"/>
                    <a:pt x="3208" y="8421"/>
                  </a:cubicBezTo>
                  <a:cubicBezTo>
                    <a:pt x="3208" y="8421"/>
                    <a:pt x="3208" y="8387"/>
                    <a:pt x="3208" y="8387"/>
                  </a:cubicBezTo>
                  <a:cubicBezTo>
                    <a:pt x="3235" y="8387"/>
                    <a:pt x="3315" y="8421"/>
                    <a:pt x="3369" y="8455"/>
                  </a:cubicBezTo>
                  <a:cubicBezTo>
                    <a:pt x="3396" y="8489"/>
                    <a:pt x="3396" y="8524"/>
                    <a:pt x="3450" y="8626"/>
                  </a:cubicBezTo>
                  <a:cubicBezTo>
                    <a:pt x="3477" y="8695"/>
                    <a:pt x="3584" y="8797"/>
                    <a:pt x="3611" y="8832"/>
                  </a:cubicBezTo>
                  <a:cubicBezTo>
                    <a:pt x="3611" y="8866"/>
                    <a:pt x="3827" y="9003"/>
                    <a:pt x="3853" y="9037"/>
                  </a:cubicBezTo>
                  <a:cubicBezTo>
                    <a:pt x="3880" y="9071"/>
                    <a:pt x="3907" y="9140"/>
                    <a:pt x="3934" y="9174"/>
                  </a:cubicBezTo>
                  <a:cubicBezTo>
                    <a:pt x="3961" y="9174"/>
                    <a:pt x="3988" y="9208"/>
                    <a:pt x="3988" y="9242"/>
                  </a:cubicBezTo>
                  <a:cubicBezTo>
                    <a:pt x="4015" y="9277"/>
                    <a:pt x="4042" y="9311"/>
                    <a:pt x="4042" y="9379"/>
                  </a:cubicBezTo>
                  <a:cubicBezTo>
                    <a:pt x="4015" y="9414"/>
                    <a:pt x="3961" y="9516"/>
                    <a:pt x="3988" y="9516"/>
                  </a:cubicBezTo>
                  <a:cubicBezTo>
                    <a:pt x="4015" y="9551"/>
                    <a:pt x="4042" y="9448"/>
                    <a:pt x="4069" y="9414"/>
                  </a:cubicBezTo>
                  <a:cubicBezTo>
                    <a:pt x="4069" y="9414"/>
                    <a:pt x="4096" y="9311"/>
                    <a:pt x="4122" y="9277"/>
                  </a:cubicBezTo>
                  <a:cubicBezTo>
                    <a:pt x="4122" y="9242"/>
                    <a:pt x="4069" y="9208"/>
                    <a:pt x="4069" y="9208"/>
                  </a:cubicBezTo>
                  <a:cubicBezTo>
                    <a:pt x="4042" y="9174"/>
                    <a:pt x="4096" y="9106"/>
                    <a:pt x="4122" y="9106"/>
                  </a:cubicBezTo>
                  <a:cubicBezTo>
                    <a:pt x="4122" y="9106"/>
                    <a:pt x="4176" y="9106"/>
                    <a:pt x="4203" y="9140"/>
                  </a:cubicBezTo>
                  <a:cubicBezTo>
                    <a:pt x="4230" y="9174"/>
                    <a:pt x="4257" y="9174"/>
                    <a:pt x="4284" y="9140"/>
                  </a:cubicBezTo>
                  <a:cubicBezTo>
                    <a:pt x="4284" y="9106"/>
                    <a:pt x="4230" y="9037"/>
                    <a:pt x="4203" y="9003"/>
                  </a:cubicBezTo>
                  <a:cubicBezTo>
                    <a:pt x="4149" y="8969"/>
                    <a:pt x="4069" y="8934"/>
                    <a:pt x="4015" y="8934"/>
                  </a:cubicBezTo>
                  <a:cubicBezTo>
                    <a:pt x="3988" y="8900"/>
                    <a:pt x="4015" y="8866"/>
                    <a:pt x="4015" y="8832"/>
                  </a:cubicBezTo>
                  <a:cubicBezTo>
                    <a:pt x="4015" y="8797"/>
                    <a:pt x="3961" y="8832"/>
                    <a:pt x="3934" y="8832"/>
                  </a:cubicBezTo>
                  <a:cubicBezTo>
                    <a:pt x="3907" y="8832"/>
                    <a:pt x="3880" y="8797"/>
                    <a:pt x="3853" y="8763"/>
                  </a:cubicBezTo>
                  <a:cubicBezTo>
                    <a:pt x="3827" y="8729"/>
                    <a:pt x="3773" y="8592"/>
                    <a:pt x="3773" y="8558"/>
                  </a:cubicBezTo>
                  <a:cubicBezTo>
                    <a:pt x="3746" y="8524"/>
                    <a:pt x="3719" y="8489"/>
                    <a:pt x="3692" y="8489"/>
                  </a:cubicBezTo>
                  <a:cubicBezTo>
                    <a:pt x="3665" y="8489"/>
                    <a:pt x="3638" y="8421"/>
                    <a:pt x="3611" y="8387"/>
                  </a:cubicBezTo>
                  <a:cubicBezTo>
                    <a:pt x="3584" y="8387"/>
                    <a:pt x="3638" y="8352"/>
                    <a:pt x="3638" y="8318"/>
                  </a:cubicBezTo>
                  <a:cubicBezTo>
                    <a:pt x="3665" y="8284"/>
                    <a:pt x="3638" y="8284"/>
                    <a:pt x="3611" y="8284"/>
                  </a:cubicBezTo>
                  <a:cubicBezTo>
                    <a:pt x="3611" y="8250"/>
                    <a:pt x="3611" y="8250"/>
                    <a:pt x="3638" y="8216"/>
                  </a:cubicBezTo>
                  <a:cubicBezTo>
                    <a:pt x="3665" y="8216"/>
                    <a:pt x="3719" y="8181"/>
                    <a:pt x="3746" y="8181"/>
                  </a:cubicBezTo>
                  <a:cubicBezTo>
                    <a:pt x="3746" y="8181"/>
                    <a:pt x="3746" y="8181"/>
                    <a:pt x="3746" y="8181"/>
                  </a:cubicBezTo>
                  <a:cubicBezTo>
                    <a:pt x="3746" y="8181"/>
                    <a:pt x="3746" y="8181"/>
                    <a:pt x="3746" y="8181"/>
                  </a:cubicBezTo>
                  <a:cubicBezTo>
                    <a:pt x="3746" y="8181"/>
                    <a:pt x="3746" y="8181"/>
                    <a:pt x="3746" y="8181"/>
                  </a:cubicBezTo>
                  <a:cubicBezTo>
                    <a:pt x="3746" y="8181"/>
                    <a:pt x="3746" y="8181"/>
                    <a:pt x="3746" y="8181"/>
                  </a:cubicBezTo>
                  <a:cubicBezTo>
                    <a:pt x="3746" y="8181"/>
                    <a:pt x="3746" y="8181"/>
                    <a:pt x="3746" y="8181"/>
                  </a:cubicBezTo>
                  <a:cubicBezTo>
                    <a:pt x="3773" y="8216"/>
                    <a:pt x="3773" y="8216"/>
                    <a:pt x="3773" y="8250"/>
                  </a:cubicBezTo>
                  <a:cubicBezTo>
                    <a:pt x="3773" y="8250"/>
                    <a:pt x="3773" y="8250"/>
                    <a:pt x="3773" y="8250"/>
                  </a:cubicBezTo>
                  <a:cubicBezTo>
                    <a:pt x="3773" y="8250"/>
                    <a:pt x="3773" y="8250"/>
                    <a:pt x="3773" y="8284"/>
                  </a:cubicBezTo>
                  <a:cubicBezTo>
                    <a:pt x="3773" y="8284"/>
                    <a:pt x="3773" y="8284"/>
                    <a:pt x="3773" y="8284"/>
                  </a:cubicBezTo>
                  <a:cubicBezTo>
                    <a:pt x="3773" y="8284"/>
                    <a:pt x="3800" y="8284"/>
                    <a:pt x="3800" y="8318"/>
                  </a:cubicBezTo>
                  <a:cubicBezTo>
                    <a:pt x="3827" y="8352"/>
                    <a:pt x="3827" y="8284"/>
                    <a:pt x="3853" y="8284"/>
                  </a:cubicBezTo>
                  <a:cubicBezTo>
                    <a:pt x="3880" y="8250"/>
                    <a:pt x="3853" y="8318"/>
                    <a:pt x="3853" y="8352"/>
                  </a:cubicBezTo>
                  <a:cubicBezTo>
                    <a:pt x="3853" y="8421"/>
                    <a:pt x="3880" y="8387"/>
                    <a:pt x="3907" y="8421"/>
                  </a:cubicBezTo>
                  <a:cubicBezTo>
                    <a:pt x="3961" y="8455"/>
                    <a:pt x="3934" y="8455"/>
                    <a:pt x="3934" y="8489"/>
                  </a:cubicBezTo>
                  <a:cubicBezTo>
                    <a:pt x="3961" y="8558"/>
                    <a:pt x="4042" y="8558"/>
                    <a:pt x="4069" y="8592"/>
                  </a:cubicBezTo>
                  <a:cubicBezTo>
                    <a:pt x="4096" y="8592"/>
                    <a:pt x="4122" y="8626"/>
                    <a:pt x="4149" y="8661"/>
                  </a:cubicBezTo>
                  <a:cubicBezTo>
                    <a:pt x="4149" y="8661"/>
                    <a:pt x="4149" y="8661"/>
                    <a:pt x="4149" y="8661"/>
                  </a:cubicBezTo>
                  <a:cubicBezTo>
                    <a:pt x="4149" y="8661"/>
                    <a:pt x="4149" y="8661"/>
                    <a:pt x="4149" y="8661"/>
                  </a:cubicBezTo>
                  <a:cubicBezTo>
                    <a:pt x="4149" y="8661"/>
                    <a:pt x="4149" y="8661"/>
                    <a:pt x="4149" y="8661"/>
                  </a:cubicBezTo>
                  <a:cubicBezTo>
                    <a:pt x="4176" y="8661"/>
                    <a:pt x="4176" y="8661"/>
                    <a:pt x="4176" y="8661"/>
                  </a:cubicBezTo>
                  <a:cubicBezTo>
                    <a:pt x="4203" y="8661"/>
                    <a:pt x="4203" y="8661"/>
                    <a:pt x="4203" y="8695"/>
                  </a:cubicBezTo>
                  <a:cubicBezTo>
                    <a:pt x="4230" y="8695"/>
                    <a:pt x="4230" y="8695"/>
                    <a:pt x="4257" y="8695"/>
                  </a:cubicBezTo>
                  <a:cubicBezTo>
                    <a:pt x="4257" y="8729"/>
                    <a:pt x="4257" y="8729"/>
                    <a:pt x="4284" y="8729"/>
                  </a:cubicBezTo>
                  <a:cubicBezTo>
                    <a:pt x="4284" y="8729"/>
                    <a:pt x="4284" y="8729"/>
                    <a:pt x="4284" y="8763"/>
                  </a:cubicBezTo>
                  <a:cubicBezTo>
                    <a:pt x="4284" y="8763"/>
                    <a:pt x="4311" y="8763"/>
                    <a:pt x="4311" y="8797"/>
                  </a:cubicBezTo>
                  <a:cubicBezTo>
                    <a:pt x="4311" y="8797"/>
                    <a:pt x="4311" y="8797"/>
                    <a:pt x="4338" y="8797"/>
                  </a:cubicBezTo>
                  <a:cubicBezTo>
                    <a:pt x="4338" y="8797"/>
                    <a:pt x="4338" y="8797"/>
                    <a:pt x="4338" y="8797"/>
                  </a:cubicBezTo>
                  <a:cubicBezTo>
                    <a:pt x="4338" y="8832"/>
                    <a:pt x="4338" y="8832"/>
                    <a:pt x="4365" y="8832"/>
                  </a:cubicBezTo>
                  <a:cubicBezTo>
                    <a:pt x="4365" y="8832"/>
                    <a:pt x="4365" y="8832"/>
                    <a:pt x="4365" y="8832"/>
                  </a:cubicBezTo>
                  <a:cubicBezTo>
                    <a:pt x="4365" y="8832"/>
                    <a:pt x="4365" y="8832"/>
                    <a:pt x="4365" y="8832"/>
                  </a:cubicBezTo>
                  <a:cubicBezTo>
                    <a:pt x="4391" y="8866"/>
                    <a:pt x="4391" y="8866"/>
                    <a:pt x="4391" y="8866"/>
                  </a:cubicBezTo>
                  <a:cubicBezTo>
                    <a:pt x="4391" y="8900"/>
                    <a:pt x="4365" y="9037"/>
                    <a:pt x="4391" y="9140"/>
                  </a:cubicBezTo>
                  <a:cubicBezTo>
                    <a:pt x="4391" y="9140"/>
                    <a:pt x="4391" y="9174"/>
                    <a:pt x="4391" y="9174"/>
                  </a:cubicBezTo>
                  <a:cubicBezTo>
                    <a:pt x="4391" y="9174"/>
                    <a:pt x="4391" y="9174"/>
                    <a:pt x="4391" y="9174"/>
                  </a:cubicBezTo>
                  <a:cubicBezTo>
                    <a:pt x="4418" y="9174"/>
                    <a:pt x="4418" y="9208"/>
                    <a:pt x="4418" y="9208"/>
                  </a:cubicBezTo>
                  <a:cubicBezTo>
                    <a:pt x="4418" y="9208"/>
                    <a:pt x="4418" y="9208"/>
                    <a:pt x="4418" y="9208"/>
                  </a:cubicBezTo>
                  <a:cubicBezTo>
                    <a:pt x="4418" y="9208"/>
                    <a:pt x="4418" y="9208"/>
                    <a:pt x="4418" y="9208"/>
                  </a:cubicBezTo>
                  <a:cubicBezTo>
                    <a:pt x="4418" y="9208"/>
                    <a:pt x="4418" y="9242"/>
                    <a:pt x="4418" y="9242"/>
                  </a:cubicBezTo>
                  <a:cubicBezTo>
                    <a:pt x="4418" y="9242"/>
                    <a:pt x="4418" y="9242"/>
                    <a:pt x="4418" y="9242"/>
                  </a:cubicBezTo>
                  <a:cubicBezTo>
                    <a:pt x="4418" y="9242"/>
                    <a:pt x="4418" y="9242"/>
                    <a:pt x="4418" y="9242"/>
                  </a:cubicBezTo>
                  <a:cubicBezTo>
                    <a:pt x="4418" y="9242"/>
                    <a:pt x="4418" y="9242"/>
                    <a:pt x="4418" y="9242"/>
                  </a:cubicBezTo>
                  <a:cubicBezTo>
                    <a:pt x="4445" y="9242"/>
                    <a:pt x="4445" y="9277"/>
                    <a:pt x="4445" y="9277"/>
                  </a:cubicBezTo>
                  <a:cubicBezTo>
                    <a:pt x="4445" y="9345"/>
                    <a:pt x="4472" y="9277"/>
                    <a:pt x="4499" y="9277"/>
                  </a:cubicBezTo>
                  <a:cubicBezTo>
                    <a:pt x="4499" y="9311"/>
                    <a:pt x="4526" y="9277"/>
                    <a:pt x="4553" y="9345"/>
                  </a:cubicBezTo>
                  <a:cubicBezTo>
                    <a:pt x="4580" y="9379"/>
                    <a:pt x="4526" y="9379"/>
                    <a:pt x="4553" y="9414"/>
                  </a:cubicBezTo>
                  <a:cubicBezTo>
                    <a:pt x="4607" y="9414"/>
                    <a:pt x="4741" y="9414"/>
                    <a:pt x="4768" y="9414"/>
                  </a:cubicBezTo>
                  <a:cubicBezTo>
                    <a:pt x="4795" y="9414"/>
                    <a:pt x="4795" y="9448"/>
                    <a:pt x="4768" y="9482"/>
                  </a:cubicBezTo>
                  <a:cubicBezTo>
                    <a:pt x="4741" y="9516"/>
                    <a:pt x="4660" y="9448"/>
                    <a:pt x="4634" y="9448"/>
                  </a:cubicBezTo>
                  <a:cubicBezTo>
                    <a:pt x="4607" y="9448"/>
                    <a:pt x="4607" y="9448"/>
                    <a:pt x="4580" y="9482"/>
                  </a:cubicBezTo>
                  <a:cubicBezTo>
                    <a:pt x="4553" y="9516"/>
                    <a:pt x="4634" y="9551"/>
                    <a:pt x="4634" y="9619"/>
                  </a:cubicBezTo>
                  <a:cubicBezTo>
                    <a:pt x="4634" y="9653"/>
                    <a:pt x="4634" y="9653"/>
                    <a:pt x="4660" y="9653"/>
                  </a:cubicBezTo>
                  <a:cubicBezTo>
                    <a:pt x="4687" y="9653"/>
                    <a:pt x="4687" y="9687"/>
                    <a:pt x="4714" y="9722"/>
                  </a:cubicBezTo>
                  <a:cubicBezTo>
                    <a:pt x="4714" y="9756"/>
                    <a:pt x="4741" y="9687"/>
                    <a:pt x="4768" y="9687"/>
                  </a:cubicBezTo>
                  <a:cubicBezTo>
                    <a:pt x="4768" y="9687"/>
                    <a:pt x="4795" y="9653"/>
                    <a:pt x="4795" y="9585"/>
                  </a:cubicBezTo>
                  <a:cubicBezTo>
                    <a:pt x="4795" y="9551"/>
                    <a:pt x="4795" y="9551"/>
                    <a:pt x="4822" y="9551"/>
                  </a:cubicBezTo>
                  <a:cubicBezTo>
                    <a:pt x="4822" y="9551"/>
                    <a:pt x="4822" y="9516"/>
                    <a:pt x="4822" y="9482"/>
                  </a:cubicBezTo>
                  <a:cubicBezTo>
                    <a:pt x="4822" y="9448"/>
                    <a:pt x="4849" y="9482"/>
                    <a:pt x="4849" y="9482"/>
                  </a:cubicBezTo>
                  <a:cubicBezTo>
                    <a:pt x="4876" y="9516"/>
                    <a:pt x="4876" y="9482"/>
                    <a:pt x="4876" y="9448"/>
                  </a:cubicBezTo>
                  <a:cubicBezTo>
                    <a:pt x="4876" y="9448"/>
                    <a:pt x="4929" y="9482"/>
                    <a:pt x="4956" y="9482"/>
                  </a:cubicBezTo>
                  <a:cubicBezTo>
                    <a:pt x="4956" y="9482"/>
                    <a:pt x="4956" y="9482"/>
                    <a:pt x="4956" y="9448"/>
                  </a:cubicBezTo>
                  <a:cubicBezTo>
                    <a:pt x="4929" y="9414"/>
                    <a:pt x="4929" y="9379"/>
                    <a:pt x="4903" y="9379"/>
                  </a:cubicBezTo>
                  <a:cubicBezTo>
                    <a:pt x="4849" y="9379"/>
                    <a:pt x="4822" y="9277"/>
                    <a:pt x="4795" y="9242"/>
                  </a:cubicBezTo>
                  <a:cubicBezTo>
                    <a:pt x="4768" y="9174"/>
                    <a:pt x="4741" y="9106"/>
                    <a:pt x="4768" y="9071"/>
                  </a:cubicBezTo>
                  <a:cubicBezTo>
                    <a:pt x="4768" y="9071"/>
                    <a:pt x="4795" y="9106"/>
                    <a:pt x="4849" y="9106"/>
                  </a:cubicBezTo>
                  <a:cubicBezTo>
                    <a:pt x="4876" y="9140"/>
                    <a:pt x="4876" y="9071"/>
                    <a:pt x="4876" y="9037"/>
                  </a:cubicBezTo>
                  <a:cubicBezTo>
                    <a:pt x="4849" y="9003"/>
                    <a:pt x="4929" y="9037"/>
                    <a:pt x="4956" y="9037"/>
                  </a:cubicBezTo>
                  <a:cubicBezTo>
                    <a:pt x="5010" y="9037"/>
                    <a:pt x="5010" y="9003"/>
                    <a:pt x="5064" y="9003"/>
                  </a:cubicBezTo>
                  <a:cubicBezTo>
                    <a:pt x="5064" y="9003"/>
                    <a:pt x="5064" y="9003"/>
                    <a:pt x="5064" y="9003"/>
                  </a:cubicBezTo>
                  <a:cubicBezTo>
                    <a:pt x="5064" y="9003"/>
                    <a:pt x="5064" y="9003"/>
                    <a:pt x="5091" y="9003"/>
                  </a:cubicBezTo>
                  <a:cubicBezTo>
                    <a:pt x="5091" y="9003"/>
                    <a:pt x="5091" y="9003"/>
                    <a:pt x="5091" y="9003"/>
                  </a:cubicBezTo>
                  <a:cubicBezTo>
                    <a:pt x="5091" y="9003"/>
                    <a:pt x="5118" y="9003"/>
                    <a:pt x="5118" y="9003"/>
                  </a:cubicBezTo>
                  <a:cubicBezTo>
                    <a:pt x="5118" y="9003"/>
                    <a:pt x="5118" y="9003"/>
                    <a:pt x="5118" y="9003"/>
                  </a:cubicBezTo>
                  <a:cubicBezTo>
                    <a:pt x="5118" y="9037"/>
                    <a:pt x="5145" y="9037"/>
                    <a:pt x="5145" y="9037"/>
                  </a:cubicBezTo>
                  <a:cubicBezTo>
                    <a:pt x="5145" y="9037"/>
                    <a:pt x="5145" y="9037"/>
                    <a:pt x="5145" y="9037"/>
                  </a:cubicBezTo>
                  <a:cubicBezTo>
                    <a:pt x="5145" y="9037"/>
                    <a:pt x="5145" y="9037"/>
                    <a:pt x="5145" y="9037"/>
                  </a:cubicBezTo>
                  <a:cubicBezTo>
                    <a:pt x="5172" y="9037"/>
                    <a:pt x="5172" y="9037"/>
                    <a:pt x="5172" y="9037"/>
                  </a:cubicBezTo>
                  <a:cubicBezTo>
                    <a:pt x="5225" y="9037"/>
                    <a:pt x="5225" y="9037"/>
                    <a:pt x="5252" y="9003"/>
                  </a:cubicBezTo>
                  <a:cubicBezTo>
                    <a:pt x="5306" y="9003"/>
                    <a:pt x="5279" y="9037"/>
                    <a:pt x="5360" y="8969"/>
                  </a:cubicBezTo>
                  <a:cubicBezTo>
                    <a:pt x="5414" y="8934"/>
                    <a:pt x="5387" y="8934"/>
                    <a:pt x="5360" y="8934"/>
                  </a:cubicBezTo>
                  <a:cubicBezTo>
                    <a:pt x="5360" y="8900"/>
                    <a:pt x="5360" y="8900"/>
                    <a:pt x="5360" y="8900"/>
                  </a:cubicBezTo>
                  <a:cubicBezTo>
                    <a:pt x="5360" y="8900"/>
                    <a:pt x="5360" y="8900"/>
                    <a:pt x="5360" y="8900"/>
                  </a:cubicBezTo>
                  <a:cubicBezTo>
                    <a:pt x="5360" y="8900"/>
                    <a:pt x="5360" y="8900"/>
                    <a:pt x="5360" y="8900"/>
                  </a:cubicBezTo>
                  <a:cubicBezTo>
                    <a:pt x="5360" y="8900"/>
                    <a:pt x="5360" y="8900"/>
                    <a:pt x="5360" y="8900"/>
                  </a:cubicBezTo>
                  <a:cubicBezTo>
                    <a:pt x="5360" y="8900"/>
                    <a:pt x="5360" y="8900"/>
                    <a:pt x="5360" y="8866"/>
                  </a:cubicBezTo>
                  <a:cubicBezTo>
                    <a:pt x="5360" y="8866"/>
                    <a:pt x="5360" y="8866"/>
                    <a:pt x="5360" y="8866"/>
                  </a:cubicBezTo>
                  <a:cubicBezTo>
                    <a:pt x="5360" y="8866"/>
                    <a:pt x="5360" y="8832"/>
                    <a:pt x="5360" y="8797"/>
                  </a:cubicBezTo>
                  <a:cubicBezTo>
                    <a:pt x="5333" y="8729"/>
                    <a:pt x="5279" y="8729"/>
                    <a:pt x="5306" y="8695"/>
                  </a:cubicBezTo>
                  <a:cubicBezTo>
                    <a:pt x="5306" y="8661"/>
                    <a:pt x="5333" y="8626"/>
                    <a:pt x="5333" y="8626"/>
                  </a:cubicBezTo>
                  <a:cubicBezTo>
                    <a:pt x="5333" y="8592"/>
                    <a:pt x="5333" y="8592"/>
                    <a:pt x="5333" y="8592"/>
                  </a:cubicBezTo>
                  <a:cubicBezTo>
                    <a:pt x="5333" y="8592"/>
                    <a:pt x="5333" y="8592"/>
                    <a:pt x="5333" y="8592"/>
                  </a:cubicBezTo>
                  <a:cubicBezTo>
                    <a:pt x="5333" y="8592"/>
                    <a:pt x="5333" y="8592"/>
                    <a:pt x="5360" y="8558"/>
                  </a:cubicBezTo>
                  <a:cubicBezTo>
                    <a:pt x="5360" y="8558"/>
                    <a:pt x="5360" y="8558"/>
                    <a:pt x="5360" y="8558"/>
                  </a:cubicBezTo>
                  <a:cubicBezTo>
                    <a:pt x="5360" y="8558"/>
                    <a:pt x="5360" y="8558"/>
                    <a:pt x="5360" y="8558"/>
                  </a:cubicBezTo>
                  <a:cubicBezTo>
                    <a:pt x="5387" y="8524"/>
                    <a:pt x="5414" y="8455"/>
                    <a:pt x="5414" y="8421"/>
                  </a:cubicBezTo>
                  <a:cubicBezTo>
                    <a:pt x="5414" y="8352"/>
                    <a:pt x="5441" y="8318"/>
                    <a:pt x="5494" y="8284"/>
                  </a:cubicBezTo>
                  <a:cubicBezTo>
                    <a:pt x="5548" y="8284"/>
                    <a:pt x="5521" y="8216"/>
                    <a:pt x="5521" y="8181"/>
                  </a:cubicBezTo>
                  <a:cubicBezTo>
                    <a:pt x="5521" y="8181"/>
                    <a:pt x="5521" y="8181"/>
                    <a:pt x="5521" y="8181"/>
                  </a:cubicBezTo>
                  <a:cubicBezTo>
                    <a:pt x="5521" y="8181"/>
                    <a:pt x="5521" y="8181"/>
                    <a:pt x="5521" y="8181"/>
                  </a:cubicBezTo>
                  <a:cubicBezTo>
                    <a:pt x="5521" y="8181"/>
                    <a:pt x="5548" y="8181"/>
                    <a:pt x="5548" y="8181"/>
                  </a:cubicBezTo>
                  <a:cubicBezTo>
                    <a:pt x="5548" y="8147"/>
                    <a:pt x="5575" y="8113"/>
                    <a:pt x="5575" y="8113"/>
                  </a:cubicBezTo>
                  <a:cubicBezTo>
                    <a:pt x="5602" y="8079"/>
                    <a:pt x="5629" y="8044"/>
                    <a:pt x="5629" y="7976"/>
                  </a:cubicBezTo>
                  <a:cubicBezTo>
                    <a:pt x="5656" y="7942"/>
                    <a:pt x="5736" y="7976"/>
                    <a:pt x="5763" y="7976"/>
                  </a:cubicBezTo>
                  <a:cubicBezTo>
                    <a:pt x="5790" y="7976"/>
                    <a:pt x="5790" y="8010"/>
                    <a:pt x="5790" y="8044"/>
                  </a:cubicBezTo>
                  <a:cubicBezTo>
                    <a:pt x="5817" y="8079"/>
                    <a:pt x="5925" y="8044"/>
                    <a:pt x="5952" y="8044"/>
                  </a:cubicBezTo>
                  <a:cubicBezTo>
                    <a:pt x="5979" y="8044"/>
                    <a:pt x="5925" y="8113"/>
                    <a:pt x="5871" y="8113"/>
                  </a:cubicBezTo>
                  <a:cubicBezTo>
                    <a:pt x="5817" y="8147"/>
                    <a:pt x="5817" y="8181"/>
                    <a:pt x="5844" y="8181"/>
                  </a:cubicBezTo>
                  <a:cubicBezTo>
                    <a:pt x="5844" y="8216"/>
                    <a:pt x="5898" y="8284"/>
                    <a:pt x="5925" y="8318"/>
                  </a:cubicBezTo>
                  <a:cubicBezTo>
                    <a:pt x="5952" y="8352"/>
                    <a:pt x="5952" y="8387"/>
                    <a:pt x="6005" y="8387"/>
                  </a:cubicBezTo>
                  <a:cubicBezTo>
                    <a:pt x="6032" y="8387"/>
                    <a:pt x="6032" y="8318"/>
                    <a:pt x="6059" y="8318"/>
                  </a:cubicBezTo>
                  <a:cubicBezTo>
                    <a:pt x="6086" y="8284"/>
                    <a:pt x="6113" y="8284"/>
                    <a:pt x="6140" y="8284"/>
                  </a:cubicBezTo>
                  <a:cubicBezTo>
                    <a:pt x="6140" y="8250"/>
                    <a:pt x="6167" y="8318"/>
                    <a:pt x="6194" y="8318"/>
                  </a:cubicBezTo>
                  <a:cubicBezTo>
                    <a:pt x="6221" y="8318"/>
                    <a:pt x="6221" y="8284"/>
                    <a:pt x="6247" y="8318"/>
                  </a:cubicBezTo>
                  <a:cubicBezTo>
                    <a:pt x="6274" y="8318"/>
                    <a:pt x="6247" y="8284"/>
                    <a:pt x="6247" y="8250"/>
                  </a:cubicBezTo>
                  <a:cubicBezTo>
                    <a:pt x="6247" y="8216"/>
                    <a:pt x="6247" y="8216"/>
                    <a:pt x="6221" y="8181"/>
                  </a:cubicBezTo>
                  <a:cubicBezTo>
                    <a:pt x="6194" y="8147"/>
                    <a:pt x="6167" y="8181"/>
                    <a:pt x="6140" y="8181"/>
                  </a:cubicBezTo>
                  <a:cubicBezTo>
                    <a:pt x="6086" y="8181"/>
                    <a:pt x="6086" y="8113"/>
                    <a:pt x="6086" y="8079"/>
                  </a:cubicBezTo>
                  <a:cubicBezTo>
                    <a:pt x="6059" y="8079"/>
                    <a:pt x="6086" y="8044"/>
                    <a:pt x="6113" y="8044"/>
                  </a:cubicBezTo>
                  <a:cubicBezTo>
                    <a:pt x="6140" y="8010"/>
                    <a:pt x="6167" y="7976"/>
                    <a:pt x="6194" y="7976"/>
                  </a:cubicBezTo>
                  <a:cubicBezTo>
                    <a:pt x="6221" y="7942"/>
                    <a:pt x="6247" y="7976"/>
                    <a:pt x="6274" y="7976"/>
                  </a:cubicBezTo>
                  <a:cubicBezTo>
                    <a:pt x="6301" y="7942"/>
                    <a:pt x="6355" y="7907"/>
                    <a:pt x="6382" y="7907"/>
                  </a:cubicBezTo>
                  <a:cubicBezTo>
                    <a:pt x="6382" y="7907"/>
                    <a:pt x="6409" y="7907"/>
                    <a:pt x="6409" y="7907"/>
                  </a:cubicBezTo>
                  <a:cubicBezTo>
                    <a:pt x="6409" y="7907"/>
                    <a:pt x="6409" y="7907"/>
                    <a:pt x="6409" y="7907"/>
                  </a:cubicBezTo>
                  <a:cubicBezTo>
                    <a:pt x="6436" y="7907"/>
                    <a:pt x="6436" y="7907"/>
                    <a:pt x="6436" y="7907"/>
                  </a:cubicBezTo>
                  <a:cubicBezTo>
                    <a:pt x="6436" y="7907"/>
                    <a:pt x="6436" y="7907"/>
                    <a:pt x="6463" y="7907"/>
                  </a:cubicBezTo>
                  <a:cubicBezTo>
                    <a:pt x="6463" y="7873"/>
                    <a:pt x="6463" y="7873"/>
                    <a:pt x="6463" y="7873"/>
                  </a:cubicBezTo>
                  <a:cubicBezTo>
                    <a:pt x="6463" y="7873"/>
                    <a:pt x="6490" y="7873"/>
                    <a:pt x="6490" y="7873"/>
                  </a:cubicBezTo>
                  <a:cubicBezTo>
                    <a:pt x="6490" y="7873"/>
                    <a:pt x="6490" y="7873"/>
                    <a:pt x="6490" y="7873"/>
                  </a:cubicBezTo>
                  <a:cubicBezTo>
                    <a:pt x="6490" y="7873"/>
                    <a:pt x="6490" y="7873"/>
                    <a:pt x="6516" y="7873"/>
                  </a:cubicBezTo>
                  <a:cubicBezTo>
                    <a:pt x="6516" y="7873"/>
                    <a:pt x="6570" y="7873"/>
                    <a:pt x="6543" y="7873"/>
                  </a:cubicBezTo>
                  <a:cubicBezTo>
                    <a:pt x="6543" y="7907"/>
                    <a:pt x="6490" y="7942"/>
                    <a:pt x="6463" y="7976"/>
                  </a:cubicBezTo>
                  <a:cubicBezTo>
                    <a:pt x="6436" y="8010"/>
                    <a:pt x="6382" y="7976"/>
                    <a:pt x="6409" y="8044"/>
                  </a:cubicBezTo>
                  <a:cubicBezTo>
                    <a:pt x="6409" y="8079"/>
                    <a:pt x="6409" y="8181"/>
                    <a:pt x="6355" y="8216"/>
                  </a:cubicBezTo>
                  <a:cubicBezTo>
                    <a:pt x="6328" y="8250"/>
                    <a:pt x="6328" y="8216"/>
                    <a:pt x="6301" y="8250"/>
                  </a:cubicBezTo>
                  <a:cubicBezTo>
                    <a:pt x="6274" y="8250"/>
                    <a:pt x="6328" y="8284"/>
                    <a:pt x="6382" y="8318"/>
                  </a:cubicBezTo>
                  <a:cubicBezTo>
                    <a:pt x="6409" y="8352"/>
                    <a:pt x="6436" y="8352"/>
                    <a:pt x="6490" y="8352"/>
                  </a:cubicBezTo>
                  <a:cubicBezTo>
                    <a:pt x="6516" y="8387"/>
                    <a:pt x="6597" y="8524"/>
                    <a:pt x="6624" y="8558"/>
                  </a:cubicBezTo>
                  <a:cubicBezTo>
                    <a:pt x="6651" y="8558"/>
                    <a:pt x="6651" y="8558"/>
                    <a:pt x="6651" y="8558"/>
                  </a:cubicBezTo>
                  <a:cubicBezTo>
                    <a:pt x="6651" y="8592"/>
                    <a:pt x="6651" y="8592"/>
                    <a:pt x="6651" y="8592"/>
                  </a:cubicBezTo>
                  <a:cubicBezTo>
                    <a:pt x="6651" y="8592"/>
                    <a:pt x="6651" y="8592"/>
                    <a:pt x="6651" y="8592"/>
                  </a:cubicBezTo>
                  <a:cubicBezTo>
                    <a:pt x="6678" y="8592"/>
                    <a:pt x="6678" y="8592"/>
                    <a:pt x="6705" y="8592"/>
                  </a:cubicBezTo>
                  <a:cubicBezTo>
                    <a:pt x="6705" y="8592"/>
                    <a:pt x="6732" y="8592"/>
                    <a:pt x="6732" y="8592"/>
                  </a:cubicBezTo>
                  <a:cubicBezTo>
                    <a:pt x="6785" y="8626"/>
                    <a:pt x="6785" y="8626"/>
                    <a:pt x="6812" y="8695"/>
                  </a:cubicBezTo>
                  <a:cubicBezTo>
                    <a:pt x="6812" y="8763"/>
                    <a:pt x="6839" y="8797"/>
                    <a:pt x="6839" y="8832"/>
                  </a:cubicBezTo>
                  <a:cubicBezTo>
                    <a:pt x="6839" y="8866"/>
                    <a:pt x="6839" y="8866"/>
                    <a:pt x="6839" y="8866"/>
                  </a:cubicBezTo>
                  <a:cubicBezTo>
                    <a:pt x="6839" y="8866"/>
                    <a:pt x="6839" y="8866"/>
                    <a:pt x="6839" y="8866"/>
                  </a:cubicBezTo>
                  <a:cubicBezTo>
                    <a:pt x="6839" y="8866"/>
                    <a:pt x="6839" y="8866"/>
                    <a:pt x="6839" y="8866"/>
                  </a:cubicBezTo>
                  <a:cubicBezTo>
                    <a:pt x="6839" y="8900"/>
                    <a:pt x="6812" y="8900"/>
                    <a:pt x="6812" y="8900"/>
                  </a:cubicBezTo>
                  <a:cubicBezTo>
                    <a:pt x="6812" y="8900"/>
                    <a:pt x="6812" y="8900"/>
                    <a:pt x="6812" y="8900"/>
                  </a:cubicBezTo>
                  <a:cubicBezTo>
                    <a:pt x="6785" y="8934"/>
                    <a:pt x="6759" y="8934"/>
                    <a:pt x="6732" y="8969"/>
                  </a:cubicBezTo>
                  <a:cubicBezTo>
                    <a:pt x="6732" y="8969"/>
                    <a:pt x="6732" y="8969"/>
                    <a:pt x="6732" y="8969"/>
                  </a:cubicBezTo>
                  <a:cubicBezTo>
                    <a:pt x="6732" y="8969"/>
                    <a:pt x="6705" y="8969"/>
                    <a:pt x="6705" y="8969"/>
                  </a:cubicBezTo>
                  <a:cubicBezTo>
                    <a:pt x="6624" y="9003"/>
                    <a:pt x="6624" y="8969"/>
                    <a:pt x="6597" y="8969"/>
                  </a:cubicBezTo>
                  <a:cubicBezTo>
                    <a:pt x="6570" y="8969"/>
                    <a:pt x="6543" y="9003"/>
                    <a:pt x="6463" y="9003"/>
                  </a:cubicBezTo>
                  <a:cubicBezTo>
                    <a:pt x="6409" y="9003"/>
                    <a:pt x="6301" y="8934"/>
                    <a:pt x="6274" y="8900"/>
                  </a:cubicBezTo>
                  <a:cubicBezTo>
                    <a:pt x="6221" y="8900"/>
                    <a:pt x="6221" y="8866"/>
                    <a:pt x="6167" y="8832"/>
                  </a:cubicBezTo>
                  <a:cubicBezTo>
                    <a:pt x="6086" y="8832"/>
                    <a:pt x="6059" y="8797"/>
                    <a:pt x="5952" y="8797"/>
                  </a:cubicBezTo>
                  <a:cubicBezTo>
                    <a:pt x="5817" y="8797"/>
                    <a:pt x="5817" y="8832"/>
                    <a:pt x="5736" y="8900"/>
                  </a:cubicBezTo>
                  <a:cubicBezTo>
                    <a:pt x="5656" y="8969"/>
                    <a:pt x="5548" y="8934"/>
                    <a:pt x="5494" y="8934"/>
                  </a:cubicBezTo>
                  <a:cubicBezTo>
                    <a:pt x="5441" y="8934"/>
                    <a:pt x="5467" y="8969"/>
                    <a:pt x="5494" y="9003"/>
                  </a:cubicBezTo>
                  <a:cubicBezTo>
                    <a:pt x="5521" y="9037"/>
                    <a:pt x="5494" y="9003"/>
                    <a:pt x="5441" y="9037"/>
                  </a:cubicBezTo>
                  <a:cubicBezTo>
                    <a:pt x="5414" y="9037"/>
                    <a:pt x="5441" y="9037"/>
                    <a:pt x="5414" y="9071"/>
                  </a:cubicBezTo>
                  <a:cubicBezTo>
                    <a:pt x="5414" y="9071"/>
                    <a:pt x="5279" y="9071"/>
                    <a:pt x="5252" y="9071"/>
                  </a:cubicBezTo>
                  <a:cubicBezTo>
                    <a:pt x="5198" y="9071"/>
                    <a:pt x="5198" y="9140"/>
                    <a:pt x="5172" y="9174"/>
                  </a:cubicBezTo>
                  <a:cubicBezTo>
                    <a:pt x="5145" y="9208"/>
                    <a:pt x="5172" y="9242"/>
                    <a:pt x="5198" y="9277"/>
                  </a:cubicBezTo>
                  <a:cubicBezTo>
                    <a:pt x="5225" y="9311"/>
                    <a:pt x="5225" y="9345"/>
                    <a:pt x="5198" y="9379"/>
                  </a:cubicBezTo>
                  <a:cubicBezTo>
                    <a:pt x="5172" y="9379"/>
                    <a:pt x="5118" y="9379"/>
                    <a:pt x="5091" y="9379"/>
                  </a:cubicBezTo>
                  <a:cubicBezTo>
                    <a:pt x="5064" y="9379"/>
                    <a:pt x="5091" y="9414"/>
                    <a:pt x="5145" y="9448"/>
                  </a:cubicBezTo>
                  <a:cubicBezTo>
                    <a:pt x="5172" y="9482"/>
                    <a:pt x="5198" y="9448"/>
                    <a:pt x="5225" y="9448"/>
                  </a:cubicBezTo>
                  <a:cubicBezTo>
                    <a:pt x="5252" y="9448"/>
                    <a:pt x="5252" y="9482"/>
                    <a:pt x="5225" y="9482"/>
                  </a:cubicBezTo>
                  <a:cubicBezTo>
                    <a:pt x="5225" y="9516"/>
                    <a:pt x="5225" y="9551"/>
                    <a:pt x="5252" y="9585"/>
                  </a:cubicBezTo>
                  <a:cubicBezTo>
                    <a:pt x="5279" y="9585"/>
                    <a:pt x="5252" y="9619"/>
                    <a:pt x="5306" y="9619"/>
                  </a:cubicBezTo>
                  <a:cubicBezTo>
                    <a:pt x="5333" y="9653"/>
                    <a:pt x="5360" y="9653"/>
                    <a:pt x="5387" y="9687"/>
                  </a:cubicBezTo>
                  <a:cubicBezTo>
                    <a:pt x="5414" y="9687"/>
                    <a:pt x="5441" y="9687"/>
                    <a:pt x="5467" y="9722"/>
                  </a:cubicBezTo>
                  <a:cubicBezTo>
                    <a:pt x="5494" y="9756"/>
                    <a:pt x="5548" y="9790"/>
                    <a:pt x="5602" y="9790"/>
                  </a:cubicBezTo>
                  <a:cubicBezTo>
                    <a:pt x="5629" y="9790"/>
                    <a:pt x="5629" y="9722"/>
                    <a:pt x="5629" y="9687"/>
                  </a:cubicBezTo>
                  <a:cubicBezTo>
                    <a:pt x="5629" y="9687"/>
                    <a:pt x="5763" y="9722"/>
                    <a:pt x="5790" y="9756"/>
                  </a:cubicBezTo>
                  <a:cubicBezTo>
                    <a:pt x="5844" y="9790"/>
                    <a:pt x="5925" y="9790"/>
                    <a:pt x="5979" y="9756"/>
                  </a:cubicBezTo>
                  <a:cubicBezTo>
                    <a:pt x="6032" y="9756"/>
                    <a:pt x="6059" y="9687"/>
                    <a:pt x="6086" y="9653"/>
                  </a:cubicBezTo>
                  <a:cubicBezTo>
                    <a:pt x="6086" y="9653"/>
                    <a:pt x="6113" y="9687"/>
                    <a:pt x="6140" y="9653"/>
                  </a:cubicBezTo>
                  <a:cubicBezTo>
                    <a:pt x="6167" y="9653"/>
                    <a:pt x="6167" y="9687"/>
                    <a:pt x="6194" y="9687"/>
                  </a:cubicBezTo>
                  <a:cubicBezTo>
                    <a:pt x="6221" y="9722"/>
                    <a:pt x="6221" y="9687"/>
                    <a:pt x="6221" y="9687"/>
                  </a:cubicBezTo>
                  <a:cubicBezTo>
                    <a:pt x="6221" y="9687"/>
                    <a:pt x="6221" y="9687"/>
                    <a:pt x="6221" y="9687"/>
                  </a:cubicBezTo>
                  <a:cubicBezTo>
                    <a:pt x="6221" y="9687"/>
                    <a:pt x="6221" y="9687"/>
                    <a:pt x="6221" y="9687"/>
                  </a:cubicBezTo>
                  <a:cubicBezTo>
                    <a:pt x="6221" y="9687"/>
                    <a:pt x="6221" y="9687"/>
                    <a:pt x="6221" y="9722"/>
                  </a:cubicBezTo>
                  <a:cubicBezTo>
                    <a:pt x="6221" y="9722"/>
                    <a:pt x="6221" y="9722"/>
                    <a:pt x="6221" y="9722"/>
                  </a:cubicBezTo>
                  <a:cubicBezTo>
                    <a:pt x="6221" y="9722"/>
                    <a:pt x="6221" y="9722"/>
                    <a:pt x="6221" y="9722"/>
                  </a:cubicBezTo>
                  <a:cubicBezTo>
                    <a:pt x="6221" y="9722"/>
                    <a:pt x="6221" y="9756"/>
                    <a:pt x="6221" y="9756"/>
                  </a:cubicBezTo>
                  <a:cubicBezTo>
                    <a:pt x="6221" y="9790"/>
                    <a:pt x="6221" y="9790"/>
                    <a:pt x="6221" y="9790"/>
                  </a:cubicBezTo>
                  <a:cubicBezTo>
                    <a:pt x="6221" y="9790"/>
                    <a:pt x="6221" y="9790"/>
                    <a:pt x="6221" y="9790"/>
                  </a:cubicBezTo>
                  <a:cubicBezTo>
                    <a:pt x="6221" y="9824"/>
                    <a:pt x="6221" y="9961"/>
                    <a:pt x="6221" y="9996"/>
                  </a:cubicBezTo>
                  <a:cubicBezTo>
                    <a:pt x="6221" y="9996"/>
                    <a:pt x="6221" y="10030"/>
                    <a:pt x="6221" y="10030"/>
                  </a:cubicBezTo>
                  <a:cubicBezTo>
                    <a:pt x="6221" y="10030"/>
                    <a:pt x="6221" y="10030"/>
                    <a:pt x="6221" y="10030"/>
                  </a:cubicBezTo>
                  <a:cubicBezTo>
                    <a:pt x="6194" y="10030"/>
                    <a:pt x="6194" y="10030"/>
                    <a:pt x="6194" y="10064"/>
                  </a:cubicBezTo>
                  <a:cubicBezTo>
                    <a:pt x="6194" y="10064"/>
                    <a:pt x="6194" y="10064"/>
                    <a:pt x="6167" y="10064"/>
                  </a:cubicBezTo>
                  <a:cubicBezTo>
                    <a:pt x="6167" y="10064"/>
                    <a:pt x="6167" y="10064"/>
                    <a:pt x="6167" y="10064"/>
                  </a:cubicBezTo>
                  <a:cubicBezTo>
                    <a:pt x="6167" y="10098"/>
                    <a:pt x="6167" y="10098"/>
                    <a:pt x="6167" y="10098"/>
                  </a:cubicBezTo>
                  <a:cubicBezTo>
                    <a:pt x="6167" y="10098"/>
                    <a:pt x="6167" y="10132"/>
                    <a:pt x="6167" y="10132"/>
                  </a:cubicBezTo>
                  <a:cubicBezTo>
                    <a:pt x="6167" y="10132"/>
                    <a:pt x="6167" y="10132"/>
                    <a:pt x="6167" y="10132"/>
                  </a:cubicBezTo>
                  <a:cubicBezTo>
                    <a:pt x="6167" y="10167"/>
                    <a:pt x="6167" y="10201"/>
                    <a:pt x="6140" y="10235"/>
                  </a:cubicBezTo>
                  <a:cubicBezTo>
                    <a:pt x="6140" y="10235"/>
                    <a:pt x="6140" y="10235"/>
                    <a:pt x="6140" y="10235"/>
                  </a:cubicBezTo>
                  <a:cubicBezTo>
                    <a:pt x="6140" y="10235"/>
                    <a:pt x="6140" y="10269"/>
                    <a:pt x="6140" y="10269"/>
                  </a:cubicBezTo>
                  <a:cubicBezTo>
                    <a:pt x="6113" y="10304"/>
                    <a:pt x="6113" y="10338"/>
                    <a:pt x="6086" y="10372"/>
                  </a:cubicBezTo>
                  <a:cubicBezTo>
                    <a:pt x="6086" y="10406"/>
                    <a:pt x="6086" y="10406"/>
                    <a:pt x="6059" y="10441"/>
                  </a:cubicBezTo>
                  <a:cubicBezTo>
                    <a:pt x="6059" y="10441"/>
                    <a:pt x="6059" y="10441"/>
                    <a:pt x="6059" y="10441"/>
                  </a:cubicBezTo>
                  <a:cubicBezTo>
                    <a:pt x="6059" y="10475"/>
                    <a:pt x="6059" y="10475"/>
                    <a:pt x="6059" y="10509"/>
                  </a:cubicBezTo>
                  <a:cubicBezTo>
                    <a:pt x="6059" y="10509"/>
                    <a:pt x="6059" y="10509"/>
                    <a:pt x="6032" y="10509"/>
                  </a:cubicBezTo>
                  <a:cubicBezTo>
                    <a:pt x="6032" y="10509"/>
                    <a:pt x="6032" y="10543"/>
                    <a:pt x="6032" y="10543"/>
                  </a:cubicBezTo>
                  <a:cubicBezTo>
                    <a:pt x="6032" y="10543"/>
                    <a:pt x="6032" y="10543"/>
                    <a:pt x="6032" y="10577"/>
                  </a:cubicBezTo>
                  <a:cubicBezTo>
                    <a:pt x="5979" y="10612"/>
                    <a:pt x="5844" y="10577"/>
                    <a:pt x="5817" y="10577"/>
                  </a:cubicBezTo>
                  <a:cubicBezTo>
                    <a:pt x="5763" y="10577"/>
                    <a:pt x="5763" y="10543"/>
                    <a:pt x="5736" y="10509"/>
                  </a:cubicBezTo>
                  <a:cubicBezTo>
                    <a:pt x="5710" y="10475"/>
                    <a:pt x="5683" y="10543"/>
                    <a:pt x="5656" y="10509"/>
                  </a:cubicBezTo>
                  <a:cubicBezTo>
                    <a:pt x="5629" y="10475"/>
                    <a:pt x="5656" y="10509"/>
                    <a:pt x="5602" y="10509"/>
                  </a:cubicBezTo>
                  <a:cubicBezTo>
                    <a:pt x="5575" y="10543"/>
                    <a:pt x="5521" y="10612"/>
                    <a:pt x="5494" y="10646"/>
                  </a:cubicBezTo>
                  <a:cubicBezTo>
                    <a:pt x="5441" y="10646"/>
                    <a:pt x="5306" y="10612"/>
                    <a:pt x="5252" y="10577"/>
                  </a:cubicBezTo>
                  <a:cubicBezTo>
                    <a:pt x="5225" y="10577"/>
                    <a:pt x="5091" y="10509"/>
                    <a:pt x="5064" y="10509"/>
                  </a:cubicBezTo>
                  <a:cubicBezTo>
                    <a:pt x="5064" y="10509"/>
                    <a:pt x="5037" y="10509"/>
                    <a:pt x="5037" y="10509"/>
                  </a:cubicBezTo>
                  <a:cubicBezTo>
                    <a:pt x="5010" y="10509"/>
                    <a:pt x="4983" y="10509"/>
                    <a:pt x="4929" y="10475"/>
                  </a:cubicBezTo>
                  <a:cubicBezTo>
                    <a:pt x="4929" y="10475"/>
                    <a:pt x="4929" y="10475"/>
                    <a:pt x="4929" y="10475"/>
                  </a:cubicBezTo>
                  <a:cubicBezTo>
                    <a:pt x="4903" y="10475"/>
                    <a:pt x="4876" y="10475"/>
                    <a:pt x="4876" y="10475"/>
                  </a:cubicBezTo>
                  <a:cubicBezTo>
                    <a:pt x="4768" y="10441"/>
                    <a:pt x="4795" y="10441"/>
                    <a:pt x="4768" y="10406"/>
                  </a:cubicBezTo>
                  <a:cubicBezTo>
                    <a:pt x="4768" y="10372"/>
                    <a:pt x="4741" y="10338"/>
                    <a:pt x="4687" y="10338"/>
                  </a:cubicBezTo>
                  <a:cubicBezTo>
                    <a:pt x="4634" y="10304"/>
                    <a:pt x="4499" y="10372"/>
                    <a:pt x="4472" y="10406"/>
                  </a:cubicBezTo>
                  <a:cubicBezTo>
                    <a:pt x="4445" y="10441"/>
                    <a:pt x="4418" y="10441"/>
                    <a:pt x="4418" y="10509"/>
                  </a:cubicBezTo>
                  <a:cubicBezTo>
                    <a:pt x="4445" y="10612"/>
                    <a:pt x="4445" y="10680"/>
                    <a:pt x="4365" y="10714"/>
                  </a:cubicBezTo>
                  <a:cubicBezTo>
                    <a:pt x="4311" y="10749"/>
                    <a:pt x="4284" y="10749"/>
                    <a:pt x="4203" y="10680"/>
                  </a:cubicBezTo>
                  <a:cubicBezTo>
                    <a:pt x="4122" y="10612"/>
                    <a:pt x="4096" y="10612"/>
                    <a:pt x="4042" y="10612"/>
                  </a:cubicBezTo>
                  <a:cubicBezTo>
                    <a:pt x="3961" y="10612"/>
                    <a:pt x="3907" y="10509"/>
                    <a:pt x="3907" y="10475"/>
                  </a:cubicBezTo>
                  <a:cubicBezTo>
                    <a:pt x="3907" y="10441"/>
                    <a:pt x="3907" y="10372"/>
                    <a:pt x="3853" y="10372"/>
                  </a:cubicBezTo>
                  <a:cubicBezTo>
                    <a:pt x="3800" y="10372"/>
                    <a:pt x="3773" y="10338"/>
                    <a:pt x="3719" y="10338"/>
                  </a:cubicBezTo>
                  <a:cubicBezTo>
                    <a:pt x="3638" y="10338"/>
                    <a:pt x="3584" y="10338"/>
                    <a:pt x="3558" y="10304"/>
                  </a:cubicBezTo>
                  <a:cubicBezTo>
                    <a:pt x="3531" y="10304"/>
                    <a:pt x="3531" y="10304"/>
                    <a:pt x="3531" y="10304"/>
                  </a:cubicBezTo>
                  <a:cubicBezTo>
                    <a:pt x="3531" y="10304"/>
                    <a:pt x="3504" y="10304"/>
                    <a:pt x="3504" y="10269"/>
                  </a:cubicBezTo>
                  <a:cubicBezTo>
                    <a:pt x="3504" y="10269"/>
                    <a:pt x="3504" y="10269"/>
                    <a:pt x="3504" y="10269"/>
                  </a:cubicBezTo>
                  <a:cubicBezTo>
                    <a:pt x="3504" y="10269"/>
                    <a:pt x="3504" y="10269"/>
                    <a:pt x="3504" y="10269"/>
                  </a:cubicBezTo>
                  <a:cubicBezTo>
                    <a:pt x="3504" y="10269"/>
                    <a:pt x="3477" y="10269"/>
                    <a:pt x="3477" y="10269"/>
                  </a:cubicBezTo>
                  <a:cubicBezTo>
                    <a:pt x="3477" y="10269"/>
                    <a:pt x="3477" y="10269"/>
                    <a:pt x="3450" y="10304"/>
                  </a:cubicBezTo>
                  <a:cubicBezTo>
                    <a:pt x="3423" y="10304"/>
                    <a:pt x="3450" y="10269"/>
                    <a:pt x="3450" y="10235"/>
                  </a:cubicBezTo>
                  <a:cubicBezTo>
                    <a:pt x="3450" y="10201"/>
                    <a:pt x="3396" y="10235"/>
                    <a:pt x="3369" y="10201"/>
                  </a:cubicBezTo>
                  <a:cubicBezTo>
                    <a:pt x="3315" y="10167"/>
                    <a:pt x="3369" y="10098"/>
                    <a:pt x="3396" y="10064"/>
                  </a:cubicBezTo>
                  <a:cubicBezTo>
                    <a:pt x="3423" y="10030"/>
                    <a:pt x="3450" y="9927"/>
                    <a:pt x="3423" y="9893"/>
                  </a:cubicBezTo>
                  <a:cubicBezTo>
                    <a:pt x="3396" y="9859"/>
                    <a:pt x="3423" y="9790"/>
                    <a:pt x="3423" y="9756"/>
                  </a:cubicBezTo>
                  <a:cubicBezTo>
                    <a:pt x="3423" y="9722"/>
                    <a:pt x="3450" y="9687"/>
                    <a:pt x="3423" y="9687"/>
                  </a:cubicBezTo>
                  <a:cubicBezTo>
                    <a:pt x="3396" y="9687"/>
                    <a:pt x="3396" y="9653"/>
                    <a:pt x="3342" y="9619"/>
                  </a:cubicBezTo>
                  <a:cubicBezTo>
                    <a:pt x="3315" y="9585"/>
                    <a:pt x="3235" y="9653"/>
                    <a:pt x="3208" y="9653"/>
                  </a:cubicBezTo>
                  <a:cubicBezTo>
                    <a:pt x="3181" y="9653"/>
                    <a:pt x="3181" y="9653"/>
                    <a:pt x="3181" y="9653"/>
                  </a:cubicBezTo>
                  <a:cubicBezTo>
                    <a:pt x="3154" y="9653"/>
                    <a:pt x="3154" y="9653"/>
                    <a:pt x="3127" y="9653"/>
                  </a:cubicBezTo>
                  <a:cubicBezTo>
                    <a:pt x="3100" y="9653"/>
                    <a:pt x="3073" y="9653"/>
                    <a:pt x="3073" y="9653"/>
                  </a:cubicBezTo>
                  <a:cubicBezTo>
                    <a:pt x="2993" y="9653"/>
                    <a:pt x="2885" y="9687"/>
                    <a:pt x="2858" y="9722"/>
                  </a:cubicBezTo>
                  <a:cubicBezTo>
                    <a:pt x="2804" y="9722"/>
                    <a:pt x="2778" y="9687"/>
                    <a:pt x="2751" y="9687"/>
                  </a:cubicBezTo>
                  <a:cubicBezTo>
                    <a:pt x="2724" y="9653"/>
                    <a:pt x="2643" y="9687"/>
                    <a:pt x="2589" y="9687"/>
                  </a:cubicBezTo>
                  <a:cubicBezTo>
                    <a:pt x="2535" y="9687"/>
                    <a:pt x="2535" y="9653"/>
                    <a:pt x="2509" y="9653"/>
                  </a:cubicBezTo>
                  <a:cubicBezTo>
                    <a:pt x="2482" y="9619"/>
                    <a:pt x="2455" y="9687"/>
                    <a:pt x="2455" y="9722"/>
                  </a:cubicBezTo>
                  <a:cubicBezTo>
                    <a:pt x="2428" y="9756"/>
                    <a:pt x="2347" y="9756"/>
                    <a:pt x="2293" y="9756"/>
                  </a:cubicBezTo>
                  <a:cubicBezTo>
                    <a:pt x="2266" y="9790"/>
                    <a:pt x="2213" y="9824"/>
                    <a:pt x="2213" y="9859"/>
                  </a:cubicBezTo>
                  <a:cubicBezTo>
                    <a:pt x="2186" y="9859"/>
                    <a:pt x="2132" y="9859"/>
                    <a:pt x="2078" y="9893"/>
                  </a:cubicBezTo>
                  <a:cubicBezTo>
                    <a:pt x="2078" y="9893"/>
                    <a:pt x="2051" y="9893"/>
                    <a:pt x="2051" y="9893"/>
                  </a:cubicBezTo>
                  <a:cubicBezTo>
                    <a:pt x="2051" y="9893"/>
                    <a:pt x="2051" y="9927"/>
                    <a:pt x="2051" y="9927"/>
                  </a:cubicBezTo>
                  <a:cubicBezTo>
                    <a:pt x="2051" y="9927"/>
                    <a:pt x="2024" y="9927"/>
                    <a:pt x="2024" y="9927"/>
                  </a:cubicBezTo>
                  <a:cubicBezTo>
                    <a:pt x="2024" y="9927"/>
                    <a:pt x="2024" y="9927"/>
                    <a:pt x="2024" y="9927"/>
                  </a:cubicBezTo>
                  <a:cubicBezTo>
                    <a:pt x="2024" y="9961"/>
                    <a:pt x="1997" y="9961"/>
                    <a:pt x="1997" y="9961"/>
                  </a:cubicBezTo>
                  <a:cubicBezTo>
                    <a:pt x="1997" y="9961"/>
                    <a:pt x="1997" y="9961"/>
                    <a:pt x="1971" y="9961"/>
                  </a:cubicBezTo>
                  <a:cubicBezTo>
                    <a:pt x="1944" y="9996"/>
                    <a:pt x="1944" y="9961"/>
                    <a:pt x="1917" y="9961"/>
                  </a:cubicBezTo>
                  <a:cubicBezTo>
                    <a:pt x="1863" y="9927"/>
                    <a:pt x="1755" y="9961"/>
                    <a:pt x="1702" y="9961"/>
                  </a:cubicBezTo>
                  <a:cubicBezTo>
                    <a:pt x="1648" y="9961"/>
                    <a:pt x="1621" y="9859"/>
                    <a:pt x="1594" y="9859"/>
                  </a:cubicBezTo>
                  <a:cubicBezTo>
                    <a:pt x="1567" y="9859"/>
                    <a:pt x="1513" y="9927"/>
                    <a:pt x="1486" y="9996"/>
                  </a:cubicBezTo>
                  <a:cubicBezTo>
                    <a:pt x="1486" y="10030"/>
                    <a:pt x="1433" y="10167"/>
                    <a:pt x="1379" y="10201"/>
                  </a:cubicBezTo>
                  <a:cubicBezTo>
                    <a:pt x="1298" y="10269"/>
                    <a:pt x="1244" y="10235"/>
                    <a:pt x="1217" y="10269"/>
                  </a:cubicBezTo>
                  <a:cubicBezTo>
                    <a:pt x="1190" y="10304"/>
                    <a:pt x="1137" y="10372"/>
                    <a:pt x="1137" y="10406"/>
                  </a:cubicBezTo>
                  <a:cubicBezTo>
                    <a:pt x="1110" y="10475"/>
                    <a:pt x="1083" y="10475"/>
                    <a:pt x="1056" y="10509"/>
                  </a:cubicBezTo>
                  <a:cubicBezTo>
                    <a:pt x="1029" y="10577"/>
                    <a:pt x="1056" y="10646"/>
                    <a:pt x="1029" y="10783"/>
                  </a:cubicBezTo>
                  <a:cubicBezTo>
                    <a:pt x="1029" y="10920"/>
                    <a:pt x="868" y="11023"/>
                    <a:pt x="787" y="11057"/>
                  </a:cubicBezTo>
                  <a:cubicBezTo>
                    <a:pt x="787" y="11057"/>
                    <a:pt x="760" y="11057"/>
                    <a:pt x="733" y="11057"/>
                  </a:cubicBezTo>
                  <a:cubicBezTo>
                    <a:pt x="733" y="11057"/>
                    <a:pt x="733" y="11091"/>
                    <a:pt x="733" y="11091"/>
                  </a:cubicBezTo>
                  <a:cubicBezTo>
                    <a:pt x="706" y="11091"/>
                    <a:pt x="706" y="11091"/>
                    <a:pt x="706" y="11091"/>
                  </a:cubicBezTo>
                  <a:cubicBezTo>
                    <a:pt x="679" y="11091"/>
                    <a:pt x="679" y="11125"/>
                    <a:pt x="679" y="11125"/>
                  </a:cubicBezTo>
                  <a:cubicBezTo>
                    <a:pt x="679" y="11125"/>
                    <a:pt x="652" y="11125"/>
                    <a:pt x="652" y="11125"/>
                  </a:cubicBezTo>
                  <a:cubicBezTo>
                    <a:pt x="652" y="11125"/>
                    <a:pt x="652" y="11159"/>
                    <a:pt x="652" y="11159"/>
                  </a:cubicBezTo>
                  <a:cubicBezTo>
                    <a:pt x="626" y="11159"/>
                    <a:pt x="626" y="11159"/>
                    <a:pt x="626" y="11159"/>
                  </a:cubicBezTo>
                  <a:cubicBezTo>
                    <a:pt x="626" y="11159"/>
                    <a:pt x="626" y="11159"/>
                    <a:pt x="626" y="11194"/>
                  </a:cubicBezTo>
                  <a:cubicBezTo>
                    <a:pt x="572" y="11228"/>
                    <a:pt x="572" y="11296"/>
                    <a:pt x="518" y="11331"/>
                  </a:cubicBezTo>
                  <a:cubicBezTo>
                    <a:pt x="464" y="11365"/>
                    <a:pt x="410" y="11536"/>
                    <a:pt x="410" y="11570"/>
                  </a:cubicBezTo>
                  <a:cubicBezTo>
                    <a:pt x="410" y="11604"/>
                    <a:pt x="249" y="11741"/>
                    <a:pt x="249" y="11810"/>
                  </a:cubicBezTo>
                  <a:cubicBezTo>
                    <a:pt x="222" y="11878"/>
                    <a:pt x="168" y="11981"/>
                    <a:pt x="141" y="11981"/>
                  </a:cubicBezTo>
                  <a:cubicBezTo>
                    <a:pt x="141" y="11981"/>
                    <a:pt x="141" y="12015"/>
                    <a:pt x="141" y="12015"/>
                  </a:cubicBezTo>
                  <a:cubicBezTo>
                    <a:pt x="114" y="12015"/>
                    <a:pt x="114" y="12015"/>
                    <a:pt x="114" y="12015"/>
                  </a:cubicBezTo>
                  <a:cubicBezTo>
                    <a:pt x="114" y="12015"/>
                    <a:pt x="114" y="12049"/>
                    <a:pt x="114" y="12049"/>
                  </a:cubicBezTo>
                  <a:cubicBezTo>
                    <a:pt x="114" y="12049"/>
                    <a:pt x="114" y="12049"/>
                    <a:pt x="114" y="12049"/>
                  </a:cubicBezTo>
                  <a:cubicBezTo>
                    <a:pt x="114" y="12049"/>
                    <a:pt x="114" y="12084"/>
                    <a:pt x="114" y="12084"/>
                  </a:cubicBezTo>
                  <a:cubicBezTo>
                    <a:pt x="114" y="12084"/>
                    <a:pt x="114" y="12084"/>
                    <a:pt x="114" y="12084"/>
                  </a:cubicBezTo>
                  <a:cubicBezTo>
                    <a:pt x="114" y="12118"/>
                    <a:pt x="88" y="12118"/>
                    <a:pt x="88" y="12152"/>
                  </a:cubicBezTo>
                  <a:cubicBezTo>
                    <a:pt x="88" y="12152"/>
                    <a:pt x="88" y="12152"/>
                    <a:pt x="88" y="12152"/>
                  </a:cubicBezTo>
                  <a:cubicBezTo>
                    <a:pt x="114" y="12221"/>
                    <a:pt x="168" y="12255"/>
                    <a:pt x="195" y="12289"/>
                  </a:cubicBezTo>
                  <a:cubicBezTo>
                    <a:pt x="195" y="12323"/>
                    <a:pt x="168" y="12358"/>
                    <a:pt x="168" y="12392"/>
                  </a:cubicBezTo>
                  <a:cubicBezTo>
                    <a:pt x="141" y="12460"/>
                    <a:pt x="195" y="12494"/>
                    <a:pt x="195" y="12563"/>
                  </a:cubicBezTo>
                  <a:cubicBezTo>
                    <a:pt x="222" y="12631"/>
                    <a:pt x="141" y="12734"/>
                    <a:pt x="141" y="12803"/>
                  </a:cubicBezTo>
                  <a:cubicBezTo>
                    <a:pt x="141" y="12803"/>
                    <a:pt x="141" y="12837"/>
                    <a:pt x="141" y="12871"/>
                  </a:cubicBezTo>
                  <a:cubicBezTo>
                    <a:pt x="141" y="12871"/>
                    <a:pt x="114" y="12905"/>
                    <a:pt x="114" y="12905"/>
                  </a:cubicBezTo>
                  <a:cubicBezTo>
                    <a:pt x="114" y="12905"/>
                    <a:pt x="114" y="12905"/>
                    <a:pt x="114" y="12939"/>
                  </a:cubicBezTo>
                  <a:cubicBezTo>
                    <a:pt x="114" y="12939"/>
                    <a:pt x="114" y="12939"/>
                    <a:pt x="114" y="12939"/>
                  </a:cubicBezTo>
                  <a:cubicBezTo>
                    <a:pt x="88" y="12974"/>
                    <a:pt x="88" y="12974"/>
                    <a:pt x="88" y="12974"/>
                  </a:cubicBezTo>
                  <a:cubicBezTo>
                    <a:pt x="88" y="12974"/>
                    <a:pt x="88" y="12974"/>
                    <a:pt x="88" y="13008"/>
                  </a:cubicBezTo>
                  <a:cubicBezTo>
                    <a:pt x="34" y="13042"/>
                    <a:pt x="-20" y="13111"/>
                    <a:pt x="7" y="13145"/>
                  </a:cubicBezTo>
                  <a:cubicBezTo>
                    <a:pt x="61" y="13179"/>
                    <a:pt x="34" y="13179"/>
                    <a:pt x="61" y="13282"/>
                  </a:cubicBezTo>
                  <a:cubicBezTo>
                    <a:pt x="61" y="13282"/>
                    <a:pt x="61" y="13282"/>
                    <a:pt x="61" y="13282"/>
                  </a:cubicBezTo>
                  <a:cubicBezTo>
                    <a:pt x="61" y="13316"/>
                    <a:pt x="61" y="13350"/>
                    <a:pt x="61" y="13350"/>
                  </a:cubicBezTo>
                  <a:cubicBezTo>
                    <a:pt x="61" y="13350"/>
                    <a:pt x="61" y="13350"/>
                    <a:pt x="61" y="13350"/>
                  </a:cubicBezTo>
                  <a:cubicBezTo>
                    <a:pt x="61" y="13350"/>
                    <a:pt x="61" y="13384"/>
                    <a:pt x="34" y="13384"/>
                  </a:cubicBezTo>
                  <a:cubicBezTo>
                    <a:pt x="34" y="13384"/>
                    <a:pt x="34" y="13419"/>
                    <a:pt x="34" y="13419"/>
                  </a:cubicBezTo>
                  <a:cubicBezTo>
                    <a:pt x="34" y="13419"/>
                    <a:pt x="34" y="13453"/>
                    <a:pt x="34" y="13453"/>
                  </a:cubicBezTo>
                  <a:cubicBezTo>
                    <a:pt x="34" y="13453"/>
                    <a:pt x="34" y="13453"/>
                    <a:pt x="34" y="13453"/>
                  </a:cubicBezTo>
                  <a:cubicBezTo>
                    <a:pt x="34" y="13453"/>
                    <a:pt x="61" y="13453"/>
                    <a:pt x="61" y="13487"/>
                  </a:cubicBezTo>
                  <a:cubicBezTo>
                    <a:pt x="61" y="13487"/>
                    <a:pt x="61" y="13487"/>
                    <a:pt x="61" y="13487"/>
                  </a:cubicBezTo>
                  <a:cubicBezTo>
                    <a:pt x="61" y="13487"/>
                    <a:pt x="61" y="13487"/>
                    <a:pt x="61" y="13487"/>
                  </a:cubicBezTo>
                  <a:cubicBezTo>
                    <a:pt x="61" y="13487"/>
                    <a:pt x="88" y="13487"/>
                    <a:pt x="88" y="13521"/>
                  </a:cubicBezTo>
                  <a:cubicBezTo>
                    <a:pt x="114" y="13521"/>
                    <a:pt x="114" y="13521"/>
                    <a:pt x="141" y="13556"/>
                  </a:cubicBezTo>
                  <a:cubicBezTo>
                    <a:pt x="195" y="13590"/>
                    <a:pt x="168" y="13624"/>
                    <a:pt x="168" y="13624"/>
                  </a:cubicBezTo>
                  <a:cubicBezTo>
                    <a:pt x="195" y="13658"/>
                    <a:pt x="195" y="13658"/>
                    <a:pt x="195" y="13658"/>
                  </a:cubicBezTo>
                  <a:cubicBezTo>
                    <a:pt x="195" y="13658"/>
                    <a:pt x="195" y="13658"/>
                    <a:pt x="195" y="13693"/>
                  </a:cubicBezTo>
                  <a:cubicBezTo>
                    <a:pt x="195" y="13693"/>
                    <a:pt x="195" y="13693"/>
                    <a:pt x="195" y="13693"/>
                  </a:cubicBezTo>
                  <a:cubicBezTo>
                    <a:pt x="222" y="13693"/>
                    <a:pt x="222" y="13693"/>
                    <a:pt x="222" y="13693"/>
                  </a:cubicBezTo>
                  <a:cubicBezTo>
                    <a:pt x="222" y="13693"/>
                    <a:pt x="222" y="13693"/>
                    <a:pt x="222" y="13693"/>
                  </a:cubicBezTo>
                  <a:cubicBezTo>
                    <a:pt x="249" y="13727"/>
                    <a:pt x="249" y="13727"/>
                    <a:pt x="276" y="13727"/>
                  </a:cubicBezTo>
                  <a:cubicBezTo>
                    <a:pt x="330" y="13795"/>
                    <a:pt x="303" y="13795"/>
                    <a:pt x="330" y="13829"/>
                  </a:cubicBezTo>
                  <a:cubicBezTo>
                    <a:pt x="357" y="13864"/>
                    <a:pt x="383" y="13932"/>
                    <a:pt x="383" y="13932"/>
                  </a:cubicBezTo>
                  <a:cubicBezTo>
                    <a:pt x="383" y="13932"/>
                    <a:pt x="383" y="13932"/>
                    <a:pt x="410" y="13932"/>
                  </a:cubicBezTo>
                  <a:cubicBezTo>
                    <a:pt x="410" y="13932"/>
                    <a:pt x="410" y="13932"/>
                    <a:pt x="410" y="13932"/>
                  </a:cubicBezTo>
                  <a:cubicBezTo>
                    <a:pt x="410" y="13966"/>
                    <a:pt x="410" y="13966"/>
                    <a:pt x="410" y="13966"/>
                  </a:cubicBezTo>
                  <a:cubicBezTo>
                    <a:pt x="410" y="13966"/>
                    <a:pt x="410" y="13966"/>
                    <a:pt x="410" y="13966"/>
                  </a:cubicBezTo>
                  <a:cubicBezTo>
                    <a:pt x="410" y="13966"/>
                    <a:pt x="410" y="14001"/>
                    <a:pt x="410" y="14001"/>
                  </a:cubicBezTo>
                  <a:cubicBezTo>
                    <a:pt x="410" y="14001"/>
                    <a:pt x="410" y="14035"/>
                    <a:pt x="437" y="14069"/>
                  </a:cubicBezTo>
                  <a:cubicBezTo>
                    <a:pt x="437" y="14069"/>
                    <a:pt x="437" y="14069"/>
                    <a:pt x="437" y="14069"/>
                  </a:cubicBezTo>
                  <a:cubicBezTo>
                    <a:pt x="437" y="14069"/>
                    <a:pt x="437" y="14069"/>
                    <a:pt x="437" y="14069"/>
                  </a:cubicBezTo>
                  <a:cubicBezTo>
                    <a:pt x="437" y="14103"/>
                    <a:pt x="464" y="14138"/>
                    <a:pt x="491" y="14206"/>
                  </a:cubicBezTo>
                  <a:cubicBezTo>
                    <a:pt x="491" y="14206"/>
                    <a:pt x="491" y="14206"/>
                    <a:pt x="491" y="14206"/>
                  </a:cubicBezTo>
                  <a:cubicBezTo>
                    <a:pt x="518" y="14240"/>
                    <a:pt x="518" y="14240"/>
                    <a:pt x="518" y="14240"/>
                  </a:cubicBezTo>
                  <a:cubicBezTo>
                    <a:pt x="518" y="14240"/>
                    <a:pt x="545" y="14240"/>
                    <a:pt x="545" y="14240"/>
                  </a:cubicBezTo>
                  <a:cubicBezTo>
                    <a:pt x="545" y="14240"/>
                    <a:pt x="545" y="14240"/>
                    <a:pt x="545" y="14274"/>
                  </a:cubicBezTo>
                  <a:cubicBezTo>
                    <a:pt x="572" y="14274"/>
                    <a:pt x="572" y="14274"/>
                    <a:pt x="599" y="14309"/>
                  </a:cubicBezTo>
                  <a:cubicBezTo>
                    <a:pt x="599" y="14309"/>
                    <a:pt x="626" y="14309"/>
                    <a:pt x="626" y="14309"/>
                  </a:cubicBezTo>
                  <a:cubicBezTo>
                    <a:pt x="679" y="14377"/>
                    <a:pt x="814" y="14514"/>
                    <a:pt x="868" y="14548"/>
                  </a:cubicBezTo>
                  <a:cubicBezTo>
                    <a:pt x="868" y="14548"/>
                    <a:pt x="895" y="14548"/>
                    <a:pt x="895" y="14583"/>
                  </a:cubicBezTo>
                  <a:cubicBezTo>
                    <a:pt x="895" y="14583"/>
                    <a:pt x="921" y="14583"/>
                    <a:pt x="921" y="14583"/>
                  </a:cubicBezTo>
                  <a:cubicBezTo>
                    <a:pt x="921" y="14583"/>
                    <a:pt x="948" y="14583"/>
                    <a:pt x="948" y="14617"/>
                  </a:cubicBezTo>
                  <a:cubicBezTo>
                    <a:pt x="975" y="14617"/>
                    <a:pt x="975" y="14617"/>
                    <a:pt x="975" y="14617"/>
                  </a:cubicBezTo>
                  <a:cubicBezTo>
                    <a:pt x="1002" y="14617"/>
                    <a:pt x="1002" y="14617"/>
                    <a:pt x="1002" y="14617"/>
                  </a:cubicBezTo>
                  <a:cubicBezTo>
                    <a:pt x="1029" y="14617"/>
                    <a:pt x="1029" y="14651"/>
                    <a:pt x="1029" y="14651"/>
                  </a:cubicBezTo>
                  <a:cubicBezTo>
                    <a:pt x="1056" y="14651"/>
                    <a:pt x="1056" y="14651"/>
                    <a:pt x="1056" y="14651"/>
                  </a:cubicBezTo>
                  <a:cubicBezTo>
                    <a:pt x="1056" y="14651"/>
                    <a:pt x="1056" y="14651"/>
                    <a:pt x="1056" y="14651"/>
                  </a:cubicBezTo>
                  <a:cubicBezTo>
                    <a:pt x="1110" y="14651"/>
                    <a:pt x="1352" y="14514"/>
                    <a:pt x="1433" y="14514"/>
                  </a:cubicBezTo>
                  <a:cubicBezTo>
                    <a:pt x="1433" y="14514"/>
                    <a:pt x="1459" y="14514"/>
                    <a:pt x="1459" y="14514"/>
                  </a:cubicBezTo>
                  <a:cubicBezTo>
                    <a:pt x="1459" y="14514"/>
                    <a:pt x="1486" y="14514"/>
                    <a:pt x="1486" y="14514"/>
                  </a:cubicBezTo>
                  <a:cubicBezTo>
                    <a:pt x="1486" y="14514"/>
                    <a:pt x="1486" y="14514"/>
                    <a:pt x="1513" y="14514"/>
                  </a:cubicBezTo>
                  <a:cubicBezTo>
                    <a:pt x="1513" y="14514"/>
                    <a:pt x="1513" y="14514"/>
                    <a:pt x="1513" y="14514"/>
                  </a:cubicBezTo>
                  <a:cubicBezTo>
                    <a:pt x="1540" y="14548"/>
                    <a:pt x="1540" y="14548"/>
                    <a:pt x="1540" y="14548"/>
                  </a:cubicBezTo>
                  <a:cubicBezTo>
                    <a:pt x="1567" y="14548"/>
                    <a:pt x="1567" y="14548"/>
                    <a:pt x="1567" y="14548"/>
                  </a:cubicBezTo>
                  <a:cubicBezTo>
                    <a:pt x="1567" y="14548"/>
                    <a:pt x="1594" y="14548"/>
                    <a:pt x="1594" y="14548"/>
                  </a:cubicBezTo>
                  <a:cubicBezTo>
                    <a:pt x="1594" y="14548"/>
                    <a:pt x="1594" y="14548"/>
                    <a:pt x="1621" y="14548"/>
                  </a:cubicBezTo>
                  <a:cubicBezTo>
                    <a:pt x="1648" y="14583"/>
                    <a:pt x="1675" y="14583"/>
                    <a:pt x="1702" y="14583"/>
                  </a:cubicBezTo>
                  <a:cubicBezTo>
                    <a:pt x="1702" y="14583"/>
                    <a:pt x="1702" y="14583"/>
                    <a:pt x="1702" y="14583"/>
                  </a:cubicBezTo>
                  <a:cubicBezTo>
                    <a:pt x="1702" y="14583"/>
                    <a:pt x="1728" y="14583"/>
                    <a:pt x="1728" y="14583"/>
                  </a:cubicBezTo>
                  <a:cubicBezTo>
                    <a:pt x="1728" y="14617"/>
                    <a:pt x="1755" y="14583"/>
                    <a:pt x="1755" y="14583"/>
                  </a:cubicBezTo>
                  <a:cubicBezTo>
                    <a:pt x="1755" y="14583"/>
                    <a:pt x="1755" y="14583"/>
                    <a:pt x="1755" y="14583"/>
                  </a:cubicBezTo>
                  <a:cubicBezTo>
                    <a:pt x="1782" y="14583"/>
                    <a:pt x="1782" y="14583"/>
                    <a:pt x="1782" y="14583"/>
                  </a:cubicBezTo>
                  <a:cubicBezTo>
                    <a:pt x="1782" y="14583"/>
                    <a:pt x="1782" y="14583"/>
                    <a:pt x="1782" y="14583"/>
                  </a:cubicBezTo>
                  <a:cubicBezTo>
                    <a:pt x="1809" y="14583"/>
                    <a:pt x="1809" y="14583"/>
                    <a:pt x="1836" y="14583"/>
                  </a:cubicBezTo>
                  <a:cubicBezTo>
                    <a:pt x="1836" y="14583"/>
                    <a:pt x="1836" y="14583"/>
                    <a:pt x="1836" y="14583"/>
                  </a:cubicBezTo>
                  <a:cubicBezTo>
                    <a:pt x="1836" y="14583"/>
                    <a:pt x="1863" y="14548"/>
                    <a:pt x="1863" y="14548"/>
                  </a:cubicBezTo>
                  <a:cubicBezTo>
                    <a:pt x="1863" y="14548"/>
                    <a:pt x="1890" y="14548"/>
                    <a:pt x="1890" y="14548"/>
                  </a:cubicBezTo>
                  <a:cubicBezTo>
                    <a:pt x="1890" y="14548"/>
                    <a:pt x="1890" y="14548"/>
                    <a:pt x="1917" y="14548"/>
                  </a:cubicBezTo>
                  <a:cubicBezTo>
                    <a:pt x="1917" y="14548"/>
                    <a:pt x="1917" y="14514"/>
                    <a:pt x="1917" y="14514"/>
                  </a:cubicBezTo>
                  <a:cubicBezTo>
                    <a:pt x="1971" y="14514"/>
                    <a:pt x="1997" y="14480"/>
                    <a:pt x="2024" y="14480"/>
                  </a:cubicBezTo>
                  <a:cubicBezTo>
                    <a:pt x="2024" y="14480"/>
                    <a:pt x="2024" y="14480"/>
                    <a:pt x="2024" y="14480"/>
                  </a:cubicBezTo>
                  <a:cubicBezTo>
                    <a:pt x="2051" y="14446"/>
                    <a:pt x="2078" y="14446"/>
                    <a:pt x="2105" y="14446"/>
                  </a:cubicBezTo>
                  <a:cubicBezTo>
                    <a:pt x="2105" y="14446"/>
                    <a:pt x="2105" y="14446"/>
                    <a:pt x="2105" y="14446"/>
                  </a:cubicBezTo>
                  <a:cubicBezTo>
                    <a:pt x="2105" y="14411"/>
                    <a:pt x="2105" y="14411"/>
                    <a:pt x="2132" y="14411"/>
                  </a:cubicBezTo>
                  <a:cubicBezTo>
                    <a:pt x="2132" y="14411"/>
                    <a:pt x="2132" y="14411"/>
                    <a:pt x="2132" y="14411"/>
                  </a:cubicBezTo>
                  <a:cubicBezTo>
                    <a:pt x="2132" y="14411"/>
                    <a:pt x="2132" y="14411"/>
                    <a:pt x="2159" y="14411"/>
                  </a:cubicBezTo>
                  <a:cubicBezTo>
                    <a:pt x="2159" y="14411"/>
                    <a:pt x="2159" y="14411"/>
                    <a:pt x="2159" y="14411"/>
                  </a:cubicBezTo>
                  <a:cubicBezTo>
                    <a:pt x="2159" y="14411"/>
                    <a:pt x="2159" y="14377"/>
                    <a:pt x="2159" y="14377"/>
                  </a:cubicBezTo>
                  <a:cubicBezTo>
                    <a:pt x="2159" y="14377"/>
                    <a:pt x="2159" y="14377"/>
                    <a:pt x="2159" y="14377"/>
                  </a:cubicBezTo>
                  <a:cubicBezTo>
                    <a:pt x="2159" y="14377"/>
                    <a:pt x="2159" y="14377"/>
                    <a:pt x="2159" y="14377"/>
                  </a:cubicBezTo>
                  <a:cubicBezTo>
                    <a:pt x="2186" y="14377"/>
                    <a:pt x="2186" y="14377"/>
                    <a:pt x="2186" y="14377"/>
                  </a:cubicBezTo>
                  <a:cubicBezTo>
                    <a:pt x="2186" y="14377"/>
                    <a:pt x="2186" y="14377"/>
                    <a:pt x="2186" y="14377"/>
                  </a:cubicBezTo>
                  <a:cubicBezTo>
                    <a:pt x="2186" y="14377"/>
                    <a:pt x="2213" y="14377"/>
                    <a:pt x="2213" y="14377"/>
                  </a:cubicBezTo>
                  <a:cubicBezTo>
                    <a:pt x="2213" y="14377"/>
                    <a:pt x="2213" y="14377"/>
                    <a:pt x="2213" y="14377"/>
                  </a:cubicBezTo>
                  <a:cubicBezTo>
                    <a:pt x="2240" y="14377"/>
                    <a:pt x="2266" y="14377"/>
                    <a:pt x="2293" y="14377"/>
                  </a:cubicBezTo>
                  <a:cubicBezTo>
                    <a:pt x="2320" y="14377"/>
                    <a:pt x="2347" y="14377"/>
                    <a:pt x="2347" y="14377"/>
                  </a:cubicBezTo>
                  <a:cubicBezTo>
                    <a:pt x="2347" y="14377"/>
                    <a:pt x="2347" y="14377"/>
                    <a:pt x="2347" y="14377"/>
                  </a:cubicBezTo>
                  <a:cubicBezTo>
                    <a:pt x="2374" y="14377"/>
                    <a:pt x="2374" y="14377"/>
                    <a:pt x="2374" y="14377"/>
                  </a:cubicBezTo>
                  <a:cubicBezTo>
                    <a:pt x="2401" y="14377"/>
                    <a:pt x="2401" y="14377"/>
                    <a:pt x="2401" y="14377"/>
                  </a:cubicBezTo>
                  <a:cubicBezTo>
                    <a:pt x="2401" y="14377"/>
                    <a:pt x="2401" y="14343"/>
                    <a:pt x="2401" y="14343"/>
                  </a:cubicBezTo>
                  <a:cubicBezTo>
                    <a:pt x="2428" y="14343"/>
                    <a:pt x="2428" y="14343"/>
                    <a:pt x="2428" y="14343"/>
                  </a:cubicBezTo>
                  <a:cubicBezTo>
                    <a:pt x="2428" y="14343"/>
                    <a:pt x="2428" y="14343"/>
                    <a:pt x="2428" y="14343"/>
                  </a:cubicBezTo>
                  <a:cubicBezTo>
                    <a:pt x="2428" y="14343"/>
                    <a:pt x="2455" y="14343"/>
                    <a:pt x="2455" y="14343"/>
                  </a:cubicBezTo>
                  <a:cubicBezTo>
                    <a:pt x="2455" y="14343"/>
                    <a:pt x="2455" y="14343"/>
                    <a:pt x="2455" y="14343"/>
                  </a:cubicBezTo>
                  <a:cubicBezTo>
                    <a:pt x="2455" y="14343"/>
                    <a:pt x="2455" y="14343"/>
                    <a:pt x="2455" y="14343"/>
                  </a:cubicBezTo>
                  <a:cubicBezTo>
                    <a:pt x="2455" y="14343"/>
                    <a:pt x="2482" y="14343"/>
                    <a:pt x="2482" y="14343"/>
                  </a:cubicBezTo>
                  <a:cubicBezTo>
                    <a:pt x="2482" y="14343"/>
                    <a:pt x="2482" y="14343"/>
                    <a:pt x="2482" y="14343"/>
                  </a:cubicBezTo>
                  <a:cubicBezTo>
                    <a:pt x="2509" y="14343"/>
                    <a:pt x="2562" y="14480"/>
                    <a:pt x="2589" y="14480"/>
                  </a:cubicBezTo>
                  <a:cubicBezTo>
                    <a:pt x="2616" y="14514"/>
                    <a:pt x="2616" y="14651"/>
                    <a:pt x="2670" y="14685"/>
                  </a:cubicBezTo>
                  <a:cubicBezTo>
                    <a:pt x="2670" y="14685"/>
                    <a:pt x="2670" y="14685"/>
                    <a:pt x="2697" y="14685"/>
                  </a:cubicBezTo>
                  <a:cubicBezTo>
                    <a:pt x="2697" y="14685"/>
                    <a:pt x="2697" y="14685"/>
                    <a:pt x="2697" y="14685"/>
                  </a:cubicBezTo>
                  <a:cubicBezTo>
                    <a:pt x="2697" y="14685"/>
                    <a:pt x="2724" y="14685"/>
                    <a:pt x="2724" y="14685"/>
                  </a:cubicBezTo>
                  <a:cubicBezTo>
                    <a:pt x="2724" y="14685"/>
                    <a:pt x="2724" y="14685"/>
                    <a:pt x="2724" y="14685"/>
                  </a:cubicBezTo>
                  <a:cubicBezTo>
                    <a:pt x="2751" y="14685"/>
                    <a:pt x="2751" y="14685"/>
                    <a:pt x="2778" y="14685"/>
                  </a:cubicBezTo>
                  <a:cubicBezTo>
                    <a:pt x="2778" y="14685"/>
                    <a:pt x="2778" y="14685"/>
                    <a:pt x="2778" y="14685"/>
                  </a:cubicBezTo>
                  <a:cubicBezTo>
                    <a:pt x="2831" y="14685"/>
                    <a:pt x="2885" y="14685"/>
                    <a:pt x="2939" y="14685"/>
                  </a:cubicBezTo>
                  <a:cubicBezTo>
                    <a:pt x="2939" y="14685"/>
                    <a:pt x="2966" y="14685"/>
                    <a:pt x="2966" y="14685"/>
                  </a:cubicBezTo>
                  <a:cubicBezTo>
                    <a:pt x="2966" y="14685"/>
                    <a:pt x="2966" y="14685"/>
                    <a:pt x="2966" y="14685"/>
                  </a:cubicBezTo>
                  <a:cubicBezTo>
                    <a:pt x="2993" y="14685"/>
                    <a:pt x="2993" y="14685"/>
                    <a:pt x="2993" y="14685"/>
                  </a:cubicBezTo>
                  <a:cubicBezTo>
                    <a:pt x="3073" y="14685"/>
                    <a:pt x="3073" y="14719"/>
                    <a:pt x="3100" y="14754"/>
                  </a:cubicBezTo>
                  <a:cubicBezTo>
                    <a:pt x="3100" y="14754"/>
                    <a:pt x="3154" y="14856"/>
                    <a:pt x="3127" y="14925"/>
                  </a:cubicBezTo>
                  <a:cubicBezTo>
                    <a:pt x="3127" y="14959"/>
                    <a:pt x="3127" y="14959"/>
                    <a:pt x="3127" y="14993"/>
                  </a:cubicBezTo>
                  <a:cubicBezTo>
                    <a:pt x="3127" y="14993"/>
                    <a:pt x="3127" y="14993"/>
                    <a:pt x="3127" y="14993"/>
                  </a:cubicBezTo>
                  <a:cubicBezTo>
                    <a:pt x="3127" y="15028"/>
                    <a:pt x="3100" y="15028"/>
                    <a:pt x="3100" y="15028"/>
                  </a:cubicBezTo>
                  <a:cubicBezTo>
                    <a:pt x="3100" y="15062"/>
                    <a:pt x="3100" y="15062"/>
                    <a:pt x="3100" y="15096"/>
                  </a:cubicBezTo>
                  <a:cubicBezTo>
                    <a:pt x="3100" y="15096"/>
                    <a:pt x="3100" y="15096"/>
                    <a:pt x="3100" y="15096"/>
                  </a:cubicBezTo>
                  <a:cubicBezTo>
                    <a:pt x="3073" y="15130"/>
                    <a:pt x="3073" y="15130"/>
                    <a:pt x="3073" y="15130"/>
                  </a:cubicBezTo>
                  <a:cubicBezTo>
                    <a:pt x="3073" y="15130"/>
                    <a:pt x="3073" y="15165"/>
                    <a:pt x="3073" y="15165"/>
                  </a:cubicBezTo>
                  <a:cubicBezTo>
                    <a:pt x="3073" y="15165"/>
                    <a:pt x="3073" y="15165"/>
                    <a:pt x="3073" y="15165"/>
                  </a:cubicBezTo>
                  <a:cubicBezTo>
                    <a:pt x="3073" y="15199"/>
                    <a:pt x="3073" y="15199"/>
                    <a:pt x="3073" y="15199"/>
                  </a:cubicBezTo>
                  <a:cubicBezTo>
                    <a:pt x="3073" y="15199"/>
                    <a:pt x="3073" y="15199"/>
                    <a:pt x="3073" y="15199"/>
                  </a:cubicBezTo>
                  <a:cubicBezTo>
                    <a:pt x="3073" y="15233"/>
                    <a:pt x="3073" y="15267"/>
                    <a:pt x="3073" y="15301"/>
                  </a:cubicBezTo>
                  <a:cubicBezTo>
                    <a:pt x="3073" y="15301"/>
                    <a:pt x="3073" y="15301"/>
                    <a:pt x="3073" y="15301"/>
                  </a:cubicBezTo>
                  <a:cubicBezTo>
                    <a:pt x="3073" y="15336"/>
                    <a:pt x="3047" y="15336"/>
                    <a:pt x="3047" y="15336"/>
                  </a:cubicBezTo>
                  <a:cubicBezTo>
                    <a:pt x="3047" y="15336"/>
                    <a:pt x="3047" y="15336"/>
                    <a:pt x="3047" y="15370"/>
                  </a:cubicBezTo>
                  <a:cubicBezTo>
                    <a:pt x="3047" y="15370"/>
                    <a:pt x="3047" y="15370"/>
                    <a:pt x="3047" y="15370"/>
                  </a:cubicBezTo>
                  <a:cubicBezTo>
                    <a:pt x="3047" y="15438"/>
                    <a:pt x="3047" y="15438"/>
                    <a:pt x="2993" y="15473"/>
                  </a:cubicBezTo>
                  <a:cubicBezTo>
                    <a:pt x="2966" y="15507"/>
                    <a:pt x="2993" y="15507"/>
                    <a:pt x="3047" y="15575"/>
                  </a:cubicBezTo>
                  <a:cubicBezTo>
                    <a:pt x="3073" y="15644"/>
                    <a:pt x="3047" y="15610"/>
                    <a:pt x="3073" y="15678"/>
                  </a:cubicBezTo>
                  <a:cubicBezTo>
                    <a:pt x="3073" y="15678"/>
                    <a:pt x="3073" y="15678"/>
                    <a:pt x="3073" y="15712"/>
                  </a:cubicBezTo>
                  <a:cubicBezTo>
                    <a:pt x="3073" y="15712"/>
                    <a:pt x="3073" y="15712"/>
                    <a:pt x="3073" y="15712"/>
                  </a:cubicBezTo>
                  <a:cubicBezTo>
                    <a:pt x="3073" y="15712"/>
                    <a:pt x="3073" y="15712"/>
                    <a:pt x="3100" y="15746"/>
                  </a:cubicBezTo>
                  <a:cubicBezTo>
                    <a:pt x="3100" y="15746"/>
                    <a:pt x="3100" y="15746"/>
                    <a:pt x="3100" y="15746"/>
                  </a:cubicBezTo>
                  <a:cubicBezTo>
                    <a:pt x="3100" y="15746"/>
                    <a:pt x="3127" y="15781"/>
                    <a:pt x="3127" y="15781"/>
                  </a:cubicBezTo>
                  <a:cubicBezTo>
                    <a:pt x="3127" y="15781"/>
                    <a:pt x="3127" y="15781"/>
                    <a:pt x="3127" y="15815"/>
                  </a:cubicBezTo>
                  <a:cubicBezTo>
                    <a:pt x="3181" y="15849"/>
                    <a:pt x="3235" y="15952"/>
                    <a:pt x="3289" y="16020"/>
                  </a:cubicBezTo>
                  <a:cubicBezTo>
                    <a:pt x="3289" y="16020"/>
                    <a:pt x="3289" y="16020"/>
                    <a:pt x="3289" y="16020"/>
                  </a:cubicBezTo>
                  <a:cubicBezTo>
                    <a:pt x="3289" y="16020"/>
                    <a:pt x="3289" y="16020"/>
                    <a:pt x="3289" y="16020"/>
                  </a:cubicBezTo>
                  <a:cubicBezTo>
                    <a:pt x="3289" y="16020"/>
                    <a:pt x="3315" y="16055"/>
                    <a:pt x="3315" y="16055"/>
                  </a:cubicBezTo>
                  <a:cubicBezTo>
                    <a:pt x="3315" y="16055"/>
                    <a:pt x="3315" y="16055"/>
                    <a:pt x="3315" y="16055"/>
                  </a:cubicBezTo>
                  <a:cubicBezTo>
                    <a:pt x="3315" y="16055"/>
                    <a:pt x="3315" y="16055"/>
                    <a:pt x="3315" y="16055"/>
                  </a:cubicBezTo>
                  <a:cubicBezTo>
                    <a:pt x="3315" y="16055"/>
                    <a:pt x="3315" y="16055"/>
                    <a:pt x="3315" y="16089"/>
                  </a:cubicBezTo>
                  <a:cubicBezTo>
                    <a:pt x="3315" y="16089"/>
                    <a:pt x="3315" y="16089"/>
                    <a:pt x="3342" y="16089"/>
                  </a:cubicBezTo>
                  <a:cubicBezTo>
                    <a:pt x="3342" y="16089"/>
                    <a:pt x="3342" y="16089"/>
                    <a:pt x="3342" y="16123"/>
                  </a:cubicBezTo>
                  <a:cubicBezTo>
                    <a:pt x="3342" y="16157"/>
                    <a:pt x="3342" y="16191"/>
                    <a:pt x="3342" y="16226"/>
                  </a:cubicBezTo>
                  <a:cubicBezTo>
                    <a:pt x="3342" y="16226"/>
                    <a:pt x="3369" y="16226"/>
                    <a:pt x="3369" y="16260"/>
                  </a:cubicBezTo>
                  <a:cubicBezTo>
                    <a:pt x="3342" y="16260"/>
                    <a:pt x="3369" y="16260"/>
                    <a:pt x="3369" y="16294"/>
                  </a:cubicBezTo>
                  <a:cubicBezTo>
                    <a:pt x="3369" y="16294"/>
                    <a:pt x="3369" y="16294"/>
                    <a:pt x="3369" y="16294"/>
                  </a:cubicBezTo>
                  <a:cubicBezTo>
                    <a:pt x="3369" y="16328"/>
                    <a:pt x="3396" y="16363"/>
                    <a:pt x="3423" y="16397"/>
                  </a:cubicBezTo>
                  <a:cubicBezTo>
                    <a:pt x="3423" y="16397"/>
                    <a:pt x="3423" y="16397"/>
                    <a:pt x="3423" y="16397"/>
                  </a:cubicBezTo>
                  <a:cubicBezTo>
                    <a:pt x="3423" y="16397"/>
                    <a:pt x="3450" y="16534"/>
                    <a:pt x="3477" y="16602"/>
                  </a:cubicBezTo>
                  <a:cubicBezTo>
                    <a:pt x="3504" y="16671"/>
                    <a:pt x="3477" y="16876"/>
                    <a:pt x="3504" y="16945"/>
                  </a:cubicBezTo>
                  <a:cubicBezTo>
                    <a:pt x="3531" y="16979"/>
                    <a:pt x="3531" y="17150"/>
                    <a:pt x="3531" y="17218"/>
                  </a:cubicBezTo>
                  <a:cubicBezTo>
                    <a:pt x="3531" y="17287"/>
                    <a:pt x="3531" y="17287"/>
                    <a:pt x="3504" y="17321"/>
                  </a:cubicBezTo>
                  <a:cubicBezTo>
                    <a:pt x="3477" y="17390"/>
                    <a:pt x="3423" y="17390"/>
                    <a:pt x="3396" y="17424"/>
                  </a:cubicBezTo>
                  <a:cubicBezTo>
                    <a:pt x="3396" y="17492"/>
                    <a:pt x="3315" y="17869"/>
                    <a:pt x="3315" y="17903"/>
                  </a:cubicBezTo>
                  <a:cubicBezTo>
                    <a:pt x="3315" y="17903"/>
                    <a:pt x="3315" y="17937"/>
                    <a:pt x="3315" y="17937"/>
                  </a:cubicBezTo>
                  <a:cubicBezTo>
                    <a:pt x="3315" y="17937"/>
                    <a:pt x="3315" y="17937"/>
                    <a:pt x="3315" y="17937"/>
                  </a:cubicBezTo>
                  <a:cubicBezTo>
                    <a:pt x="3315" y="17971"/>
                    <a:pt x="3315" y="17971"/>
                    <a:pt x="3289" y="18006"/>
                  </a:cubicBezTo>
                  <a:cubicBezTo>
                    <a:pt x="3289" y="18006"/>
                    <a:pt x="3289" y="18006"/>
                    <a:pt x="3289" y="18006"/>
                  </a:cubicBezTo>
                  <a:cubicBezTo>
                    <a:pt x="3289" y="18040"/>
                    <a:pt x="3289" y="18040"/>
                    <a:pt x="3289" y="18040"/>
                  </a:cubicBezTo>
                  <a:cubicBezTo>
                    <a:pt x="3289" y="18074"/>
                    <a:pt x="3289" y="18074"/>
                    <a:pt x="3289" y="18074"/>
                  </a:cubicBezTo>
                  <a:cubicBezTo>
                    <a:pt x="3289" y="18108"/>
                    <a:pt x="3289" y="18108"/>
                    <a:pt x="3289" y="18143"/>
                  </a:cubicBezTo>
                  <a:cubicBezTo>
                    <a:pt x="3289" y="18143"/>
                    <a:pt x="3289" y="18143"/>
                    <a:pt x="3289" y="18143"/>
                  </a:cubicBezTo>
                  <a:cubicBezTo>
                    <a:pt x="3289" y="18143"/>
                    <a:pt x="3289" y="18143"/>
                    <a:pt x="3289" y="18143"/>
                  </a:cubicBezTo>
                  <a:cubicBezTo>
                    <a:pt x="3289" y="18177"/>
                    <a:pt x="3289" y="18177"/>
                    <a:pt x="3289" y="18177"/>
                  </a:cubicBezTo>
                  <a:cubicBezTo>
                    <a:pt x="3289" y="18177"/>
                    <a:pt x="3289" y="18211"/>
                    <a:pt x="3289" y="18211"/>
                  </a:cubicBezTo>
                  <a:cubicBezTo>
                    <a:pt x="3289" y="18211"/>
                    <a:pt x="3289" y="18211"/>
                    <a:pt x="3289" y="18245"/>
                  </a:cubicBezTo>
                  <a:cubicBezTo>
                    <a:pt x="3315" y="18245"/>
                    <a:pt x="3315" y="18245"/>
                    <a:pt x="3315" y="18280"/>
                  </a:cubicBezTo>
                  <a:cubicBezTo>
                    <a:pt x="3315" y="18280"/>
                    <a:pt x="3315" y="18280"/>
                    <a:pt x="3315" y="18280"/>
                  </a:cubicBezTo>
                  <a:cubicBezTo>
                    <a:pt x="3315" y="18314"/>
                    <a:pt x="3315" y="18314"/>
                    <a:pt x="3315" y="18314"/>
                  </a:cubicBezTo>
                  <a:cubicBezTo>
                    <a:pt x="3369" y="18416"/>
                    <a:pt x="3450" y="18588"/>
                    <a:pt x="3450" y="18690"/>
                  </a:cubicBezTo>
                  <a:cubicBezTo>
                    <a:pt x="3477" y="18827"/>
                    <a:pt x="3531" y="18896"/>
                    <a:pt x="3584" y="19033"/>
                  </a:cubicBezTo>
                  <a:cubicBezTo>
                    <a:pt x="3638" y="19135"/>
                    <a:pt x="3584" y="19375"/>
                    <a:pt x="3611" y="19478"/>
                  </a:cubicBezTo>
                  <a:cubicBezTo>
                    <a:pt x="3638" y="19615"/>
                    <a:pt x="3665" y="19717"/>
                    <a:pt x="3665" y="19854"/>
                  </a:cubicBezTo>
                  <a:cubicBezTo>
                    <a:pt x="3665" y="19888"/>
                    <a:pt x="3665" y="19923"/>
                    <a:pt x="3665" y="19923"/>
                  </a:cubicBezTo>
                  <a:cubicBezTo>
                    <a:pt x="3665" y="19923"/>
                    <a:pt x="3665" y="19923"/>
                    <a:pt x="3665" y="19957"/>
                  </a:cubicBezTo>
                  <a:cubicBezTo>
                    <a:pt x="3665" y="19957"/>
                    <a:pt x="3665" y="19957"/>
                    <a:pt x="3665" y="19991"/>
                  </a:cubicBezTo>
                  <a:cubicBezTo>
                    <a:pt x="3665" y="19991"/>
                    <a:pt x="3665" y="19991"/>
                    <a:pt x="3665" y="19991"/>
                  </a:cubicBezTo>
                  <a:cubicBezTo>
                    <a:pt x="3692" y="20025"/>
                    <a:pt x="3692" y="20025"/>
                    <a:pt x="3692" y="20025"/>
                  </a:cubicBezTo>
                  <a:cubicBezTo>
                    <a:pt x="3692" y="20025"/>
                    <a:pt x="3692" y="20060"/>
                    <a:pt x="3692" y="20060"/>
                  </a:cubicBezTo>
                  <a:cubicBezTo>
                    <a:pt x="3719" y="20060"/>
                    <a:pt x="3719" y="20094"/>
                    <a:pt x="3719" y="20094"/>
                  </a:cubicBezTo>
                  <a:cubicBezTo>
                    <a:pt x="3719" y="20094"/>
                    <a:pt x="3719" y="20094"/>
                    <a:pt x="3719" y="20128"/>
                  </a:cubicBezTo>
                  <a:cubicBezTo>
                    <a:pt x="3746" y="20128"/>
                    <a:pt x="3746" y="20128"/>
                    <a:pt x="3746" y="20128"/>
                  </a:cubicBezTo>
                  <a:cubicBezTo>
                    <a:pt x="3746" y="20162"/>
                    <a:pt x="3746" y="20162"/>
                    <a:pt x="3746" y="20162"/>
                  </a:cubicBezTo>
                  <a:cubicBezTo>
                    <a:pt x="3773" y="20162"/>
                    <a:pt x="3773" y="20197"/>
                    <a:pt x="3773" y="20197"/>
                  </a:cubicBezTo>
                  <a:cubicBezTo>
                    <a:pt x="3773" y="20197"/>
                    <a:pt x="3773" y="20197"/>
                    <a:pt x="3800" y="20197"/>
                  </a:cubicBezTo>
                  <a:cubicBezTo>
                    <a:pt x="3800" y="20231"/>
                    <a:pt x="3800" y="20231"/>
                    <a:pt x="3800" y="20231"/>
                  </a:cubicBezTo>
                  <a:cubicBezTo>
                    <a:pt x="3827" y="20231"/>
                    <a:pt x="3827" y="20265"/>
                    <a:pt x="3827" y="20265"/>
                  </a:cubicBezTo>
                  <a:cubicBezTo>
                    <a:pt x="3880" y="20368"/>
                    <a:pt x="3907" y="20402"/>
                    <a:pt x="3934" y="20505"/>
                  </a:cubicBezTo>
                  <a:cubicBezTo>
                    <a:pt x="3961" y="20607"/>
                    <a:pt x="3907" y="20539"/>
                    <a:pt x="3880" y="20607"/>
                  </a:cubicBezTo>
                  <a:cubicBezTo>
                    <a:pt x="3853" y="20642"/>
                    <a:pt x="3907" y="20744"/>
                    <a:pt x="3934" y="20847"/>
                  </a:cubicBezTo>
                  <a:cubicBezTo>
                    <a:pt x="3961" y="20950"/>
                    <a:pt x="3961" y="21052"/>
                    <a:pt x="3934" y="21121"/>
                  </a:cubicBezTo>
                  <a:cubicBezTo>
                    <a:pt x="3907" y="21189"/>
                    <a:pt x="3934" y="21189"/>
                    <a:pt x="3934" y="21258"/>
                  </a:cubicBezTo>
                  <a:cubicBezTo>
                    <a:pt x="3961" y="21360"/>
                    <a:pt x="3961" y="21360"/>
                    <a:pt x="3988" y="21429"/>
                  </a:cubicBezTo>
                  <a:cubicBezTo>
                    <a:pt x="3988" y="21497"/>
                    <a:pt x="4015" y="21463"/>
                    <a:pt x="4069" y="21497"/>
                  </a:cubicBezTo>
                  <a:cubicBezTo>
                    <a:pt x="4096" y="21497"/>
                    <a:pt x="4096" y="21566"/>
                    <a:pt x="4149" y="21566"/>
                  </a:cubicBezTo>
                  <a:cubicBezTo>
                    <a:pt x="4230" y="21600"/>
                    <a:pt x="4230" y="21566"/>
                    <a:pt x="4230" y="21497"/>
                  </a:cubicBezTo>
                  <a:cubicBezTo>
                    <a:pt x="4257" y="21463"/>
                    <a:pt x="4311" y="21497"/>
                    <a:pt x="4365" y="21497"/>
                  </a:cubicBezTo>
                  <a:cubicBezTo>
                    <a:pt x="4391" y="21497"/>
                    <a:pt x="4391" y="21463"/>
                    <a:pt x="4418" y="21429"/>
                  </a:cubicBezTo>
                  <a:cubicBezTo>
                    <a:pt x="4472" y="21395"/>
                    <a:pt x="4499" y="21395"/>
                    <a:pt x="4553" y="21395"/>
                  </a:cubicBezTo>
                  <a:cubicBezTo>
                    <a:pt x="4634" y="21395"/>
                    <a:pt x="4687" y="21395"/>
                    <a:pt x="4714" y="21395"/>
                  </a:cubicBezTo>
                  <a:cubicBezTo>
                    <a:pt x="4768" y="21395"/>
                    <a:pt x="4822" y="21429"/>
                    <a:pt x="4849" y="21395"/>
                  </a:cubicBezTo>
                  <a:cubicBezTo>
                    <a:pt x="4876" y="21395"/>
                    <a:pt x="4956" y="21395"/>
                    <a:pt x="4983" y="21360"/>
                  </a:cubicBezTo>
                  <a:cubicBezTo>
                    <a:pt x="5037" y="21360"/>
                    <a:pt x="5091" y="21326"/>
                    <a:pt x="5118" y="21292"/>
                  </a:cubicBezTo>
                  <a:cubicBezTo>
                    <a:pt x="5172" y="21223"/>
                    <a:pt x="5333" y="21018"/>
                    <a:pt x="5360" y="21018"/>
                  </a:cubicBezTo>
                  <a:cubicBezTo>
                    <a:pt x="5387" y="20984"/>
                    <a:pt x="5521" y="20744"/>
                    <a:pt x="5548" y="20710"/>
                  </a:cubicBezTo>
                  <a:cubicBezTo>
                    <a:pt x="5575" y="20642"/>
                    <a:pt x="5602" y="20642"/>
                    <a:pt x="5629" y="20642"/>
                  </a:cubicBezTo>
                  <a:cubicBezTo>
                    <a:pt x="5656" y="20642"/>
                    <a:pt x="5736" y="20470"/>
                    <a:pt x="5763" y="20436"/>
                  </a:cubicBezTo>
                  <a:cubicBezTo>
                    <a:pt x="5790" y="20368"/>
                    <a:pt x="5844" y="20299"/>
                    <a:pt x="5871" y="20265"/>
                  </a:cubicBezTo>
                  <a:cubicBezTo>
                    <a:pt x="5898" y="20197"/>
                    <a:pt x="5925" y="20094"/>
                    <a:pt x="5952" y="20025"/>
                  </a:cubicBezTo>
                  <a:cubicBezTo>
                    <a:pt x="5952" y="20025"/>
                    <a:pt x="5952" y="19991"/>
                    <a:pt x="5952" y="19991"/>
                  </a:cubicBezTo>
                  <a:cubicBezTo>
                    <a:pt x="5952" y="19991"/>
                    <a:pt x="5952" y="19991"/>
                    <a:pt x="5952" y="19991"/>
                  </a:cubicBezTo>
                  <a:cubicBezTo>
                    <a:pt x="5952" y="19957"/>
                    <a:pt x="5952" y="19923"/>
                    <a:pt x="5952" y="19923"/>
                  </a:cubicBezTo>
                  <a:cubicBezTo>
                    <a:pt x="5952" y="19923"/>
                    <a:pt x="5952" y="19923"/>
                    <a:pt x="5952" y="19923"/>
                  </a:cubicBezTo>
                  <a:cubicBezTo>
                    <a:pt x="5952" y="19923"/>
                    <a:pt x="5952" y="19923"/>
                    <a:pt x="5952" y="19923"/>
                  </a:cubicBezTo>
                  <a:cubicBezTo>
                    <a:pt x="5952" y="19888"/>
                    <a:pt x="5952" y="19888"/>
                    <a:pt x="5952" y="19854"/>
                  </a:cubicBezTo>
                  <a:cubicBezTo>
                    <a:pt x="5952" y="19854"/>
                    <a:pt x="5952" y="19854"/>
                    <a:pt x="5952" y="19854"/>
                  </a:cubicBezTo>
                  <a:cubicBezTo>
                    <a:pt x="5979" y="19854"/>
                    <a:pt x="5979" y="19820"/>
                    <a:pt x="5979" y="19786"/>
                  </a:cubicBezTo>
                  <a:cubicBezTo>
                    <a:pt x="5979" y="19786"/>
                    <a:pt x="5979" y="19786"/>
                    <a:pt x="5979" y="19786"/>
                  </a:cubicBezTo>
                  <a:cubicBezTo>
                    <a:pt x="5979" y="19786"/>
                    <a:pt x="5979" y="19786"/>
                    <a:pt x="5979" y="19786"/>
                  </a:cubicBezTo>
                  <a:cubicBezTo>
                    <a:pt x="5952" y="19752"/>
                    <a:pt x="5979" y="19649"/>
                    <a:pt x="6059" y="19580"/>
                  </a:cubicBezTo>
                  <a:cubicBezTo>
                    <a:pt x="6113" y="19546"/>
                    <a:pt x="6274" y="19443"/>
                    <a:pt x="6301" y="19341"/>
                  </a:cubicBezTo>
                  <a:cubicBezTo>
                    <a:pt x="6328" y="19238"/>
                    <a:pt x="6274" y="18964"/>
                    <a:pt x="6274" y="18930"/>
                  </a:cubicBezTo>
                  <a:cubicBezTo>
                    <a:pt x="6274" y="18896"/>
                    <a:pt x="6247" y="18690"/>
                    <a:pt x="6221" y="18690"/>
                  </a:cubicBezTo>
                  <a:cubicBezTo>
                    <a:pt x="6194" y="18690"/>
                    <a:pt x="6194" y="18656"/>
                    <a:pt x="6221" y="18553"/>
                  </a:cubicBezTo>
                  <a:cubicBezTo>
                    <a:pt x="6247" y="18485"/>
                    <a:pt x="6516" y="18211"/>
                    <a:pt x="6597" y="18143"/>
                  </a:cubicBezTo>
                  <a:cubicBezTo>
                    <a:pt x="6651" y="18074"/>
                    <a:pt x="6759" y="18040"/>
                    <a:pt x="6785" y="18006"/>
                  </a:cubicBezTo>
                  <a:cubicBezTo>
                    <a:pt x="6812" y="17971"/>
                    <a:pt x="6947" y="17766"/>
                    <a:pt x="6974" y="17766"/>
                  </a:cubicBezTo>
                  <a:cubicBezTo>
                    <a:pt x="6974" y="17732"/>
                    <a:pt x="6947" y="17629"/>
                    <a:pt x="6920" y="17561"/>
                  </a:cubicBezTo>
                  <a:cubicBezTo>
                    <a:pt x="6893" y="17492"/>
                    <a:pt x="6893" y="17218"/>
                    <a:pt x="6893" y="17150"/>
                  </a:cubicBezTo>
                  <a:cubicBezTo>
                    <a:pt x="6893" y="17150"/>
                    <a:pt x="6893" y="17116"/>
                    <a:pt x="6893" y="17116"/>
                  </a:cubicBezTo>
                  <a:cubicBezTo>
                    <a:pt x="6893" y="17116"/>
                    <a:pt x="6893" y="17116"/>
                    <a:pt x="6893" y="17081"/>
                  </a:cubicBezTo>
                  <a:cubicBezTo>
                    <a:pt x="6893" y="17081"/>
                    <a:pt x="6893" y="17081"/>
                    <a:pt x="6893" y="17047"/>
                  </a:cubicBezTo>
                  <a:cubicBezTo>
                    <a:pt x="6893" y="17047"/>
                    <a:pt x="6893" y="17047"/>
                    <a:pt x="6893" y="17047"/>
                  </a:cubicBezTo>
                  <a:cubicBezTo>
                    <a:pt x="6893" y="17013"/>
                    <a:pt x="6893" y="17013"/>
                    <a:pt x="6893" y="17013"/>
                  </a:cubicBezTo>
                  <a:cubicBezTo>
                    <a:pt x="6893" y="16979"/>
                    <a:pt x="6893" y="16979"/>
                    <a:pt x="6893" y="16979"/>
                  </a:cubicBezTo>
                  <a:cubicBezTo>
                    <a:pt x="6893" y="16979"/>
                    <a:pt x="6893" y="16979"/>
                    <a:pt x="6893" y="16979"/>
                  </a:cubicBezTo>
                  <a:cubicBezTo>
                    <a:pt x="6893" y="16945"/>
                    <a:pt x="6893" y="16945"/>
                    <a:pt x="6893" y="16945"/>
                  </a:cubicBezTo>
                  <a:cubicBezTo>
                    <a:pt x="6866" y="16876"/>
                    <a:pt x="6785" y="16808"/>
                    <a:pt x="6759" y="16739"/>
                  </a:cubicBezTo>
                  <a:cubicBezTo>
                    <a:pt x="6732" y="16705"/>
                    <a:pt x="6759" y="16431"/>
                    <a:pt x="6759" y="16397"/>
                  </a:cubicBezTo>
                  <a:cubicBezTo>
                    <a:pt x="6759" y="16363"/>
                    <a:pt x="6705" y="16226"/>
                    <a:pt x="6705" y="16191"/>
                  </a:cubicBezTo>
                  <a:cubicBezTo>
                    <a:pt x="6705" y="16157"/>
                    <a:pt x="6705" y="16089"/>
                    <a:pt x="6705" y="16055"/>
                  </a:cubicBezTo>
                  <a:cubicBezTo>
                    <a:pt x="6705" y="16055"/>
                    <a:pt x="6705" y="16055"/>
                    <a:pt x="6705" y="16055"/>
                  </a:cubicBezTo>
                  <a:cubicBezTo>
                    <a:pt x="6705" y="16055"/>
                    <a:pt x="6705" y="16055"/>
                    <a:pt x="6705" y="16055"/>
                  </a:cubicBezTo>
                  <a:cubicBezTo>
                    <a:pt x="6732" y="16055"/>
                    <a:pt x="6732" y="16055"/>
                    <a:pt x="6732" y="16055"/>
                  </a:cubicBezTo>
                  <a:cubicBezTo>
                    <a:pt x="6732" y="16055"/>
                    <a:pt x="6732" y="16055"/>
                    <a:pt x="6732" y="16055"/>
                  </a:cubicBezTo>
                  <a:cubicBezTo>
                    <a:pt x="6732" y="16020"/>
                    <a:pt x="6759" y="15986"/>
                    <a:pt x="6759" y="15952"/>
                  </a:cubicBezTo>
                  <a:cubicBezTo>
                    <a:pt x="6759" y="15952"/>
                    <a:pt x="6759" y="15952"/>
                    <a:pt x="6759" y="15952"/>
                  </a:cubicBezTo>
                  <a:cubicBezTo>
                    <a:pt x="6785" y="15918"/>
                    <a:pt x="6785" y="15918"/>
                    <a:pt x="6785" y="15883"/>
                  </a:cubicBezTo>
                  <a:cubicBezTo>
                    <a:pt x="6812" y="15815"/>
                    <a:pt x="6893" y="15644"/>
                    <a:pt x="6920" y="15610"/>
                  </a:cubicBezTo>
                  <a:cubicBezTo>
                    <a:pt x="6920" y="15610"/>
                    <a:pt x="6920" y="15610"/>
                    <a:pt x="6920" y="15610"/>
                  </a:cubicBezTo>
                  <a:cubicBezTo>
                    <a:pt x="6920" y="15610"/>
                    <a:pt x="6920" y="15610"/>
                    <a:pt x="6947" y="15610"/>
                  </a:cubicBezTo>
                  <a:cubicBezTo>
                    <a:pt x="6947" y="15610"/>
                    <a:pt x="6947" y="15610"/>
                    <a:pt x="6947" y="15575"/>
                  </a:cubicBezTo>
                  <a:cubicBezTo>
                    <a:pt x="6947" y="15575"/>
                    <a:pt x="6947" y="15575"/>
                    <a:pt x="6947" y="15575"/>
                  </a:cubicBezTo>
                  <a:cubicBezTo>
                    <a:pt x="6974" y="15575"/>
                    <a:pt x="7001" y="15575"/>
                    <a:pt x="7001" y="15575"/>
                  </a:cubicBezTo>
                  <a:cubicBezTo>
                    <a:pt x="7028" y="15575"/>
                    <a:pt x="7189" y="15301"/>
                    <a:pt x="7243" y="15165"/>
                  </a:cubicBezTo>
                  <a:cubicBezTo>
                    <a:pt x="7297" y="15062"/>
                    <a:pt x="7458" y="14959"/>
                    <a:pt x="7512" y="14925"/>
                  </a:cubicBezTo>
                  <a:cubicBezTo>
                    <a:pt x="7566" y="14891"/>
                    <a:pt x="7539" y="14891"/>
                    <a:pt x="7539" y="14856"/>
                  </a:cubicBezTo>
                  <a:cubicBezTo>
                    <a:pt x="7566" y="14822"/>
                    <a:pt x="7592" y="14788"/>
                    <a:pt x="7646" y="14754"/>
                  </a:cubicBezTo>
                  <a:cubicBezTo>
                    <a:pt x="7700" y="14719"/>
                    <a:pt x="7835" y="14377"/>
                    <a:pt x="7861" y="14274"/>
                  </a:cubicBezTo>
                  <a:cubicBezTo>
                    <a:pt x="7888" y="14206"/>
                    <a:pt x="7996" y="13966"/>
                    <a:pt x="8023" y="13898"/>
                  </a:cubicBezTo>
                  <a:cubicBezTo>
                    <a:pt x="8050" y="13864"/>
                    <a:pt x="8050" y="13624"/>
                    <a:pt x="8050" y="13556"/>
                  </a:cubicBezTo>
                  <a:cubicBezTo>
                    <a:pt x="8050" y="13487"/>
                    <a:pt x="8050" y="13453"/>
                    <a:pt x="8023" y="13487"/>
                  </a:cubicBezTo>
                  <a:cubicBezTo>
                    <a:pt x="7996" y="13487"/>
                    <a:pt x="7888" y="13556"/>
                    <a:pt x="7861" y="13590"/>
                  </a:cubicBezTo>
                  <a:cubicBezTo>
                    <a:pt x="7808" y="13624"/>
                    <a:pt x="7700" y="13590"/>
                    <a:pt x="7646" y="13590"/>
                  </a:cubicBezTo>
                  <a:cubicBezTo>
                    <a:pt x="7592" y="13624"/>
                    <a:pt x="7592" y="13658"/>
                    <a:pt x="7566" y="13658"/>
                  </a:cubicBezTo>
                  <a:cubicBezTo>
                    <a:pt x="7512" y="13693"/>
                    <a:pt x="7539" y="13658"/>
                    <a:pt x="7485" y="13624"/>
                  </a:cubicBezTo>
                  <a:cubicBezTo>
                    <a:pt x="7431" y="13624"/>
                    <a:pt x="7323" y="13693"/>
                    <a:pt x="7297" y="13727"/>
                  </a:cubicBezTo>
                  <a:cubicBezTo>
                    <a:pt x="7270" y="13727"/>
                    <a:pt x="7189" y="13590"/>
                    <a:pt x="7189" y="13556"/>
                  </a:cubicBezTo>
                  <a:cubicBezTo>
                    <a:pt x="7189" y="13556"/>
                    <a:pt x="7162" y="13521"/>
                    <a:pt x="7162" y="13521"/>
                  </a:cubicBezTo>
                  <a:cubicBezTo>
                    <a:pt x="7162" y="13521"/>
                    <a:pt x="7162" y="13521"/>
                    <a:pt x="7162" y="13521"/>
                  </a:cubicBezTo>
                  <a:cubicBezTo>
                    <a:pt x="7162" y="13521"/>
                    <a:pt x="7162" y="13521"/>
                    <a:pt x="7162" y="13521"/>
                  </a:cubicBezTo>
                  <a:cubicBezTo>
                    <a:pt x="7162" y="13521"/>
                    <a:pt x="7135" y="13487"/>
                    <a:pt x="7135" y="13487"/>
                  </a:cubicBezTo>
                  <a:cubicBezTo>
                    <a:pt x="7135" y="13487"/>
                    <a:pt x="7135" y="13487"/>
                    <a:pt x="7135" y="13487"/>
                  </a:cubicBezTo>
                  <a:cubicBezTo>
                    <a:pt x="7135" y="13487"/>
                    <a:pt x="7135" y="13487"/>
                    <a:pt x="7135" y="13487"/>
                  </a:cubicBezTo>
                  <a:cubicBezTo>
                    <a:pt x="7135" y="13487"/>
                    <a:pt x="7135" y="13453"/>
                    <a:pt x="7135" y="13453"/>
                  </a:cubicBezTo>
                  <a:cubicBezTo>
                    <a:pt x="7135" y="13419"/>
                    <a:pt x="7135" y="13419"/>
                    <a:pt x="7135" y="13384"/>
                  </a:cubicBezTo>
                  <a:cubicBezTo>
                    <a:pt x="7108" y="13384"/>
                    <a:pt x="7108" y="13350"/>
                    <a:pt x="7108" y="13316"/>
                  </a:cubicBezTo>
                  <a:cubicBezTo>
                    <a:pt x="7108" y="13316"/>
                    <a:pt x="7108" y="13316"/>
                    <a:pt x="7108" y="13316"/>
                  </a:cubicBezTo>
                  <a:cubicBezTo>
                    <a:pt x="7081" y="13316"/>
                    <a:pt x="7081" y="13316"/>
                    <a:pt x="7081" y="13316"/>
                  </a:cubicBezTo>
                  <a:cubicBezTo>
                    <a:pt x="7081" y="13282"/>
                    <a:pt x="7081" y="13282"/>
                    <a:pt x="7081" y="13282"/>
                  </a:cubicBezTo>
                  <a:cubicBezTo>
                    <a:pt x="7028" y="13248"/>
                    <a:pt x="7001" y="13213"/>
                    <a:pt x="6947" y="13179"/>
                  </a:cubicBezTo>
                  <a:cubicBezTo>
                    <a:pt x="6920" y="13145"/>
                    <a:pt x="6893" y="13076"/>
                    <a:pt x="6866" y="13076"/>
                  </a:cubicBezTo>
                  <a:cubicBezTo>
                    <a:pt x="6839" y="13076"/>
                    <a:pt x="6759" y="12939"/>
                    <a:pt x="6705" y="12939"/>
                  </a:cubicBezTo>
                  <a:cubicBezTo>
                    <a:pt x="6678" y="12939"/>
                    <a:pt x="6651" y="12768"/>
                    <a:pt x="6624" y="12700"/>
                  </a:cubicBezTo>
                  <a:cubicBezTo>
                    <a:pt x="6624" y="12666"/>
                    <a:pt x="6624" y="12666"/>
                    <a:pt x="6597" y="12631"/>
                  </a:cubicBezTo>
                  <a:cubicBezTo>
                    <a:pt x="6597" y="12631"/>
                    <a:pt x="6597" y="12631"/>
                    <a:pt x="6597" y="12631"/>
                  </a:cubicBezTo>
                  <a:cubicBezTo>
                    <a:pt x="6597" y="12597"/>
                    <a:pt x="6570" y="12597"/>
                    <a:pt x="6543" y="12563"/>
                  </a:cubicBezTo>
                  <a:cubicBezTo>
                    <a:pt x="6543" y="12563"/>
                    <a:pt x="6543" y="12563"/>
                    <a:pt x="6543" y="12563"/>
                  </a:cubicBezTo>
                  <a:cubicBezTo>
                    <a:pt x="6543" y="12529"/>
                    <a:pt x="6543" y="12529"/>
                    <a:pt x="6543" y="12529"/>
                  </a:cubicBezTo>
                  <a:cubicBezTo>
                    <a:pt x="6543" y="12529"/>
                    <a:pt x="6516" y="12529"/>
                    <a:pt x="6516" y="12529"/>
                  </a:cubicBezTo>
                  <a:cubicBezTo>
                    <a:pt x="6516" y="12529"/>
                    <a:pt x="6516" y="12494"/>
                    <a:pt x="6516" y="12494"/>
                  </a:cubicBezTo>
                  <a:cubicBezTo>
                    <a:pt x="6516" y="12494"/>
                    <a:pt x="6516" y="12494"/>
                    <a:pt x="6516" y="12494"/>
                  </a:cubicBezTo>
                  <a:cubicBezTo>
                    <a:pt x="6516" y="12494"/>
                    <a:pt x="6490" y="12494"/>
                    <a:pt x="6490" y="12494"/>
                  </a:cubicBezTo>
                  <a:cubicBezTo>
                    <a:pt x="6463" y="12460"/>
                    <a:pt x="6382" y="12323"/>
                    <a:pt x="6382" y="12221"/>
                  </a:cubicBezTo>
                  <a:cubicBezTo>
                    <a:pt x="6382" y="12152"/>
                    <a:pt x="6355" y="12049"/>
                    <a:pt x="6355" y="12015"/>
                  </a:cubicBezTo>
                  <a:cubicBezTo>
                    <a:pt x="6355" y="11947"/>
                    <a:pt x="6355" y="11913"/>
                    <a:pt x="6301" y="11913"/>
                  </a:cubicBezTo>
                  <a:cubicBezTo>
                    <a:pt x="6247" y="11878"/>
                    <a:pt x="6194" y="11776"/>
                    <a:pt x="6194" y="11776"/>
                  </a:cubicBezTo>
                  <a:cubicBezTo>
                    <a:pt x="6167" y="11741"/>
                    <a:pt x="6221" y="11707"/>
                    <a:pt x="6194" y="11673"/>
                  </a:cubicBezTo>
                  <a:cubicBezTo>
                    <a:pt x="6194" y="11639"/>
                    <a:pt x="6032" y="11262"/>
                    <a:pt x="6005" y="11194"/>
                  </a:cubicBezTo>
                  <a:cubicBezTo>
                    <a:pt x="5952" y="11091"/>
                    <a:pt x="5979" y="11091"/>
                    <a:pt x="5979" y="11057"/>
                  </a:cubicBezTo>
                  <a:cubicBezTo>
                    <a:pt x="5979" y="11057"/>
                    <a:pt x="5925" y="10988"/>
                    <a:pt x="5898" y="10954"/>
                  </a:cubicBezTo>
                  <a:cubicBezTo>
                    <a:pt x="5871" y="10920"/>
                    <a:pt x="6005" y="11057"/>
                    <a:pt x="6032" y="11091"/>
                  </a:cubicBezTo>
                  <a:cubicBezTo>
                    <a:pt x="6032" y="11091"/>
                    <a:pt x="6032" y="11091"/>
                    <a:pt x="6059" y="11091"/>
                  </a:cubicBezTo>
                  <a:cubicBezTo>
                    <a:pt x="6059" y="11091"/>
                    <a:pt x="6059" y="11091"/>
                    <a:pt x="6059" y="11091"/>
                  </a:cubicBezTo>
                  <a:cubicBezTo>
                    <a:pt x="6059" y="11091"/>
                    <a:pt x="6059" y="11057"/>
                    <a:pt x="6059" y="11057"/>
                  </a:cubicBezTo>
                  <a:cubicBezTo>
                    <a:pt x="6086" y="11057"/>
                    <a:pt x="6086" y="11057"/>
                    <a:pt x="6113" y="11057"/>
                  </a:cubicBezTo>
                  <a:cubicBezTo>
                    <a:pt x="6113" y="11057"/>
                    <a:pt x="6113" y="11057"/>
                    <a:pt x="6113" y="11057"/>
                  </a:cubicBezTo>
                  <a:cubicBezTo>
                    <a:pt x="6167" y="11057"/>
                    <a:pt x="6221" y="11228"/>
                    <a:pt x="6247" y="11296"/>
                  </a:cubicBezTo>
                  <a:cubicBezTo>
                    <a:pt x="6301" y="11365"/>
                    <a:pt x="6355" y="11433"/>
                    <a:pt x="6382" y="11468"/>
                  </a:cubicBezTo>
                  <a:cubicBezTo>
                    <a:pt x="6409" y="11468"/>
                    <a:pt x="6355" y="11502"/>
                    <a:pt x="6382" y="11536"/>
                  </a:cubicBezTo>
                  <a:cubicBezTo>
                    <a:pt x="6382" y="11570"/>
                    <a:pt x="6436" y="11604"/>
                    <a:pt x="6463" y="11639"/>
                  </a:cubicBezTo>
                  <a:cubicBezTo>
                    <a:pt x="6490" y="11639"/>
                    <a:pt x="6624" y="11878"/>
                    <a:pt x="6624" y="11913"/>
                  </a:cubicBezTo>
                  <a:cubicBezTo>
                    <a:pt x="6651" y="11947"/>
                    <a:pt x="6624" y="11947"/>
                    <a:pt x="6597" y="11981"/>
                  </a:cubicBezTo>
                  <a:cubicBezTo>
                    <a:pt x="6597" y="12015"/>
                    <a:pt x="6651" y="12152"/>
                    <a:pt x="6678" y="12221"/>
                  </a:cubicBezTo>
                  <a:cubicBezTo>
                    <a:pt x="6705" y="12255"/>
                    <a:pt x="6759" y="12289"/>
                    <a:pt x="6785" y="12323"/>
                  </a:cubicBezTo>
                  <a:cubicBezTo>
                    <a:pt x="6812" y="12358"/>
                    <a:pt x="6866" y="12426"/>
                    <a:pt x="6893" y="12494"/>
                  </a:cubicBezTo>
                  <a:cubicBezTo>
                    <a:pt x="6920" y="12563"/>
                    <a:pt x="7001" y="12666"/>
                    <a:pt x="7028" y="12734"/>
                  </a:cubicBezTo>
                  <a:cubicBezTo>
                    <a:pt x="7028" y="12768"/>
                    <a:pt x="7028" y="12768"/>
                    <a:pt x="7028" y="12768"/>
                  </a:cubicBezTo>
                  <a:cubicBezTo>
                    <a:pt x="7028" y="12768"/>
                    <a:pt x="7028" y="12803"/>
                    <a:pt x="7028" y="12803"/>
                  </a:cubicBezTo>
                  <a:cubicBezTo>
                    <a:pt x="7028" y="12803"/>
                    <a:pt x="7028" y="12803"/>
                    <a:pt x="7028" y="12803"/>
                  </a:cubicBezTo>
                  <a:cubicBezTo>
                    <a:pt x="7028" y="12803"/>
                    <a:pt x="7028" y="12803"/>
                    <a:pt x="7028" y="12803"/>
                  </a:cubicBezTo>
                  <a:cubicBezTo>
                    <a:pt x="7028" y="12803"/>
                    <a:pt x="7028" y="12803"/>
                    <a:pt x="7028" y="12837"/>
                  </a:cubicBezTo>
                  <a:cubicBezTo>
                    <a:pt x="7028" y="12837"/>
                    <a:pt x="7028" y="12837"/>
                    <a:pt x="7028" y="12837"/>
                  </a:cubicBezTo>
                  <a:cubicBezTo>
                    <a:pt x="7028" y="12871"/>
                    <a:pt x="7028" y="12871"/>
                    <a:pt x="7028" y="12871"/>
                  </a:cubicBezTo>
                  <a:cubicBezTo>
                    <a:pt x="7028" y="12871"/>
                    <a:pt x="7028" y="12871"/>
                    <a:pt x="7028" y="12871"/>
                  </a:cubicBezTo>
                  <a:cubicBezTo>
                    <a:pt x="7028" y="12939"/>
                    <a:pt x="7135" y="13179"/>
                    <a:pt x="7135" y="13248"/>
                  </a:cubicBezTo>
                  <a:cubicBezTo>
                    <a:pt x="7135" y="13282"/>
                    <a:pt x="7162" y="13350"/>
                    <a:pt x="7189" y="13350"/>
                  </a:cubicBezTo>
                  <a:cubicBezTo>
                    <a:pt x="7243" y="13350"/>
                    <a:pt x="7323" y="13316"/>
                    <a:pt x="7350" y="13282"/>
                  </a:cubicBezTo>
                  <a:cubicBezTo>
                    <a:pt x="7377" y="13248"/>
                    <a:pt x="7485" y="13248"/>
                    <a:pt x="7566" y="13248"/>
                  </a:cubicBezTo>
                  <a:cubicBezTo>
                    <a:pt x="7646" y="13248"/>
                    <a:pt x="7835" y="13111"/>
                    <a:pt x="7888" y="13076"/>
                  </a:cubicBezTo>
                  <a:cubicBezTo>
                    <a:pt x="7942" y="13008"/>
                    <a:pt x="8130" y="12974"/>
                    <a:pt x="8157" y="12939"/>
                  </a:cubicBezTo>
                  <a:cubicBezTo>
                    <a:pt x="8157" y="12939"/>
                    <a:pt x="8184" y="12837"/>
                    <a:pt x="8184" y="12803"/>
                  </a:cubicBezTo>
                  <a:cubicBezTo>
                    <a:pt x="8184" y="12803"/>
                    <a:pt x="8211" y="12803"/>
                    <a:pt x="8211" y="12803"/>
                  </a:cubicBezTo>
                  <a:cubicBezTo>
                    <a:pt x="8211" y="12803"/>
                    <a:pt x="8211" y="12803"/>
                    <a:pt x="8211" y="12803"/>
                  </a:cubicBezTo>
                  <a:cubicBezTo>
                    <a:pt x="8211" y="12803"/>
                    <a:pt x="8211" y="12803"/>
                    <a:pt x="8238" y="12803"/>
                  </a:cubicBezTo>
                  <a:cubicBezTo>
                    <a:pt x="8238" y="12803"/>
                    <a:pt x="8238" y="12768"/>
                    <a:pt x="8238" y="12768"/>
                  </a:cubicBezTo>
                  <a:cubicBezTo>
                    <a:pt x="8238" y="12768"/>
                    <a:pt x="8238" y="12768"/>
                    <a:pt x="8265" y="12768"/>
                  </a:cubicBezTo>
                  <a:cubicBezTo>
                    <a:pt x="8265" y="12768"/>
                    <a:pt x="8265" y="12768"/>
                    <a:pt x="8265" y="12768"/>
                  </a:cubicBezTo>
                  <a:cubicBezTo>
                    <a:pt x="8265" y="12768"/>
                    <a:pt x="8292" y="12768"/>
                    <a:pt x="8292" y="12768"/>
                  </a:cubicBezTo>
                  <a:cubicBezTo>
                    <a:pt x="8292" y="12768"/>
                    <a:pt x="8292" y="12768"/>
                    <a:pt x="8292" y="12734"/>
                  </a:cubicBezTo>
                  <a:cubicBezTo>
                    <a:pt x="8319" y="12734"/>
                    <a:pt x="8319" y="12734"/>
                    <a:pt x="8319" y="12734"/>
                  </a:cubicBezTo>
                  <a:cubicBezTo>
                    <a:pt x="8319" y="12734"/>
                    <a:pt x="8346" y="12734"/>
                    <a:pt x="8346" y="12734"/>
                  </a:cubicBezTo>
                  <a:cubicBezTo>
                    <a:pt x="8346" y="12734"/>
                    <a:pt x="8346" y="12734"/>
                    <a:pt x="8346" y="12734"/>
                  </a:cubicBezTo>
                  <a:cubicBezTo>
                    <a:pt x="8373" y="12734"/>
                    <a:pt x="8373" y="12734"/>
                    <a:pt x="8373" y="12734"/>
                  </a:cubicBezTo>
                  <a:cubicBezTo>
                    <a:pt x="8373" y="12734"/>
                    <a:pt x="8373" y="12734"/>
                    <a:pt x="8373" y="12734"/>
                  </a:cubicBezTo>
                  <a:cubicBezTo>
                    <a:pt x="8399" y="12734"/>
                    <a:pt x="8399" y="12700"/>
                    <a:pt x="8399" y="12700"/>
                  </a:cubicBezTo>
                  <a:cubicBezTo>
                    <a:pt x="8399" y="12700"/>
                    <a:pt x="8399" y="12700"/>
                    <a:pt x="8399" y="12700"/>
                  </a:cubicBezTo>
                  <a:cubicBezTo>
                    <a:pt x="8453" y="12700"/>
                    <a:pt x="8534" y="12700"/>
                    <a:pt x="8534" y="12666"/>
                  </a:cubicBezTo>
                  <a:cubicBezTo>
                    <a:pt x="8534" y="12597"/>
                    <a:pt x="8561" y="12597"/>
                    <a:pt x="8588" y="12563"/>
                  </a:cubicBezTo>
                  <a:cubicBezTo>
                    <a:pt x="8642" y="12563"/>
                    <a:pt x="8642" y="12529"/>
                    <a:pt x="8642" y="12494"/>
                  </a:cubicBezTo>
                  <a:cubicBezTo>
                    <a:pt x="8668" y="12460"/>
                    <a:pt x="8722" y="12426"/>
                    <a:pt x="8776" y="12426"/>
                  </a:cubicBezTo>
                  <a:cubicBezTo>
                    <a:pt x="8803" y="12426"/>
                    <a:pt x="8776" y="12392"/>
                    <a:pt x="8776" y="12323"/>
                  </a:cubicBezTo>
                  <a:cubicBezTo>
                    <a:pt x="8776" y="12289"/>
                    <a:pt x="8776" y="12255"/>
                    <a:pt x="8803" y="12186"/>
                  </a:cubicBezTo>
                  <a:cubicBezTo>
                    <a:pt x="8803" y="12118"/>
                    <a:pt x="8803" y="12186"/>
                    <a:pt x="8830" y="12221"/>
                  </a:cubicBezTo>
                  <a:cubicBezTo>
                    <a:pt x="8857" y="12221"/>
                    <a:pt x="8884" y="12118"/>
                    <a:pt x="8911" y="12084"/>
                  </a:cubicBezTo>
                  <a:cubicBezTo>
                    <a:pt x="8937" y="12084"/>
                    <a:pt x="8964" y="12015"/>
                    <a:pt x="8964" y="11947"/>
                  </a:cubicBezTo>
                  <a:cubicBezTo>
                    <a:pt x="8991" y="11913"/>
                    <a:pt x="8991" y="11878"/>
                    <a:pt x="8964" y="11878"/>
                  </a:cubicBezTo>
                  <a:cubicBezTo>
                    <a:pt x="8911" y="11844"/>
                    <a:pt x="8911" y="11810"/>
                    <a:pt x="8857" y="11741"/>
                  </a:cubicBezTo>
                  <a:cubicBezTo>
                    <a:pt x="8830" y="11707"/>
                    <a:pt x="8749" y="11707"/>
                    <a:pt x="8695" y="11707"/>
                  </a:cubicBezTo>
                  <a:cubicBezTo>
                    <a:pt x="8695" y="11707"/>
                    <a:pt x="8695" y="11707"/>
                    <a:pt x="8695" y="11707"/>
                  </a:cubicBezTo>
                  <a:cubicBezTo>
                    <a:pt x="8668" y="11707"/>
                    <a:pt x="8668" y="11707"/>
                    <a:pt x="8668" y="11673"/>
                  </a:cubicBezTo>
                  <a:cubicBezTo>
                    <a:pt x="8668" y="11673"/>
                    <a:pt x="8668" y="11673"/>
                    <a:pt x="8668" y="11673"/>
                  </a:cubicBezTo>
                  <a:cubicBezTo>
                    <a:pt x="8668" y="11673"/>
                    <a:pt x="8668" y="11673"/>
                    <a:pt x="8668" y="11673"/>
                  </a:cubicBezTo>
                  <a:cubicBezTo>
                    <a:pt x="8642" y="11673"/>
                    <a:pt x="8642" y="11673"/>
                    <a:pt x="8642" y="11639"/>
                  </a:cubicBezTo>
                  <a:cubicBezTo>
                    <a:pt x="8642" y="11639"/>
                    <a:pt x="8642" y="11639"/>
                    <a:pt x="8642" y="11639"/>
                  </a:cubicBezTo>
                  <a:cubicBezTo>
                    <a:pt x="8642" y="11639"/>
                    <a:pt x="8642" y="11639"/>
                    <a:pt x="8615" y="11604"/>
                  </a:cubicBezTo>
                  <a:cubicBezTo>
                    <a:pt x="8615" y="11604"/>
                    <a:pt x="8615" y="11604"/>
                    <a:pt x="8615" y="11604"/>
                  </a:cubicBezTo>
                  <a:cubicBezTo>
                    <a:pt x="8615" y="11604"/>
                    <a:pt x="8615" y="11604"/>
                    <a:pt x="8615" y="11570"/>
                  </a:cubicBezTo>
                  <a:cubicBezTo>
                    <a:pt x="8615" y="11570"/>
                    <a:pt x="8615" y="11570"/>
                    <a:pt x="8615" y="11570"/>
                  </a:cubicBezTo>
                  <a:cubicBezTo>
                    <a:pt x="8588" y="11536"/>
                    <a:pt x="8588" y="11502"/>
                    <a:pt x="8588" y="11468"/>
                  </a:cubicBezTo>
                  <a:cubicBezTo>
                    <a:pt x="8561" y="11399"/>
                    <a:pt x="8615" y="11365"/>
                    <a:pt x="8588" y="11365"/>
                  </a:cubicBezTo>
                  <a:cubicBezTo>
                    <a:pt x="8561" y="11365"/>
                    <a:pt x="8399" y="11570"/>
                    <a:pt x="8373" y="11639"/>
                  </a:cubicBezTo>
                  <a:cubicBezTo>
                    <a:pt x="8346" y="11673"/>
                    <a:pt x="8238" y="11639"/>
                    <a:pt x="8184" y="11639"/>
                  </a:cubicBezTo>
                  <a:cubicBezTo>
                    <a:pt x="8130" y="11639"/>
                    <a:pt x="8130" y="11673"/>
                    <a:pt x="8077" y="11639"/>
                  </a:cubicBezTo>
                  <a:cubicBezTo>
                    <a:pt x="8077" y="11639"/>
                    <a:pt x="8077" y="11639"/>
                    <a:pt x="8050" y="11639"/>
                  </a:cubicBezTo>
                  <a:cubicBezTo>
                    <a:pt x="8050" y="11639"/>
                    <a:pt x="8050" y="11639"/>
                    <a:pt x="8050" y="11639"/>
                  </a:cubicBezTo>
                  <a:cubicBezTo>
                    <a:pt x="8050" y="11639"/>
                    <a:pt x="8050" y="11604"/>
                    <a:pt x="8050" y="11604"/>
                  </a:cubicBezTo>
                  <a:cubicBezTo>
                    <a:pt x="8023" y="11604"/>
                    <a:pt x="8023" y="11604"/>
                    <a:pt x="8023" y="11604"/>
                  </a:cubicBezTo>
                  <a:cubicBezTo>
                    <a:pt x="8023" y="11604"/>
                    <a:pt x="8023" y="11604"/>
                    <a:pt x="8023" y="11604"/>
                  </a:cubicBezTo>
                  <a:cubicBezTo>
                    <a:pt x="8023" y="11604"/>
                    <a:pt x="8023" y="11570"/>
                    <a:pt x="8023" y="11570"/>
                  </a:cubicBezTo>
                  <a:cubicBezTo>
                    <a:pt x="8023" y="11570"/>
                    <a:pt x="8023" y="11570"/>
                    <a:pt x="7996" y="11570"/>
                  </a:cubicBezTo>
                  <a:cubicBezTo>
                    <a:pt x="7996" y="11536"/>
                    <a:pt x="8077" y="11502"/>
                    <a:pt x="8077" y="11468"/>
                  </a:cubicBezTo>
                  <a:cubicBezTo>
                    <a:pt x="8077" y="11433"/>
                    <a:pt x="8023" y="11365"/>
                    <a:pt x="7996" y="11331"/>
                  </a:cubicBezTo>
                  <a:cubicBezTo>
                    <a:pt x="7996" y="11331"/>
                    <a:pt x="7969" y="11399"/>
                    <a:pt x="7969" y="11433"/>
                  </a:cubicBezTo>
                  <a:cubicBezTo>
                    <a:pt x="7942" y="11433"/>
                    <a:pt x="7942" y="11433"/>
                    <a:pt x="7942" y="11433"/>
                  </a:cubicBezTo>
                  <a:cubicBezTo>
                    <a:pt x="7942" y="11433"/>
                    <a:pt x="7942" y="11433"/>
                    <a:pt x="7942" y="11433"/>
                  </a:cubicBezTo>
                  <a:cubicBezTo>
                    <a:pt x="7942" y="11433"/>
                    <a:pt x="7942" y="11433"/>
                    <a:pt x="7915" y="11433"/>
                  </a:cubicBezTo>
                  <a:cubicBezTo>
                    <a:pt x="7915" y="11433"/>
                    <a:pt x="7915" y="11433"/>
                    <a:pt x="7915" y="11433"/>
                  </a:cubicBezTo>
                  <a:cubicBezTo>
                    <a:pt x="7915" y="11399"/>
                    <a:pt x="7915" y="11399"/>
                    <a:pt x="7915" y="11399"/>
                  </a:cubicBezTo>
                  <a:cubicBezTo>
                    <a:pt x="7915" y="11399"/>
                    <a:pt x="7888" y="11399"/>
                    <a:pt x="7888" y="11399"/>
                  </a:cubicBezTo>
                  <a:cubicBezTo>
                    <a:pt x="7888" y="11365"/>
                    <a:pt x="7861" y="11296"/>
                    <a:pt x="7861" y="11262"/>
                  </a:cubicBezTo>
                  <a:cubicBezTo>
                    <a:pt x="7861" y="11228"/>
                    <a:pt x="7808" y="11159"/>
                    <a:pt x="7781" y="11125"/>
                  </a:cubicBezTo>
                  <a:cubicBezTo>
                    <a:pt x="7754" y="11125"/>
                    <a:pt x="7700" y="11057"/>
                    <a:pt x="7700" y="11023"/>
                  </a:cubicBezTo>
                  <a:cubicBezTo>
                    <a:pt x="7700" y="11023"/>
                    <a:pt x="7700" y="10988"/>
                    <a:pt x="7673" y="10988"/>
                  </a:cubicBezTo>
                  <a:cubicBezTo>
                    <a:pt x="7673" y="10988"/>
                    <a:pt x="7673" y="10988"/>
                    <a:pt x="7673" y="10988"/>
                  </a:cubicBezTo>
                  <a:cubicBezTo>
                    <a:pt x="7673" y="10954"/>
                    <a:pt x="7673" y="10954"/>
                    <a:pt x="7646" y="10920"/>
                  </a:cubicBezTo>
                  <a:cubicBezTo>
                    <a:pt x="7646" y="10920"/>
                    <a:pt x="7619" y="10886"/>
                    <a:pt x="7619" y="10886"/>
                  </a:cubicBezTo>
                  <a:cubicBezTo>
                    <a:pt x="7619" y="10886"/>
                    <a:pt x="7592" y="10851"/>
                    <a:pt x="7592" y="10851"/>
                  </a:cubicBezTo>
                  <a:cubicBezTo>
                    <a:pt x="7592" y="10851"/>
                    <a:pt x="7592" y="10851"/>
                    <a:pt x="7592" y="10851"/>
                  </a:cubicBezTo>
                  <a:cubicBezTo>
                    <a:pt x="7592" y="10851"/>
                    <a:pt x="7592" y="10851"/>
                    <a:pt x="7592" y="10851"/>
                  </a:cubicBezTo>
                  <a:cubicBezTo>
                    <a:pt x="7592" y="10851"/>
                    <a:pt x="7592" y="10851"/>
                    <a:pt x="7592" y="10851"/>
                  </a:cubicBezTo>
                  <a:cubicBezTo>
                    <a:pt x="7592" y="10817"/>
                    <a:pt x="7619" y="10817"/>
                    <a:pt x="7619" y="10817"/>
                  </a:cubicBezTo>
                  <a:cubicBezTo>
                    <a:pt x="7619" y="10817"/>
                    <a:pt x="7619" y="10817"/>
                    <a:pt x="7619" y="10817"/>
                  </a:cubicBezTo>
                  <a:cubicBezTo>
                    <a:pt x="7619" y="10817"/>
                    <a:pt x="7619" y="10817"/>
                    <a:pt x="7619" y="10817"/>
                  </a:cubicBezTo>
                  <a:cubicBezTo>
                    <a:pt x="7619" y="10817"/>
                    <a:pt x="7619" y="10817"/>
                    <a:pt x="7619" y="10817"/>
                  </a:cubicBezTo>
                  <a:cubicBezTo>
                    <a:pt x="7619" y="10817"/>
                    <a:pt x="7619" y="10817"/>
                    <a:pt x="7619" y="10783"/>
                  </a:cubicBezTo>
                  <a:cubicBezTo>
                    <a:pt x="7619" y="10783"/>
                    <a:pt x="7673" y="10783"/>
                    <a:pt x="7700" y="10783"/>
                  </a:cubicBezTo>
                  <a:cubicBezTo>
                    <a:pt x="7700" y="10783"/>
                    <a:pt x="7700" y="10783"/>
                    <a:pt x="7700" y="10783"/>
                  </a:cubicBezTo>
                  <a:cubicBezTo>
                    <a:pt x="7700" y="10783"/>
                    <a:pt x="7700" y="10783"/>
                    <a:pt x="7727" y="10783"/>
                  </a:cubicBezTo>
                  <a:cubicBezTo>
                    <a:pt x="7727" y="10783"/>
                    <a:pt x="7727" y="10749"/>
                    <a:pt x="7727" y="10749"/>
                  </a:cubicBezTo>
                  <a:cubicBezTo>
                    <a:pt x="7727" y="10749"/>
                    <a:pt x="7727" y="10749"/>
                    <a:pt x="7727" y="10749"/>
                  </a:cubicBezTo>
                  <a:cubicBezTo>
                    <a:pt x="7727" y="10749"/>
                    <a:pt x="7727" y="10749"/>
                    <a:pt x="7727" y="10749"/>
                  </a:cubicBezTo>
                  <a:cubicBezTo>
                    <a:pt x="7727" y="10749"/>
                    <a:pt x="7727" y="10749"/>
                    <a:pt x="7727" y="10749"/>
                  </a:cubicBezTo>
                  <a:cubicBezTo>
                    <a:pt x="7727" y="10749"/>
                    <a:pt x="7727" y="10749"/>
                    <a:pt x="7727" y="10749"/>
                  </a:cubicBezTo>
                  <a:cubicBezTo>
                    <a:pt x="7727" y="10714"/>
                    <a:pt x="7754" y="10749"/>
                    <a:pt x="7781" y="10783"/>
                  </a:cubicBezTo>
                  <a:cubicBezTo>
                    <a:pt x="7781" y="10783"/>
                    <a:pt x="7835" y="10817"/>
                    <a:pt x="7861" y="10817"/>
                  </a:cubicBezTo>
                  <a:cubicBezTo>
                    <a:pt x="7861" y="10817"/>
                    <a:pt x="7915" y="10920"/>
                    <a:pt x="7942" y="10988"/>
                  </a:cubicBezTo>
                  <a:cubicBezTo>
                    <a:pt x="7969" y="11057"/>
                    <a:pt x="7996" y="11057"/>
                    <a:pt x="8050" y="11057"/>
                  </a:cubicBezTo>
                  <a:cubicBezTo>
                    <a:pt x="8130" y="11091"/>
                    <a:pt x="8130" y="11125"/>
                    <a:pt x="8157" y="11159"/>
                  </a:cubicBezTo>
                  <a:cubicBezTo>
                    <a:pt x="8184" y="11194"/>
                    <a:pt x="8265" y="11228"/>
                    <a:pt x="8292" y="11262"/>
                  </a:cubicBezTo>
                  <a:cubicBezTo>
                    <a:pt x="8346" y="11262"/>
                    <a:pt x="8399" y="11296"/>
                    <a:pt x="8426" y="11296"/>
                  </a:cubicBezTo>
                  <a:cubicBezTo>
                    <a:pt x="8453" y="11296"/>
                    <a:pt x="8534" y="11194"/>
                    <a:pt x="8561" y="11194"/>
                  </a:cubicBezTo>
                  <a:cubicBezTo>
                    <a:pt x="8561" y="11159"/>
                    <a:pt x="8615" y="11228"/>
                    <a:pt x="8615" y="11296"/>
                  </a:cubicBezTo>
                  <a:cubicBezTo>
                    <a:pt x="8642" y="11365"/>
                    <a:pt x="8642" y="11399"/>
                    <a:pt x="8722" y="11433"/>
                  </a:cubicBezTo>
                  <a:cubicBezTo>
                    <a:pt x="8803" y="11433"/>
                    <a:pt x="9045" y="11468"/>
                    <a:pt x="9072" y="11468"/>
                  </a:cubicBezTo>
                  <a:cubicBezTo>
                    <a:pt x="9072" y="11468"/>
                    <a:pt x="9072" y="11468"/>
                    <a:pt x="9099" y="11468"/>
                  </a:cubicBezTo>
                  <a:cubicBezTo>
                    <a:pt x="9099" y="11468"/>
                    <a:pt x="9099" y="11468"/>
                    <a:pt x="9099" y="11468"/>
                  </a:cubicBezTo>
                  <a:cubicBezTo>
                    <a:pt x="9126" y="11502"/>
                    <a:pt x="9180" y="11502"/>
                    <a:pt x="9233" y="11502"/>
                  </a:cubicBezTo>
                  <a:cubicBezTo>
                    <a:pt x="9233" y="11502"/>
                    <a:pt x="9233" y="11502"/>
                    <a:pt x="9233" y="11502"/>
                  </a:cubicBezTo>
                  <a:cubicBezTo>
                    <a:pt x="9260" y="11502"/>
                    <a:pt x="9260" y="11502"/>
                    <a:pt x="9287" y="11502"/>
                  </a:cubicBezTo>
                  <a:cubicBezTo>
                    <a:pt x="9368" y="11468"/>
                    <a:pt x="9368" y="11468"/>
                    <a:pt x="9422" y="11468"/>
                  </a:cubicBezTo>
                  <a:cubicBezTo>
                    <a:pt x="9448" y="11468"/>
                    <a:pt x="9448" y="11502"/>
                    <a:pt x="9502" y="11502"/>
                  </a:cubicBezTo>
                  <a:cubicBezTo>
                    <a:pt x="9556" y="11502"/>
                    <a:pt x="9717" y="11468"/>
                    <a:pt x="9744" y="11468"/>
                  </a:cubicBezTo>
                  <a:cubicBezTo>
                    <a:pt x="9771" y="11468"/>
                    <a:pt x="9798" y="11570"/>
                    <a:pt x="9825" y="11604"/>
                  </a:cubicBezTo>
                  <a:cubicBezTo>
                    <a:pt x="9852" y="11604"/>
                    <a:pt x="9825" y="11673"/>
                    <a:pt x="9879" y="11707"/>
                  </a:cubicBezTo>
                  <a:cubicBezTo>
                    <a:pt x="9879" y="11707"/>
                    <a:pt x="9906" y="11707"/>
                    <a:pt x="9906" y="11707"/>
                  </a:cubicBezTo>
                  <a:cubicBezTo>
                    <a:pt x="9906" y="11707"/>
                    <a:pt x="9906" y="11707"/>
                    <a:pt x="9906" y="11707"/>
                  </a:cubicBezTo>
                  <a:cubicBezTo>
                    <a:pt x="9933" y="11707"/>
                    <a:pt x="9933" y="11707"/>
                    <a:pt x="9933" y="11707"/>
                  </a:cubicBezTo>
                  <a:cubicBezTo>
                    <a:pt x="9933" y="11707"/>
                    <a:pt x="9933" y="11707"/>
                    <a:pt x="9933" y="11707"/>
                  </a:cubicBezTo>
                  <a:cubicBezTo>
                    <a:pt x="9960" y="11707"/>
                    <a:pt x="9960" y="11707"/>
                    <a:pt x="9960" y="11707"/>
                  </a:cubicBezTo>
                  <a:cubicBezTo>
                    <a:pt x="9960" y="11707"/>
                    <a:pt x="9986" y="11707"/>
                    <a:pt x="9986" y="11707"/>
                  </a:cubicBezTo>
                  <a:cubicBezTo>
                    <a:pt x="10013" y="11707"/>
                    <a:pt x="9986" y="11707"/>
                    <a:pt x="10013" y="11776"/>
                  </a:cubicBezTo>
                  <a:cubicBezTo>
                    <a:pt x="10013" y="11878"/>
                    <a:pt x="10175" y="11844"/>
                    <a:pt x="10202" y="11878"/>
                  </a:cubicBezTo>
                  <a:cubicBezTo>
                    <a:pt x="10229" y="11878"/>
                    <a:pt x="10175" y="11913"/>
                    <a:pt x="10148" y="11913"/>
                  </a:cubicBezTo>
                  <a:cubicBezTo>
                    <a:pt x="10094" y="11947"/>
                    <a:pt x="10040" y="11878"/>
                    <a:pt x="10040" y="11913"/>
                  </a:cubicBezTo>
                  <a:cubicBezTo>
                    <a:pt x="10040" y="11913"/>
                    <a:pt x="10229" y="12186"/>
                    <a:pt x="10255" y="12221"/>
                  </a:cubicBezTo>
                  <a:cubicBezTo>
                    <a:pt x="10309" y="12221"/>
                    <a:pt x="10390" y="12186"/>
                    <a:pt x="10417" y="12152"/>
                  </a:cubicBezTo>
                  <a:cubicBezTo>
                    <a:pt x="10444" y="12118"/>
                    <a:pt x="10417" y="11947"/>
                    <a:pt x="10444" y="11981"/>
                  </a:cubicBezTo>
                  <a:cubicBezTo>
                    <a:pt x="10444" y="11981"/>
                    <a:pt x="10471" y="12084"/>
                    <a:pt x="10471" y="12118"/>
                  </a:cubicBezTo>
                  <a:cubicBezTo>
                    <a:pt x="10498" y="12118"/>
                    <a:pt x="10524" y="12323"/>
                    <a:pt x="10524" y="12358"/>
                  </a:cubicBezTo>
                  <a:cubicBezTo>
                    <a:pt x="10524" y="12392"/>
                    <a:pt x="10551" y="12529"/>
                    <a:pt x="10578" y="12631"/>
                  </a:cubicBezTo>
                  <a:cubicBezTo>
                    <a:pt x="10605" y="12734"/>
                    <a:pt x="10713" y="13008"/>
                    <a:pt x="10740" y="13076"/>
                  </a:cubicBezTo>
                  <a:cubicBezTo>
                    <a:pt x="10767" y="13145"/>
                    <a:pt x="10820" y="13213"/>
                    <a:pt x="10820" y="13282"/>
                  </a:cubicBezTo>
                  <a:cubicBezTo>
                    <a:pt x="10820" y="13350"/>
                    <a:pt x="10928" y="13521"/>
                    <a:pt x="10928" y="13556"/>
                  </a:cubicBezTo>
                  <a:cubicBezTo>
                    <a:pt x="10955" y="13590"/>
                    <a:pt x="11089" y="13898"/>
                    <a:pt x="11116" y="13966"/>
                  </a:cubicBezTo>
                  <a:cubicBezTo>
                    <a:pt x="11143" y="14001"/>
                    <a:pt x="11197" y="14069"/>
                    <a:pt x="11224" y="14069"/>
                  </a:cubicBezTo>
                  <a:cubicBezTo>
                    <a:pt x="11251" y="14103"/>
                    <a:pt x="11305" y="14001"/>
                    <a:pt x="11305" y="13966"/>
                  </a:cubicBezTo>
                  <a:cubicBezTo>
                    <a:pt x="11305" y="13932"/>
                    <a:pt x="11358" y="13932"/>
                    <a:pt x="11358" y="13932"/>
                  </a:cubicBezTo>
                  <a:cubicBezTo>
                    <a:pt x="11385" y="13932"/>
                    <a:pt x="11412" y="13829"/>
                    <a:pt x="11412" y="13829"/>
                  </a:cubicBezTo>
                  <a:cubicBezTo>
                    <a:pt x="11439" y="13795"/>
                    <a:pt x="11466" y="13761"/>
                    <a:pt x="11493" y="13693"/>
                  </a:cubicBezTo>
                  <a:cubicBezTo>
                    <a:pt x="11493" y="13658"/>
                    <a:pt x="11466" y="13590"/>
                    <a:pt x="11439" y="13556"/>
                  </a:cubicBezTo>
                  <a:cubicBezTo>
                    <a:pt x="11439" y="13521"/>
                    <a:pt x="11466" y="13453"/>
                    <a:pt x="11493" y="13419"/>
                  </a:cubicBezTo>
                  <a:cubicBezTo>
                    <a:pt x="11493" y="13384"/>
                    <a:pt x="11520" y="13248"/>
                    <a:pt x="11493" y="13179"/>
                  </a:cubicBezTo>
                  <a:cubicBezTo>
                    <a:pt x="11493" y="13076"/>
                    <a:pt x="11493" y="13008"/>
                    <a:pt x="11493" y="12939"/>
                  </a:cubicBezTo>
                  <a:cubicBezTo>
                    <a:pt x="11520" y="12905"/>
                    <a:pt x="11547" y="12905"/>
                    <a:pt x="11574" y="12905"/>
                  </a:cubicBezTo>
                  <a:cubicBezTo>
                    <a:pt x="11600" y="12871"/>
                    <a:pt x="11600" y="12837"/>
                    <a:pt x="11627" y="12837"/>
                  </a:cubicBezTo>
                  <a:cubicBezTo>
                    <a:pt x="11654" y="12803"/>
                    <a:pt x="11654" y="12700"/>
                    <a:pt x="11708" y="12666"/>
                  </a:cubicBezTo>
                  <a:cubicBezTo>
                    <a:pt x="11762" y="12631"/>
                    <a:pt x="11923" y="12460"/>
                    <a:pt x="12004" y="12392"/>
                  </a:cubicBezTo>
                  <a:cubicBezTo>
                    <a:pt x="12058" y="12289"/>
                    <a:pt x="12112" y="12289"/>
                    <a:pt x="12138" y="12289"/>
                  </a:cubicBezTo>
                  <a:cubicBezTo>
                    <a:pt x="12165" y="12289"/>
                    <a:pt x="12165" y="12255"/>
                    <a:pt x="12165" y="12186"/>
                  </a:cubicBezTo>
                  <a:cubicBezTo>
                    <a:pt x="12165" y="12152"/>
                    <a:pt x="12138" y="12084"/>
                    <a:pt x="12165" y="12084"/>
                  </a:cubicBezTo>
                  <a:cubicBezTo>
                    <a:pt x="12192" y="12084"/>
                    <a:pt x="12246" y="12049"/>
                    <a:pt x="12273" y="12015"/>
                  </a:cubicBezTo>
                  <a:cubicBezTo>
                    <a:pt x="12300" y="12015"/>
                    <a:pt x="12354" y="12049"/>
                    <a:pt x="12354" y="12049"/>
                  </a:cubicBezTo>
                  <a:cubicBezTo>
                    <a:pt x="12354" y="12049"/>
                    <a:pt x="12354" y="12049"/>
                    <a:pt x="12380" y="12049"/>
                  </a:cubicBezTo>
                  <a:cubicBezTo>
                    <a:pt x="12380" y="12049"/>
                    <a:pt x="12380" y="12049"/>
                    <a:pt x="12380" y="12049"/>
                  </a:cubicBezTo>
                  <a:cubicBezTo>
                    <a:pt x="12380" y="12049"/>
                    <a:pt x="12380" y="12049"/>
                    <a:pt x="12380" y="12049"/>
                  </a:cubicBezTo>
                  <a:cubicBezTo>
                    <a:pt x="12380" y="12049"/>
                    <a:pt x="12407" y="12049"/>
                    <a:pt x="12407" y="12049"/>
                  </a:cubicBezTo>
                  <a:cubicBezTo>
                    <a:pt x="12407" y="12049"/>
                    <a:pt x="12407" y="12049"/>
                    <a:pt x="12407" y="12049"/>
                  </a:cubicBezTo>
                  <a:cubicBezTo>
                    <a:pt x="12407" y="12015"/>
                    <a:pt x="12407" y="12015"/>
                    <a:pt x="12407" y="12015"/>
                  </a:cubicBezTo>
                  <a:cubicBezTo>
                    <a:pt x="12434" y="12015"/>
                    <a:pt x="12434" y="12015"/>
                    <a:pt x="12434" y="12015"/>
                  </a:cubicBezTo>
                  <a:cubicBezTo>
                    <a:pt x="12434" y="12015"/>
                    <a:pt x="12434" y="12015"/>
                    <a:pt x="12434" y="12015"/>
                  </a:cubicBezTo>
                  <a:cubicBezTo>
                    <a:pt x="12434" y="12015"/>
                    <a:pt x="12434" y="12015"/>
                    <a:pt x="12461" y="12015"/>
                  </a:cubicBezTo>
                  <a:cubicBezTo>
                    <a:pt x="12461" y="12015"/>
                    <a:pt x="12461" y="12015"/>
                    <a:pt x="12461" y="12015"/>
                  </a:cubicBezTo>
                  <a:cubicBezTo>
                    <a:pt x="12461" y="12015"/>
                    <a:pt x="12461" y="12015"/>
                    <a:pt x="12461" y="12015"/>
                  </a:cubicBezTo>
                  <a:cubicBezTo>
                    <a:pt x="12461" y="12015"/>
                    <a:pt x="12461" y="12015"/>
                    <a:pt x="12461" y="12015"/>
                  </a:cubicBezTo>
                  <a:cubicBezTo>
                    <a:pt x="12461" y="11981"/>
                    <a:pt x="12488" y="11981"/>
                    <a:pt x="12488" y="11981"/>
                  </a:cubicBezTo>
                  <a:cubicBezTo>
                    <a:pt x="12488" y="11981"/>
                    <a:pt x="12515" y="11981"/>
                    <a:pt x="12542" y="12015"/>
                  </a:cubicBezTo>
                  <a:cubicBezTo>
                    <a:pt x="12596" y="12015"/>
                    <a:pt x="12569" y="11981"/>
                    <a:pt x="12569" y="11947"/>
                  </a:cubicBezTo>
                  <a:cubicBezTo>
                    <a:pt x="12569" y="11913"/>
                    <a:pt x="12596" y="11913"/>
                    <a:pt x="12596" y="11913"/>
                  </a:cubicBezTo>
                  <a:cubicBezTo>
                    <a:pt x="12623" y="11947"/>
                    <a:pt x="12649" y="11913"/>
                    <a:pt x="12649" y="11878"/>
                  </a:cubicBezTo>
                  <a:cubicBezTo>
                    <a:pt x="12649" y="11844"/>
                    <a:pt x="12676" y="11947"/>
                    <a:pt x="12703" y="11981"/>
                  </a:cubicBezTo>
                  <a:cubicBezTo>
                    <a:pt x="12703" y="12015"/>
                    <a:pt x="12730" y="12084"/>
                    <a:pt x="12757" y="12118"/>
                  </a:cubicBezTo>
                  <a:cubicBezTo>
                    <a:pt x="12757" y="12118"/>
                    <a:pt x="12757" y="12118"/>
                    <a:pt x="12757" y="12118"/>
                  </a:cubicBezTo>
                  <a:cubicBezTo>
                    <a:pt x="12757" y="12118"/>
                    <a:pt x="12757" y="12118"/>
                    <a:pt x="12757" y="12118"/>
                  </a:cubicBezTo>
                  <a:cubicBezTo>
                    <a:pt x="12757" y="12152"/>
                    <a:pt x="12757" y="12152"/>
                    <a:pt x="12784" y="12152"/>
                  </a:cubicBezTo>
                  <a:cubicBezTo>
                    <a:pt x="12784" y="12152"/>
                    <a:pt x="12784" y="12152"/>
                    <a:pt x="12784" y="12152"/>
                  </a:cubicBezTo>
                  <a:cubicBezTo>
                    <a:pt x="12784" y="12186"/>
                    <a:pt x="12784" y="12186"/>
                    <a:pt x="12784" y="12186"/>
                  </a:cubicBezTo>
                  <a:cubicBezTo>
                    <a:pt x="12784" y="12186"/>
                    <a:pt x="12784" y="12221"/>
                    <a:pt x="12784" y="12221"/>
                  </a:cubicBezTo>
                  <a:cubicBezTo>
                    <a:pt x="12811" y="12221"/>
                    <a:pt x="12811" y="12221"/>
                    <a:pt x="12811" y="12221"/>
                  </a:cubicBezTo>
                  <a:cubicBezTo>
                    <a:pt x="12811" y="12255"/>
                    <a:pt x="12811" y="12255"/>
                    <a:pt x="12838" y="12255"/>
                  </a:cubicBezTo>
                  <a:cubicBezTo>
                    <a:pt x="12892" y="12323"/>
                    <a:pt x="12945" y="12358"/>
                    <a:pt x="12999" y="12426"/>
                  </a:cubicBezTo>
                  <a:cubicBezTo>
                    <a:pt x="13053" y="12494"/>
                    <a:pt x="13080" y="12597"/>
                    <a:pt x="13107" y="12631"/>
                  </a:cubicBezTo>
                  <a:cubicBezTo>
                    <a:pt x="13107" y="12666"/>
                    <a:pt x="13080" y="12803"/>
                    <a:pt x="13080" y="12837"/>
                  </a:cubicBezTo>
                  <a:cubicBezTo>
                    <a:pt x="13053" y="12871"/>
                    <a:pt x="13107" y="12905"/>
                    <a:pt x="13161" y="12939"/>
                  </a:cubicBezTo>
                  <a:cubicBezTo>
                    <a:pt x="13187" y="12939"/>
                    <a:pt x="13241" y="12905"/>
                    <a:pt x="13295" y="12871"/>
                  </a:cubicBezTo>
                  <a:cubicBezTo>
                    <a:pt x="13349" y="12837"/>
                    <a:pt x="13376" y="12734"/>
                    <a:pt x="13403" y="12768"/>
                  </a:cubicBezTo>
                  <a:cubicBezTo>
                    <a:pt x="13403" y="12803"/>
                    <a:pt x="13403" y="12768"/>
                    <a:pt x="13430" y="12803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41" name="Freeform 17"/>
            <p:cNvSpPr/>
            <p:nvPr/>
          </p:nvSpPr>
          <p:spPr>
            <a:xfrm>
              <a:off x="3911019" y="2320706"/>
              <a:ext cx="152027" cy="326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8" h="21600" extrusionOk="0">
                  <a:moveTo>
                    <a:pt x="16518" y="0"/>
                  </a:moveTo>
                  <a:cubicBezTo>
                    <a:pt x="15247" y="0"/>
                    <a:pt x="15882" y="913"/>
                    <a:pt x="15882" y="1217"/>
                  </a:cubicBezTo>
                  <a:cubicBezTo>
                    <a:pt x="15882" y="1217"/>
                    <a:pt x="15247" y="1825"/>
                    <a:pt x="15247" y="2130"/>
                  </a:cubicBezTo>
                  <a:cubicBezTo>
                    <a:pt x="14612" y="2130"/>
                    <a:pt x="13976" y="2434"/>
                    <a:pt x="13976" y="2738"/>
                  </a:cubicBezTo>
                  <a:cubicBezTo>
                    <a:pt x="13976" y="3042"/>
                    <a:pt x="13341" y="2738"/>
                    <a:pt x="12071" y="3042"/>
                  </a:cubicBezTo>
                  <a:cubicBezTo>
                    <a:pt x="11435" y="3651"/>
                    <a:pt x="12071" y="3651"/>
                    <a:pt x="12706" y="3955"/>
                  </a:cubicBezTo>
                  <a:cubicBezTo>
                    <a:pt x="13341" y="4259"/>
                    <a:pt x="12071" y="4259"/>
                    <a:pt x="10800" y="4563"/>
                  </a:cubicBezTo>
                  <a:cubicBezTo>
                    <a:pt x="10165" y="4868"/>
                    <a:pt x="10165" y="4868"/>
                    <a:pt x="8894" y="5476"/>
                  </a:cubicBezTo>
                  <a:cubicBezTo>
                    <a:pt x="8259" y="5780"/>
                    <a:pt x="8259" y="5476"/>
                    <a:pt x="7624" y="5172"/>
                  </a:cubicBezTo>
                  <a:cubicBezTo>
                    <a:pt x="6353" y="5172"/>
                    <a:pt x="6353" y="5476"/>
                    <a:pt x="5082" y="5780"/>
                  </a:cubicBezTo>
                  <a:cubicBezTo>
                    <a:pt x="4447" y="6085"/>
                    <a:pt x="3812" y="5780"/>
                    <a:pt x="3812" y="6085"/>
                  </a:cubicBezTo>
                  <a:cubicBezTo>
                    <a:pt x="4447" y="6389"/>
                    <a:pt x="2541" y="7301"/>
                    <a:pt x="1906" y="7910"/>
                  </a:cubicBezTo>
                  <a:cubicBezTo>
                    <a:pt x="1906" y="8518"/>
                    <a:pt x="3812" y="11256"/>
                    <a:pt x="4447" y="11865"/>
                  </a:cubicBezTo>
                  <a:cubicBezTo>
                    <a:pt x="4447" y="12473"/>
                    <a:pt x="3176" y="12777"/>
                    <a:pt x="1906" y="13690"/>
                  </a:cubicBezTo>
                  <a:cubicBezTo>
                    <a:pt x="635" y="14299"/>
                    <a:pt x="0" y="15211"/>
                    <a:pt x="0" y="15515"/>
                  </a:cubicBezTo>
                  <a:cubicBezTo>
                    <a:pt x="0" y="16124"/>
                    <a:pt x="0" y="16124"/>
                    <a:pt x="1271" y="16428"/>
                  </a:cubicBezTo>
                  <a:cubicBezTo>
                    <a:pt x="1906" y="17037"/>
                    <a:pt x="635" y="16732"/>
                    <a:pt x="1271" y="17037"/>
                  </a:cubicBezTo>
                  <a:cubicBezTo>
                    <a:pt x="1906" y="17341"/>
                    <a:pt x="1906" y="18862"/>
                    <a:pt x="1906" y="19775"/>
                  </a:cubicBezTo>
                  <a:cubicBezTo>
                    <a:pt x="2541" y="20383"/>
                    <a:pt x="3176" y="20687"/>
                    <a:pt x="4447" y="20687"/>
                  </a:cubicBezTo>
                  <a:cubicBezTo>
                    <a:pt x="5082" y="20687"/>
                    <a:pt x="5082" y="21296"/>
                    <a:pt x="6353" y="21600"/>
                  </a:cubicBezTo>
                  <a:cubicBezTo>
                    <a:pt x="6988" y="21600"/>
                    <a:pt x="10165" y="20687"/>
                    <a:pt x="10800" y="20383"/>
                  </a:cubicBezTo>
                  <a:cubicBezTo>
                    <a:pt x="11435" y="20383"/>
                    <a:pt x="12071" y="20079"/>
                    <a:pt x="12706" y="19775"/>
                  </a:cubicBezTo>
                  <a:cubicBezTo>
                    <a:pt x="13341" y="19470"/>
                    <a:pt x="13976" y="17037"/>
                    <a:pt x="14612" y="16124"/>
                  </a:cubicBezTo>
                  <a:cubicBezTo>
                    <a:pt x="15882" y="14907"/>
                    <a:pt x="17153" y="11256"/>
                    <a:pt x="17153" y="10344"/>
                  </a:cubicBezTo>
                  <a:cubicBezTo>
                    <a:pt x="17788" y="9431"/>
                    <a:pt x="19059" y="6997"/>
                    <a:pt x="19059" y="6693"/>
                  </a:cubicBezTo>
                  <a:cubicBezTo>
                    <a:pt x="19694" y="6389"/>
                    <a:pt x="19059" y="5476"/>
                    <a:pt x="19694" y="5172"/>
                  </a:cubicBezTo>
                  <a:cubicBezTo>
                    <a:pt x="19694" y="4868"/>
                    <a:pt x="19694" y="5476"/>
                    <a:pt x="20965" y="5476"/>
                  </a:cubicBezTo>
                  <a:cubicBezTo>
                    <a:pt x="21600" y="5476"/>
                    <a:pt x="20329" y="2130"/>
                    <a:pt x="19694" y="1521"/>
                  </a:cubicBezTo>
                  <a:cubicBezTo>
                    <a:pt x="19694" y="1217"/>
                    <a:pt x="17153" y="0"/>
                    <a:pt x="16518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42" name="Freeform 18"/>
            <p:cNvSpPr/>
            <p:nvPr/>
          </p:nvSpPr>
          <p:spPr>
            <a:xfrm>
              <a:off x="4630261" y="1867076"/>
              <a:ext cx="45113" cy="72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99" h="19695" extrusionOk="0">
                  <a:moveTo>
                    <a:pt x="8668" y="527"/>
                  </a:moveTo>
                  <a:cubicBezTo>
                    <a:pt x="2777" y="-744"/>
                    <a:pt x="6705" y="527"/>
                    <a:pt x="2777" y="1797"/>
                  </a:cubicBezTo>
                  <a:cubicBezTo>
                    <a:pt x="814" y="3068"/>
                    <a:pt x="-1150" y="1797"/>
                    <a:pt x="814" y="4338"/>
                  </a:cubicBezTo>
                  <a:cubicBezTo>
                    <a:pt x="2777" y="5609"/>
                    <a:pt x="2777" y="4338"/>
                    <a:pt x="814" y="8150"/>
                  </a:cubicBezTo>
                  <a:cubicBezTo>
                    <a:pt x="-1150" y="10691"/>
                    <a:pt x="2777" y="20856"/>
                    <a:pt x="8668" y="19585"/>
                  </a:cubicBezTo>
                  <a:cubicBezTo>
                    <a:pt x="12595" y="19585"/>
                    <a:pt x="14559" y="17044"/>
                    <a:pt x="16523" y="17044"/>
                  </a:cubicBezTo>
                  <a:cubicBezTo>
                    <a:pt x="18486" y="17044"/>
                    <a:pt x="20450" y="13232"/>
                    <a:pt x="18486" y="10691"/>
                  </a:cubicBezTo>
                  <a:cubicBezTo>
                    <a:pt x="18486" y="8150"/>
                    <a:pt x="12595" y="3068"/>
                    <a:pt x="8668" y="527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43" name="Freeform 19"/>
            <p:cNvSpPr/>
            <p:nvPr/>
          </p:nvSpPr>
          <p:spPr>
            <a:xfrm>
              <a:off x="4953254" y="1937591"/>
              <a:ext cx="253000" cy="254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9" h="20995" extrusionOk="0">
                  <a:moveTo>
                    <a:pt x="20548" y="20566"/>
                  </a:moveTo>
                  <a:cubicBezTo>
                    <a:pt x="20933" y="20566"/>
                    <a:pt x="21319" y="20187"/>
                    <a:pt x="21319" y="19429"/>
                  </a:cubicBezTo>
                  <a:cubicBezTo>
                    <a:pt x="20933" y="19050"/>
                    <a:pt x="20933" y="17535"/>
                    <a:pt x="20548" y="17156"/>
                  </a:cubicBezTo>
                  <a:cubicBezTo>
                    <a:pt x="20162" y="16777"/>
                    <a:pt x="19776" y="16777"/>
                    <a:pt x="20548" y="16777"/>
                  </a:cubicBezTo>
                  <a:cubicBezTo>
                    <a:pt x="20933" y="16398"/>
                    <a:pt x="20548" y="16019"/>
                    <a:pt x="20548" y="15640"/>
                  </a:cubicBezTo>
                  <a:cubicBezTo>
                    <a:pt x="20548" y="15261"/>
                    <a:pt x="20933" y="14882"/>
                    <a:pt x="20548" y="14503"/>
                  </a:cubicBezTo>
                  <a:cubicBezTo>
                    <a:pt x="19776" y="14503"/>
                    <a:pt x="18619" y="14503"/>
                    <a:pt x="18619" y="14124"/>
                  </a:cubicBezTo>
                  <a:cubicBezTo>
                    <a:pt x="18619" y="14124"/>
                    <a:pt x="17848" y="12987"/>
                    <a:pt x="17462" y="12608"/>
                  </a:cubicBezTo>
                  <a:cubicBezTo>
                    <a:pt x="16690" y="11850"/>
                    <a:pt x="15919" y="11471"/>
                    <a:pt x="16305" y="11092"/>
                  </a:cubicBezTo>
                  <a:cubicBezTo>
                    <a:pt x="16305" y="11092"/>
                    <a:pt x="16305" y="10713"/>
                    <a:pt x="16305" y="10335"/>
                  </a:cubicBezTo>
                  <a:cubicBezTo>
                    <a:pt x="16305" y="10335"/>
                    <a:pt x="15148" y="9577"/>
                    <a:pt x="14762" y="9198"/>
                  </a:cubicBezTo>
                  <a:cubicBezTo>
                    <a:pt x="14762" y="8819"/>
                    <a:pt x="15148" y="8440"/>
                    <a:pt x="14762" y="8440"/>
                  </a:cubicBezTo>
                  <a:cubicBezTo>
                    <a:pt x="14376" y="8440"/>
                    <a:pt x="14376" y="8440"/>
                    <a:pt x="13605" y="8061"/>
                  </a:cubicBezTo>
                  <a:cubicBezTo>
                    <a:pt x="13219" y="7682"/>
                    <a:pt x="13605" y="7303"/>
                    <a:pt x="13219" y="7303"/>
                  </a:cubicBezTo>
                  <a:cubicBezTo>
                    <a:pt x="12833" y="7303"/>
                    <a:pt x="12833" y="7303"/>
                    <a:pt x="12448" y="7303"/>
                  </a:cubicBezTo>
                  <a:cubicBezTo>
                    <a:pt x="12062" y="6924"/>
                    <a:pt x="12062" y="6545"/>
                    <a:pt x="11676" y="6545"/>
                  </a:cubicBezTo>
                  <a:cubicBezTo>
                    <a:pt x="11676" y="6545"/>
                    <a:pt x="10133" y="6545"/>
                    <a:pt x="9748" y="6545"/>
                  </a:cubicBezTo>
                  <a:cubicBezTo>
                    <a:pt x="9362" y="5787"/>
                    <a:pt x="8976" y="5408"/>
                    <a:pt x="8590" y="5029"/>
                  </a:cubicBezTo>
                  <a:cubicBezTo>
                    <a:pt x="8590" y="5029"/>
                    <a:pt x="8205" y="5029"/>
                    <a:pt x="7819" y="4650"/>
                  </a:cubicBezTo>
                  <a:cubicBezTo>
                    <a:pt x="7433" y="4271"/>
                    <a:pt x="5890" y="3513"/>
                    <a:pt x="5119" y="2756"/>
                  </a:cubicBezTo>
                  <a:cubicBezTo>
                    <a:pt x="4733" y="1998"/>
                    <a:pt x="3962" y="1240"/>
                    <a:pt x="3576" y="1240"/>
                  </a:cubicBezTo>
                  <a:cubicBezTo>
                    <a:pt x="3190" y="1240"/>
                    <a:pt x="2033" y="1240"/>
                    <a:pt x="1648" y="861"/>
                  </a:cubicBezTo>
                  <a:cubicBezTo>
                    <a:pt x="876" y="482"/>
                    <a:pt x="105" y="-276"/>
                    <a:pt x="105" y="103"/>
                  </a:cubicBezTo>
                  <a:cubicBezTo>
                    <a:pt x="-281" y="482"/>
                    <a:pt x="490" y="1998"/>
                    <a:pt x="876" y="2377"/>
                  </a:cubicBezTo>
                  <a:cubicBezTo>
                    <a:pt x="1262" y="3135"/>
                    <a:pt x="2419" y="3513"/>
                    <a:pt x="2419" y="3513"/>
                  </a:cubicBezTo>
                  <a:cubicBezTo>
                    <a:pt x="2419" y="3892"/>
                    <a:pt x="2033" y="3892"/>
                    <a:pt x="2805" y="4271"/>
                  </a:cubicBezTo>
                  <a:cubicBezTo>
                    <a:pt x="3962" y="5029"/>
                    <a:pt x="4348" y="5408"/>
                    <a:pt x="4733" y="5787"/>
                  </a:cubicBezTo>
                  <a:cubicBezTo>
                    <a:pt x="5119" y="6166"/>
                    <a:pt x="4733" y="6545"/>
                    <a:pt x="5505" y="6545"/>
                  </a:cubicBezTo>
                  <a:cubicBezTo>
                    <a:pt x="6276" y="6545"/>
                    <a:pt x="6662" y="6924"/>
                    <a:pt x="7048" y="7303"/>
                  </a:cubicBezTo>
                  <a:cubicBezTo>
                    <a:pt x="7048" y="7682"/>
                    <a:pt x="7048" y="9198"/>
                    <a:pt x="8205" y="9577"/>
                  </a:cubicBezTo>
                  <a:cubicBezTo>
                    <a:pt x="8976" y="10335"/>
                    <a:pt x="8976" y="10335"/>
                    <a:pt x="9362" y="10713"/>
                  </a:cubicBezTo>
                  <a:cubicBezTo>
                    <a:pt x="9748" y="11471"/>
                    <a:pt x="9748" y="11471"/>
                    <a:pt x="10519" y="11850"/>
                  </a:cubicBezTo>
                  <a:cubicBezTo>
                    <a:pt x="11290" y="12229"/>
                    <a:pt x="11290" y="13745"/>
                    <a:pt x="12062" y="14503"/>
                  </a:cubicBezTo>
                  <a:cubicBezTo>
                    <a:pt x="12833" y="15640"/>
                    <a:pt x="14762" y="17156"/>
                    <a:pt x="15148" y="17156"/>
                  </a:cubicBezTo>
                  <a:cubicBezTo>
                    <a:pt x="15919" y="17535"/>
                    <a:pt x="17462" y="19050"/>
                    <a:pt x="17848" y="19429"/>
                  </a:cubicBezTo>
                  <a:cubicBezTo>
                    <a:pt x="17848" y="19429"/>
                    <a:pt x="20162" y="21324"/>
                    <a:pt x="19776" y="20945"/>
                  </a:cubicBezTo>
                  <a:cubicBezTo>
                    <a:pt x="19390" y="20566"/>
                    <a:pt x="19005" y="19808"/>
                    <a:pt x="19390" y="19808"/>
                  </a:cubicBezTo>
                  <a:cubicBezTo>
                    <a:pt x="19390" y="20187"/>
                    <a:pt x="20162" y="20566"/>
                    <a:pt x="20548" y="20566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44" name="Freeform 20"/>
            <p:cNvSpPr/>
            <p:nvPr/>
          </p:nvSpPr>
          <p:spPr>
            <a:xfrm>
              <a:off x="5200408" y="2185365"/>
              <a:ext cx="195543" cy="61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4" h="20743" extrusionOk="0">
                  <a:moveTo>
                    <a:pt x="19223" y="11486"/>
                  </a:moveTo>
                  <a:cubicBezTo>
                    <a:pt x="19223" y="11486"/>
                    <a:pt x="18732" y="9943"/>
                    <a:pt x="18732" y="9943"/>
                  </a:cubicBezTo>
                  <a:cubicBezTo>
                    <a:pt x="18242" y="8400"/>
                    <a:pt x="18242" y="8400"/>
                    <a:pt x="18732" y="8400"/>
                  </a:cubicBezTo>
                  <a:cubicBezTo>
                    <a:pt x="18732" y="8400"/>
                    <a:pt x="19223" y="6857"/>
                    <a:pt x="18732" y="6857"/>
                  </a:cubicBezTo>
                  <a:cubicBezTo>
                    <a:pt x="17751" y="5314"/>
                    <a:pt x="15296" y="6857"/>
                    <a:pt x="14314" y="5314"/>
                  </a:cubicBezTo>
                  <a:cubicBezTo>
                    <a:pt x="13332" y="3772"/>
                    <a:pt x="12842" y="3772"/>
                    <a:pt x="11860" y="3772"/>
                  </a:cubicBezTo>
                  <a:cubicBezTo>
                    <a:pt x="10878" y="3772"/>
                    <a:pt x="10878" y="5314"/>
                    <a:pt x="9896" y="5314"/>
                  </a:cubicBezTo>
                  <a:cubicBezTo>
                    <a:pt x="8914" y="5314"/>
                    <a:pt x="7932" y="5314"/>
                    <a:pt x="7442" y="5314"/>
                  </a:cubicBezTo>
                  <a:cubicBezTo>
                    <a:pt x="6951" y="5314"/>
                    <a:pt x="5478" y="686"/>
                    <a:pt x="4496" y="686"/>
                  </a:cubicBezTo>
                  <a:cubicBezTo>
                    <a:pt x="4005" y="-857"/>
                    <a:pt x="4005" y="686"/>
                    <a:pt x="3023" y="686"/>
                  </a:cubicBezTo>
                  <a:cubicBezTo>
                    <a:pt x="2532" y="686"/>
                    <a:pt x="1551" y="2229"/>
                    <a:pt x="1060" y="2229"/>
                  </a:cubicBezTo>
                  <a:cubicBezTo>
                    <a:pt x="1060" y="3772"/>
                    <a:pt x="569" y="5314"/>
                    <a:pt x="78" y="5314"/>
                  </a:cubicBezTo>
                  <a:cubicBezTo>
                    <a:pt x="-413" y="6857"/>
                    <a:pt x="1551" y="6857"/>
                    <a:pt x="2532" y="8400"/>
                  </a:cubicBezTo>
                  <a:cubicBezTo>
                    <a:pt x="3023" y="8400"/>
                    <a:pt x="2532" y="8400"/>
                    <a:pt x="2042" y="9943"/>
                  </a:cubicBezTo>
                  <a:cubicBezTo>
                    <a:pt x="1551" y="11486"/>
                    <a:pt x="4496" y="11486"/>
                    <a:pt x="4987" y="11486"/>
                  </a:cubicBezTo>
                  <a:cubicBezTo>
                    <a:pt x="5969" y="11486"/>
                    <a:pt x="8423" y="11486"/>
                    <a:pt x="9405" y="13029"/>
                  </a:cubicBezTo>
                  <a:cubicBezTo>
                    <a:pt x="10878" y="14572"/>
                    <a:pt x="10878" y="14572"/>
                    <a:pt x="12351" y="16114"/>
                  </a:cubicBezTo>
                  <a:cubicBezTo>
                    <a:pt x="14314" y="19200"/>
                    <a:pt x="16278" y="17657"/>
                    <a:pt x="17751" y="17657"/>
                  </a:cubicBezTo>
                  <a:cubicBezTo>
                    <a:pt x="19223" y="17657"/>
                    <a:pt x="18732" y="17657"/>
                    <a:pt x="20696" y="20743"/>
                  </a:cubicBezTo>
                  <a:cubicBezTo>
                    <a:pt x="21187" y="20743"/>
                    <a:pt x="20696" y="14572"/>
                    <a:pt x="20696" y="13029"/>
                  </a:cubicBezTo>
                  <a:cubicBezTo>
                    <a:pt x="20696" y="11486"/>
                    <a:pt x="19714" y="11486"/>
                    <a:pt x="19223" y="11486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45" name="Freeform 21"/>
            <p:cNvSpPr/>
            <p:nvPr/>
          </p:nvSpPr>
          <p:spPr>
            <a:xfrm>
              <a:off x="5401449" y="2227450"/>
              <a:ext cx="164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318" h="18900" extrusionOk="0">
                  <a:moveTo>
                    <a:pt x="2118" y="8100"/>
                  </a:moveTo>
                  <a:cubicBezTo>
                    <a:pt x="-3282" y="8100"/>
                    <a:pt x="2118" y="18900"/>
                    <a:pt x="12918" y="18900"/>
                  </a:cubicBezTo>
                  <a:cubicBezTo>
                    <a:pt x="18318" y="18900"/>
                    <a:pt x="18318" y="8100"/>
                    <a:pt x="18318" y="8100"/>
                  </a:cubicBezTo>
                  <a:cubicBezTo>
                    <a:pt x="18318" y="-2700"/>
                    <a:pt x="7518" y="-2700"/>
                    <a:pt x="2118" y="81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46" name="Freeform 22"/>
            <p:cNvSpPr/>
            <p:nvPr/>
          </p:nvSpPr>
          <p:spPr>
            <a:xfrm>
              <a:off x="5430016" y="2235703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471" h="21600" extrusionOk="0">
                  <a:moveTo>
                    <a:pt x="6235" y="0"/>
                  </a:moveTo>
                  <a:cubicBezTo>
                    <a:pt x="835" y="0"/>
                    <a:pt x="-4565" y="21600"/>
                    <a:pt x="6235" y="21600"/>
                  </a:cubicBezTo>
                  <a:cubicBezTo>
                    <a:pt x="11635" y="21600"/>
                    <a:pt x="17035" y="0"/>
                    <a:pt x="6235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47" name="Freeform 23"/>
            <p:cNvSpPr/>
            <p:nvPr/>
          </p:nvSpPr>
          <p:spPr>
            <a:xfrm>
              <a:off x="5448987" y="2235703"/>
              <a:ext cx="2057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69" h="21600" extrusionOk="0">
                  <a:moveTo>
                    <a:pt x="17280" y="21600"/>
                  </a:moveTo>
                  <a:cubicBezTo>
                    <a:pt x="21600" y="21600"/>
                    <a:pt x="17280" y="10800"/>
                    <a:pt x="12960" y="0"/>
                  </a:cubicBezTo>
                  <a:cubicBezTo>
                    <a:pt x="4320" y="0"/>
                    <a:pt x="4320" y="0"/>
                    <a:pt x="0" y="10800"/>
                  </a:cubicBezTo>
                  <a:cubicBezTo>
                    <a:pt x="0" y="21600"/>
                    <a:pt x="12960" y="21600"/>
                    <a:pt x="17280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48" name="Freeform 24"/>
            <p:cNvSpPr/>
            <p:nvPr/>
          </p:nvSpPr>
          <p:spPr>
            <a:xfrm>
              <a:off x="5468167" y="2233315"/>
              <a:ext cx="27427" cy="13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56" h="21600" extrusionOk="0">
                  <a:moveTo>
                    <a:pt x="16056" y="7200"/>
                  </a:moveTo>
                  <a:cubicBezTo>
                    <a:pt x="16056" y="7200"/>
                    <a:pt x="10656" y="0"/>
                    <a:pt x="2556" y="0"/>
                  </a:cubicBezTo>
                  <a:cubicBezTo>
                    <a:pt x="-5544" y="0"/>
                    <a:pt x="7956" y="21600"/>
                    <a:pt x="10656" y="21600"/>
                  </a:cubicBezTo>
                  <a:cubicBezTo>
                    <a:pt x="13356" y="21600"/>
                    <a:pt x="16056" y="14400"/>
                    <a:pt x="16056" y="72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49" name="Freeform 25"/>
            <p:cNvSpPr/>
            <p:nvPr/>
          </p:nvSpPr>
          <p:spPr>
            <a:xfrm>
              <a:off x="5502341" y="2253557"/>
              <a:ext cx="40300" cy="26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40" h="17571" extrusionOk="0">
                  <a:moveTo>
                    <a:pt x="4968" y="1278"/>
                  </a:moveTo>
                  <a:cubicBezTo>
                    <a:pt x="1040" y="-1808"/>
                    <a:pt x="-2887" y="1278"/>
                    <a:pt x="3004" y="4363"/>
                  </a:cubicBezTo>
                  <a:cubicBezTo>
                    <a:pt x="6931" y="7449"/>
                    <a:pt x="8895" y="13621"/>
                    <a:pt x="14786" y="16706"/>
                  </a:cubicBezTo>
                  <a:cubicBezTo>
                    <a:pt x="18713" y="19792"/>
                    <a:pt x="16749" y="13621"/>
                    <a:pt x="16749" y="13621"/>
                  </a:cubicBezTo>
                  <a:cubicBezTo>
                    <a:pt x="16749" y="10535"/>
                    <a:pt x="8895" y="1278"/>
                    <a:pt x="4968" y="1278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50" name="Freeform 26"/>
            <p:cNvSpPr/>
            <p:nvPr/>
          </p:nvSpPr>
          <p:spPr>
            <a:xfrm>
              <a:off x="5513196" y="2235021"/>
              <a:ext cx="6608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45" h="17600" extrusionOk="0">
                  <a:moveTo>
                    <a:pt x="15027" y="17600"/>
                  </a:moveTo>
                  <a:cubicBezTo>
                    <a:pt x="16377" y="17600"/>
                    <a:pt x="17727" y="10400"/>
                    <a:pt x="19077" y="3200"/>
                  </a:cubicBezTo>
                  <a:cubicBezTo>
                    <a:pt x="20427" y="-4000"/>
                    <a:pt x="16377" y="3200"/>
                    <a:pt x="13677" y="3200"/>
                  </a:cubicBezTo>
                  <a:cubicBezTo>
                    <a:pt x="10977" y="10400"/>
                    <a:pt x="8277" y="3200"/>
                    <a:pt x="4227" y="3200"/>
                  </a:cubicBezTo>
                  <a:cubicBezTo>
                    <a:pt x="1527" y="-4000"/>
                    <a:pt x="1527" y="3200"/>
                    <a:pt x="177" y="10400"/>
                  </a:cubicBezTo>
                  <a:cubicBezTo>
                    <a:pt x="-1173" y="17600"/>
                    <a:pt x="5577" y="17600"/>
                    <a:pt x="8277" y="17600"/>
                  </a:cubicBezTo>
                  <a:cubicBezTo>
                    <a:pt x="9627" y="17600"/>
                    <a:pt x="13677" y="17600"/>
                    <a:pt x="15027" y="17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51" name="Freeform 27"/>
            <p:cNvSpPr/>
            <p:nvPr/>
          </p:nvSpPr>
          <p:spPr>
            <a:xfrm>
              <a:off x="5599404" y="2239962"/>
              <a:ext cx="60329" cy="30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640" h="19792" extrusionOk="0">
                  <a:moveTo>
                    <a:pt x="3445" y="19792"/>
                  </a:moveTo>
                  <a:cubicBezTo>
                    <a:pt x="4885" y="19792"/>
                    <a:pt x="4885" y="19792"/>
                    <a:pt x="4885" y="19792"/>
                  </a:cubicBezTo>
                  <a:cubicBezTo>
                    <a:pt x="4885" y="19792"/>
                    <a:pt x="6325" y="19792"/>
                    <a:pt x="6325" y="19792"/>
                  </a:cubicBezTo>
                  <a:cubicBezTo>
                    <a:pt x="6325" y="19792"/>
                    <a:pt x="6325" y="19792"/>
                    <a:pt x="6325" y="19792"/>
                  </a:cubicBezTo>
                  <a:cubicBezTo>
                    <a:pt x="7765" y="19792"/>
                    <a:pt x="7765" y="19792"/>
                    <a:pt x="7765" y="19792"/>
                  </a:cubicBezTo>
                  <a:cubicBezTo>
                    <a:pt x="7765" y="16706"/>
                    <a:pt x="7765" y="16706"/>
                    <a:pt x="7765" y="16706"/>
                  </a:cubicBezTo>
                  <a:cubicBezTo>
                    <a:pt x="9205" y="16706"/>
                    <a:pt x="9205" y="16706"/>
                    <a:pt x="9205" y="16706"/>
                  </a:cubicBezTo>
                  <a:cubicBezTo>
                    <a:pt x="9205" y="16706"/>
                    <a:pt x="9205" y="13621"/>
                    <a:pt x="10645" y="13621"/>
                  </a:cubicBezTo>
                  <a:cubicBezTo>
                    <a:pt x="10645" y="13621"/>
                    <a:pt x="10645" y="13621"/>
                    <a:pt x="10645" y="13621"/>
                  </a:cubicBezTo>
                  <a:cubicBezTo>
                    <a:pt x="10645" y="13621"/>
                    <a:pt x="10645" y="13621"/>
                    <a:pt x="10645" y="13621"/>
                  </a:cubicBezTo>
                  <a:cubicBezTo>
                    <a:pt x="10645" y="10535"/>
                    <a:pt x="10645" y="10535"/>
                    <a:pt x="10645" y="10535"/>
                  </a:cubicBezTo>
                  <a:cubicBezTo>
                    <a:pt x="12085" y="10535"/>
                    <a:pt x="12085" y="10535"/>
                    <a:pt x="12085" y="10535"/>
                  </a:cubicBezTo>
                  <a:cubicBezTo>
                    <a:pt x="12085" y="7449"/>
                    <a:pt x="12085" y="7449"/>
                    <a:pt x="12085" y="7449"/>
                  </a:cubicBezTo>
                  <a:cubicBezTo>
                    <a:pt x="12085" y="7449"/>
                    <a:pt x="13525" y="7449"/>
                    <a:pt x="13525" y="7449"/>
                  </a:cubicBezTo>
                  <a:cubicBezTo>
                    <a:pt x="13525" y="7449"/>
                    <a:pt x="13525" y="7449"/>
                    <a:pt x="13525" y="7449"/>
                  </a:cubicBezTo>
                  <a:cubicBezTo>
                    <a:pt x="14965" y="7449"/>
                    <a:pt x="20725" y="4363"/>
                    <a:pt x="17845" y="1278"/>
                  </a:cubicBezTo>
                  <a:cubicBezTo>
                    <a:pt x="14965" y="-1808"/>
                    <a:pt x="7765" y="1278"/>
                    <a:pt x="7765" y="4363"/>
                  </a:cubicBezTo>
                  <a:cubicBezTo>
                    <a:pt x="7765" y="4363"/>
                    <a:pt x="7765" y="4363"/>
                    <a:pt x="6325" y="4363"/>
                  </a:cubicBezTo>
                  <a:cubicBezTo>
                    <a:pt x="6325" y="7449"/>
                    <a:pt x="6325" y="7449"/>
                    <a:pt x="6325" y="7449"/>
                  </a:cubicBezTo>
                  <a:cubicBezTo>
                    <a:pt x="6325" y="7449"/>
                    <a:pt x="6325" y="7449"/>
                    <a:pt x="4885" y="7449"/>
                  </a:cubicBezTo>
                  <a:cubicBezTo>
                    <a:pt x="4885" y="7449"/>
                    <a:pt x="4885" y="10535"/>
                    <a:pt x="3445" y="10535"/>
                  </a:cubicBezTo>
                  <a:cubicBezTo>
                    <a:pt x="3445" y="10535"/>
                    <a:pt x="3445" y="10535"/>
                    <a:pt x="3445" y="10535"/>
                  </a:cubicBezTo>
                  <a:cubicBezTo>
                    <a:pt x="2005" y="10535"/>
                    <a:pt x="2005" y="13621"/>
                    <a:pt x="565" y="13621"/>
                  </a:cubicBezTo>
                  <a:cubicBezTo>
                    <a:pt x="-875" y="19792"/>
                    <a:pt x="565" y="19792"/>
                    <a:pt x="3445" y="19792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52" name="Freeform 28"/>
            <p:cNvSpPr/>
            <p:nvPr/>
          </p:nvSpPr>
          <p:spPr>
            <a:xfrm>
              <a:off x="5468407" y="2031345"/>
              <a:ext cx="113426" cy="1392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4" h="21213" extrusionOk="0">
                  <a:moveTo>
                    <a:pt x="20736" y="0"/>
                  </a:moveTo>
                  <a:cubicBezTo>
                    <a:pt x="19872" y="0"/>
                    <a:pt x="19008" y="1394"/>
                    <a:pt x="18144" y="2090"/>
                  </a:cubicBezTo>
                  <a:cubicBezTo>
                    <a:pt x="17280" y="2787"/>
                    <a:pt x="14688" y="2090"/>
                    <a:pt x="13824" y="2090"/>
                  </a:cubicBezTo>
                  <a:cubicBezTo>
                    <a:pt x="12096" y="2090"/>
                    <a:pt x="10368" y="2090"/>
                    <a:pt x="7776" y="1394"/>
                  </a:cubicBezTo>
                  <a:cubicBezTo>
                    <a:pt x="6048" y="697"/>
                    <a:pt x="6048" y="697"/>
                    <a:pt x="5184" y="1394"/>
                  </a:cubicBezTo>
                  <a:cubicBezTo>
                    <a:pt x="5184" y="2090"/>
                    <a:pt x="4320" y="2090"/>
                    <a:pt x="3456" y="2787"/>
                  </a:cubicBezTo>
                  <a:cubicBezTo>
                    <a:pt x="2592" y="3484"/>
                    <a:pt x="2592" y="5574"/>
                    <a:pt x="1728" y="6271"/>
                  </a:cubicBezTo>
                  <a:cubicBezTo>
                    <a:pt x="864" y="6968"/>
                    <a:pt x="864" y="7665"/>
                    <a:pt x="864" y="8361"/>
                  </a:cubicBezTo>
                  <a:cubicBezTo>
                    <a:pt x="0" y="9058"/>
                    <a:pt x="864" y="10452"/>
                    <a:pt x="864" y="11845"/>
                  </a:cubicBezTo>
                  <a:cubicBezTo>
                    <a:pt x="0" y="13239"/>
                    <a:pt x="0" y="12542"/>
                    <a:pt x="0" y="14632"/>
                  </a:cubicBezTo>
                  <a:cubicBezTo>
                    <a:pt x="864" y="16026"/>
                    <a:pt x="1728" y="15329"/>
                    <a:pt x="3456" y="16026"/>
                  </a:cubicBezTo>
                  <a:cubicBezTo>
                    <a:pt x="4320" y="16723"/>
                    <a:pt x="5184" y="18116"/>
                    <a:pt x="4320" y="19510"/>
                  </a:cubicBezTo>
                  <a:cubicBezTo>
                    <a:pt x="3456" y="20903"/>
                    <a:pt x="3456" y="20903"/>
                    <a:pt x="4320" y="20903"/>
                  </a:cubicBezTo>
                  <a:cubicBezTo>
                    <a:pt x="5184" y="21600"/>
                    <a:pt x="6912" y="20903"/>
                    <a:pt x="7776" y="20903"/>
                  </a:cubicBezTo>
                  <a:cubicBezTo>
                    <a:pt x="7776" y="20903"/>
                    <a:pt x="6912" y="16723"/>
                    <a:pt x="6912" y="16026"/>
                  </a:cubicBezTo>
                  <a:cubicBezTo>
                    <a:pt x="6048" y="15329"/>
                    <a:pt x="6912" y="13239"/>
                    <a:pt x="6912" y="13239"/>
                  </a:cubicBezTo>
                  <a:cubicBezTo>
                    <a:pt x="6912" y="13239"/>
                    <a:pt x="10368" y="12542"/>
                    <a:pt x="9504" y="13239"/>
                  </a:cubicBezTo>
                  <a:cubicBezTo>
                    <a:pt x="8640" y="13935"/>
                    <a:pt x="8640" y="14632"/>
                    <a:pt x="9504" y="15329"/>
                  </a:cubicBezTo>
                  <a:cubicBezTo>
                    <a:pt x="11232" y="16723"/>
                    <a:pt x="10368" y="17419"/>
                    <a:pt x="11232" y="18116"/>
                  </a:cubicBezTo>
                  <a:cubicBezTo>
                    <a:pt x="11232" y="18116"/>
                    <a:pt x="12096" y="18813"/>
                    <a:pt x="12960" y="19510"/>
                  </a:cubicBezTo>
                  <a:cubicBezTo>
                    <a:pt x="13824" y="19510"/>
                    <a:pt x="13824" y="18813"/>
                    <a:pt x="13824" y="18813"/>
                  </a:cubicBezTo>
                  <a:cubicBezTo>
                    <a:pt x="13824" y="18116"/>
                    <a:pt x="14688" y="18116"/>
                    <a:pt x="15552" y="18116"/>
                  </a:cubicBezTo>
                  <a:cubicBezTo>
                    <a:pt x="16416" y="17419"/>
                    <a:pt x="14688" y="16723"/>
                    <a:pt x="13824" y="16026"/>
                  </a:cubicBezTo>
                  <a:cubicBezTo>
                    <a:pt x="12960" y="14632"/>
                    <a:pt x="13824" y="14632"/>
                    <a:pt x="13824" y="13935"/>
                  </a:cubicBezTo>
                  <a:cubicBezTo>
                    <a:pt x="14688" y="13935"/>
                    <a:pt x="14688" y="12542"/>
                    <a:pt x="12960" y="11845"/>
                  </a:cubicBezTo>
                  <a:cubicBezTo>
                    <a:pt x="10368" y="11845"/>
                    <a:pt x="11232" y="11148"/>
                    <a:pt x="10368" y="10452"/>
                  </a:cubicBezTo>
                  <a:cubicBezTo>
                    <a:pt x="10368" y="10452"/>
                    <a:pt x="11232" y="8361"/>
                    <a:pt x="12096" y="8361"/>
                  </a:cubicBezTo>
                  <a:cubicBezTo>
                    <a:pt x="12096" y="7665"/>
                    <a:pt x="13824" y="7665"/>
                    <a:pt x="14688" y="6968"/>
                  </a:cubicBezTo>
                  <a:cubicBezTo>
                    <a:pt x="15552" y="6271"/>
                    <a:pt x="15552" y="6271"/>
                    <a:pt x="13824" y="6271"/>
                  </a:cubicBezTo>
                  <a:cubicBezTo>
                    <a:pt x="11232" y="6271"/>
                    <a:pt x="8640" y="6968"/>
                    <a:pt x="8640" y="7665"/>
                  </a:cubicBezTo>
                  <a:cubicBezTo>
                    <a:pt x="8640" y="8361"/>
                    <a:pt x="6912" y="8361"/>
                    <a:pt x="6048" y="8361"/>
                  </a:cubicBezTo>
                  <a:cubicBezTo>
                    <a:pt x="4320" y="8361"/>
                    <a:pt x="3456" y="6968"/>
                    <a:pt x="3456" y="6271"/>
                  </a:cubicBezTo>
                  <a:cubicBezTo>
                    <a:pt x="4320" y="5574"/>
                    <a:pt x="5184" y="4877"/>
                    <a:pt x="4320" y="4181"/>
                  </a:cubicBezTo>
                  <a:cubicBezTo>
                    <a:pt x="4320" y="3484"/>
                    <a:pt x="6048" y="3484"/>
                    <a:pt x="6912" y="4181"/>
                  </a:cubicBezTo>
                  <a:cubicBezTo>
                    <a:pt x="7776" y="4181"/>
                    <a:pt x="10368" y="4181"/>
                    <a:pt x="11232" y="3484"/>
                  </a:cubicBezTo>
                  <a:cubicBezTo>
                    <a:pt x="11232" y="3484"/>
                    <a:pt x="12960" y="3484"/>
                    <a:pt x="14688" y="4181"/>
                  </a:cubicBezTo>
                  <a:cubicBezTo>
                    <a:pt x="16416" y="4181"/>
                    <a:pt x="17280" y="4181"/>
                    <a:pt x="18144" y="3484"/>
                  </a:cubicBezTo>
                  <a:cubicBezTo>
                    <a:pt x="19008" y="3484"/>
                    <a:pt x="20736" y="2090"/>
                    <a:pt x="20736" y="2090"/>
                  </a:cubicBezTo>
                  <a:cubicBezTo>
                    <a:pt x="21600" y="1394"/>
                    <a:pt x="21600" y="0"/>
                    <a:pt x="20736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53" name="Freeform 29"/>
            <p:cNvSpPr/>
            <p:nvPr/>
          </p:nvSpPr>
          <p:spPr>
            <a:xfrm>
              <a:off x="5256740" y="1917533"/>
              <a:ext cx="199168" cy="225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2" h="21094" extrusionOk="0">
                  <a:moveTo>
                    <a:pt x="19145" y="13571"/>
                  </a:moveTo>
                  <a:cubicBezTo>
                    <a:pt x="19636" y="12275"/>
                    <a:pt x="19145" y="11843"/>
                    <a:pt x="20127" y="11843"/>
                  </a:cubicBezTo>
                  <a:cubicBezTo>
                    <a:pt x="21109" y="11843"/>
                    <a:pt x="21600" y="11411"/>
                    <a:pt x="21109" y="10979"/>
                  </a:cubicBezTo>
                  <a:cubicBezTo>
                    <a:pt x="20127" y="10547"/>
                    <a:pt x="18164" y="10115"/>
                    <a:pt x="18655" y="9683"/>
                  </a:cubicBezTo>
                  <a:cubicBezTo>
                    <a:pt x="19145" y="9251"/>
                    <a:pt x="19145" y="8819"/>
                    <a:pt x="18655" y="8819"/>
                  </a:cubicBezTo>
                  <a:cubicBezTo>
                    <a:pt x="18655" y="8387"/>
                    <a:pt x="16200" y="6659"/>
                    <a:pt x="16691" y="6659"/>
                  </a:cubicBezTo>
                  <a:cubicBezTo>
                    <a:pt x="16691" y="6659"/>
                    <a:pt x="18164" y="6659"/>
                    <a:pt x="17673" y="6227"/>
                  </a:cubicBezTo>
                  <a:cubicBezTo>
                    <a:pt x="17673" y="6227"/>
                    <a:pt x="17673" y="6227"/>
                    <a:pt x="17673" y="6227"/>
                  </a:cubicBezTo>
                  <a:cubicBezTo>
                    <a:pt x="17673" y="6227"/>
                    <a:pt x="17673" y="6227"/>
                    <a:pt x="17182" y="6227"/>
                  </a:cubicBezTo>
                  <a:cubicBezTo>
                    <a:pt x="17182" y="6227"/>
                    <a:pt x="17182" y="6227"/>
                    <a:pt x="17182" y="5795"/>
                  </a:cubicBezTo>
                  <a:cubicBezTo>
                    <a:pt x="17182" y="5795"/>
                    <a:pt x="17182" y="5795"/>
                    <a:pt x="17182" y="5795"/>
                  </a:cubicBezTo>
                  <a:cubicBezTo>
                    <a:pt x="17182" y="5795"/>
                    <a:pt x="17182" y="5795"/>
                    <a:pt x="17182" y="5795"/>
                  </a:cubicBezTo>
                  <a:cubicBezTo>
                    <a:pt x="17182" y="5795"/>
                    <a:pt x="17182" y="5795"/>
                    <a:pt x="17182" y="5795"/>
                  </a:cubicBezTo>
                  <a:cubicBezTo>
                    <a:pt x="17673" y="5795"/>
                    <a:pt x="19636" y="5363"/>
                    <a:pt x="19145" y="4931"/>
                  </a:cubicBezTo>
                  <a:cubicBezTo>
                    <a:pt x="18164" y="4499"/>
                    <a:pt x="20618" y="3635"/>
                    <a:pt x="20127" y="3203"/>
                  </a:cubicBezTo>
                  <a:cubicBezTo>
                    <a:pt x="19145" y="3203"/>
                    <a:pt x="18164" y="2339"/>
                    <a:pt x="17182" y="2339"/>
                  </a:cubicBezTo>
                  <a:cubicBezTo>
                    <a:pt x="16200" y="1907"/>
                    <a:pt x="15709" y="1907"/>
                    <a:pt x="15709" y="1475"/>
                  </a:cubicBezTo>
                  <a:cubicBezTo>
                    <a:pt x="15709" y="1475"/>
                    <a:pt x="15709" y="1043"/>
                    <a:pt x="15218" y="611"/>
                  </a:cubicBezTo>
                  <a:cubicBezTo>
                    <a:pt x="14727" y="179"/>
                    <a:pt x="14236" y="-253"/>
                    <a:pt x="13745" y="179"/>
                  </a:cubicBezTo>
                  <a:cubicBezTo>
                    <a:pt x="13255" y="179"/>
                    <a:pt x="12273" y="2339"/>
                    <a:pt x="12273" y="2339"/>
                  </a:cubicBezTo>
                  <a:cubicBezTo>
                    <a:pt x="12273" y="2339"/>
                    <a:pt x="11782" y="3203"/>
                    <a:pt x="11782" y="3203"/>
                  </a:cubicBezTo>
                  <a:cubicBezTo>
                    <a:pt x="11782" y="3635"/>
                    <a:pt x="11291" y="4067"/>
                    <a:pt x="11291" y="4067"/>
                  </a:cubicBezTo>
                  <a:cubicBezTo>
                    <a:pt x="11291" y="4067"/>
                    <a:pt x="11291" y="4067"/>
                    <a:pt x="11291" y="4067"/>
                  </a:cubicBezTo>
                  <a:cubicBezTo>
                    <a:pt x="11291" y="4067"/>
                    <a:pt x="10800" y="4067"/>
                    <a:pt x="10800" y="4067"/>
                  </a:cubicBezTo>
                  <a:cubicBezTo>
                    <a:pt x="10800" y="4067"/>
                    <a:pt x="10800" y="4067"/>
                    <a:pt x="10800" y="4067"/>
                  </a:cubicBezTo>
                  <a:cubicBezTo>
                    <a:pt x="10800" y="4067"/>
                    <a:pt x="10800" y="4067"/>
                    <a:pt x="10800" y="4067"/>
                  </a:cubicBezTo>
                  <a:cubicBezTo>
                    <a:pt x="10800" y="4067"/>
                    <a:pt x="10800" y="4067"/>
                    <a:pt x="10800" y="4067"/>
                  </a:cubicBezTo>
                  <a:cubicBezTo>
                    <a:pt x="10309" y="4067"/>
                    <a:pt x="10309" y="4067"/>
                    <a:pt x="10309" y="4067"/>
                  </a:cubicBezTo>
                  <a:cubicBezTo>
                    <a:pt x="10309" y="4067"/>
                    <a:pt x="9818" y="4931"/>
                    <a:pt x="9327" y="4931"/>
                  </a:cubicBezTo>
                  <a:cubicBezTo>
                    <a:pt x="8836" y="4931"/>
                    <a:pt x="9327" y="5363"/>
                    <a:pt x="9327" y="5795"/>
                  </a:cubicBezTo>
                  <a:cubicBezTo>
                    <a:pt x="9327" y="5795"/>
                    <a:pt x="9327" y="5795"/>
                    <a:pt x="9327" y="5795"/>
                  </a:cubicBezTo>
                  <a:cubicBezTo>
                    <a:pt x="9327" y="5795"/>
                    <a:pt x="9327" y="5795"/>
                    <a:pt x="9327" y="5795"/>
                  </a:cubicBezTo>
                  <a:cubicBezTo>
                    <a:pt x="8836" y="5795"/>
                    <a:pt x="8836" y="6227"/>
                    <a:pt x="8345" y="6227"/>
                  </a:cubicBezTo>
                  <a:cubicBezTo>
                    <a:pt x="8345" y="6227"/>
                    <a:pt x="8345" y="6227"/>
                    <a:pt x="8345" y="6227"/>
                  </a:cubicBezTo>
                  <a:cubicBezTo>
                    <a:pt x="8345" y="6227"/>
                    <a:pt x="8345" y="6659"/>
                    <a:pt x="8345" y="6659"/>
                  </a:cubicBezTo>
                  <a:cubicBezTo>
                    <a:pt x="8345" y="6659"/>
                    <a:pt x="8345" y="6659"/>
                    <a:pt x="7855" y="6659"/>
                  </a:cubicBezTo>
                  <a:cubicBezTo>
                    <a:pt x="7855" y="6659"/>
                    <a:pt x="7855" y="6659"/>
                    <a:pt x="7855" y="6659"/>
                  </a:cubicBezTo>
                  <a:cubicBezTo>
                    <a:pt x="7855" y="6659"/>
                    <a:pt x="7855" y="6659"/>
                    <a:pt x="7855" y="6659"/>
                  </a:cubicBezTo>
                  <a:cubicBezTo>
                    <a:pt x="7855" y="6659"/>
                    <a:pt x="7855" y="7091"/>
                    <a:pt x="7855" y="7091"/>
                  </a:cubicBezTo>
                  <a:cubicBezTo>
                    <a:pt x="7855" y="7091"/>
                    <a:pt x="7855" y="7091"/>
                    <a:pt x="7364" y="7091"/>
                  </a:cubicBezTo>
                  <a:cubicBezTo>
                    <a:pt x="7364" y="7091"/>
                    <a:pt x="7364" y="7091"/>
                    <a:pt x="7364" y="7091"/>
                  </a:cubicBezTo>
                  <a:cubicBezTo>
                    <a:pt x="6873" y="7091"/>
                    <a:pt x="7364" y="7523"/>
                    <a:pt x="7364" y="7955"/>
                  </a:cubicBezTo>
                  <a:cubicBezTo>
                    <a:pt x="6873" y="7955"/>
                    <a:pt x="4909" y="7955"/>
                    <a:pt x="4418" y="7955"/>
                  </a:cubicBezTo>
                  <a:cubicBezTo>
                    <a:pt x="3927" y="7955"/>
                    <a:pt x="3927" y="10547"/>
                    <a:pt x="3436" y="10547"/>
                  </a:cubicBezTo>
                  <a:cubicBezTo>
                    <a:pt x="3436" y="10547"/>
                    <a:pt x="2455" y="10547"/>
                    <a:pt x="1964" y="10547"/>
                  </a:cubicBezTo>
                  <a:cubicBezTo>
                    <a:pt x="1964" y="10547"/>
                    <a:pt x="1964" y="10547"/>
                    <a:pt x="1964" y="10547"/>
                  </a:cubicBezTo>
                  <a:cubicBezTo>
                    <a:pt x="1473" y="10547"/>
                    <a:pt x="1473" y="10115"/>
                    <a:pt x="982" y="10115"/>
                  </a:cubicBezTo>
                  <a:cubicBezTo>
                    <a:pt x="982" y="10115"/>
                    <a:pt x="982" y="10115"/>
                    <a:pt x="982" y="10115"/>
                  </a:cubicBezTo>
                  <a:cubicBezTo>
                    <a:pt x="982" y="10115"/>
                    <a:pt x="982" y="10115"/>
                    <a:pt x="982" y="10115"/>
                  </a:cubicBezTo>
                  <a:cubicBezTo>
                    <a:pt x="982" y="9683"/>
                    <a:pt x="491" y="9683"/>
                    <a:pt x="491" y="9683"/>
                  </a:cubicBezTo>
                  <a:cubicBezTo>
                    <a:pt x="491" y="9683"/>
                    <a:pt x="491" y="9683"/>
                    <a:pt x="491" y="9683"/>
                  </a:cubicBezTo>
                  <a:cubicBezTo>
                    <a:pt x="0" y="9683"/>
                    <a:pt x="0" y="11843"/>
                    <a:pt x="0" y="12275"/>
                  </a:cubicBezTo>
                  <a:cubicBezTo>
                    <a:pt x="0" y="12707"/>
                    <a:pt x="982" y="15299"/>
                    <a:pt x="1473" y="15299"/>
                  </a:cubicBezTo>
                  <a:cubicBezTo>
                    <a:pt x="1964" y="15299"/>
                    <a:pt x="1964" y="14867"/>
                    <a:pt x="1964" y="15731"/>
                  </a:cubicBezTo>
                  <a:cubicBezTo>
                    <a:pt x="1964" y="16163"/>
                    <a:pt x="3436" y="18755"/>
                    <a:pt x="3436" y="18755"/>
                  </a:cubicBezTo>
                  <a:cubicBezTo>
                    <a:pt x="3927" y="18755"/>
                    <a:pt x="6382" y="19187"/>
                    <a:pt x="6382" y="19187"/>
                  </a:cubicBezTo>
                  <a:cubicBezTo>
                    <a:pt x="6873" y="19187"/>
                    <a:pt x="6382" y="19619"/>
                    <a:pt x="6873" y="19619"/>
                  </a:cubicBezTo>
                  <a:cubicBezTo>
                    <a:pt x="7855" y="19619"/>
                    <a:pt x="9327" y="19619"/>
                    <a:pt x="9327" y="19619"/>
                  </a:cubicBezTo>
                  <a:cubicBezTo>
                    <a:pt x="9818" y="19187"/>
                    <a:pt x="9327" y="19187"/>
                    <a:pt x="10309" y="19619"/>
                  </a:cubicBezTo>
                  <a:cubicBezTo>
                    <a:pt x="11782" y="20051"/>
                    <a:pt x="13255" y="20483"/>
                    <a:pt x="13255" y="20483"/>
                  </a:cubicBezTo>
                  <a:cubicBezTo>
                    <a:pt x="13745" y="20915"/>
                    <a:pt x="13745" y="21347"/>
                    <a:pt x="14727" y="20915"/>
                  </a:cubicBezTo>
                  <a:cubicBezTo>
                    <a:pt x="15709" y="20483"/>
                    <a:pt x="16691" y="19619"/>
                    <a:pt x="16691" y="18755"/>
                  </a:cubicBezTo>
                  <a:cubicBezTo>
                    <a:pt x="16691" y="17891"/>
                    <a:pt x="16691" y="17027"/>
                    <a:pt x="17182" y="16595"/>
                  </a:cubicBezTo>
                  <a:cubicBezTo>
                    <a:pt x="17673" y="15731"/>
                    <a:pt x="18655" y="14435"/>
                    <a:pt x="19145" y="13571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54" name="Freeform 30"/>
            <p:cNvSpPr/>
            <p:nvPr/>
          </p:nvSpPr>
          <p:spPr>
            <a:xfrm>
              <a:off x="5180184" y="1649901"/>
              <a:ext cx="40197" cy="36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40" h="19272" extrusionOk="0">
                  <a:moveTo>
                    <a:pt x="10260" y="1800"/>
                  </a:moveTo>
                  <a:cubicBezTo>
                    <a:pt x="5940" y="1800"/>
                    <a:pt x="3780" y="6600"/>
                    <a:pt x="1620" y="6600"/>
                  </a:cubicBezTo>
                  <a:cubicBezTo>
                    <a:pt x="-540" y="9000"/>
                    <a:pt x="-540" y="18600"/>
                    <a:pt x="1620" y="18600"/>
                  </a:cubicBezTo>
                  <a:cubicBezTo>
                    <a:pt x="10260" y="21000"/>
                    <a:pt x="16740" y="16200"/>
                    <a:pt x="16740" y="16200"/>
                  </a:cubicBezTo>
                  <a:cubicBezTo>
                    <a:pt x="16740" y="13800"/>
                    <a:pt x="16740" y="9000"/>
                    <a:pt x="18900" y="9000"/>
                  </a:cubicBezTo>
                  <a:cubicBezTo>
                    <a:pt x="18900" y="9000"/>
                    <a:pt x="21060" y="4200"/>
                    <a:pt x="16740" y="1800"/>
                  </a:cubicBezTo>
                  <a:cubicBezTo>
                    <a:pt x="14580" y="-600"/>
                    <a:pt x="14580" y="-600"/>
                    <a:pt x="10260" y="18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55" name="Freeform 31"/>
            <p:cNvSpPr/>
            <p:nvPr/>
          </p:nvSpPr>
          <p:spPr>
            <a:xfrm>
              <a:off x="5387469" y="1541918"/>
              <a:ext cx="31772" cy="72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600" h="20096" extrusionOk="0">
                  <a:moveTo>
                    <a:pt x="12000" y="203"/>
                  </a:moveTo>
                  <a:cubicBezTo>
                    <a:pt x="12000" y="-1068"/>
                    <a:pt x="1200" y="4014"/>
                    <a:pt x="1200" y="5285"/>
                  </a:cubicBezTo>
                  <a:cubicBezTo>
                    <a:pt x="1200" y="5285"/>
                    <a:pt x="-1500" y="10367"/>
                    <a:pt x="1200" y="11638"/>
                  </a:cubicBezTo>
                  <a:cubicBezTo>
                    <a:pt x="1200" y="14179"/>
                    <a:pt x="6600" y="17991"/>
                    <a:pt x="9300" y="19261"/>
                  </a:cubicBezTo>
                  <a:cubicBezTo>
                    <a:pt x="12000" y="20532"/>
                    <a:pt x="12000" y="20532"/>
                    <a:pt x="12000" y="17991"/>
                  </a:cubicBezTo>
                  <a:cubicBezTo>
                    <a:pt x="14700" y="15450"/>
                    <a:pt x="14700" y="11638"/>
                    <a:pt x="17400" y="10367"/>
                  </a:cubicBezTo>
                  <a:cubicBezTo>
                    <a:pt x="17400" y="10367"/>
                    <a:pt x="20100" y="5285"/>
                    <a:pt x="17400" y="4014"/>
                  </a:cubicBezTo>
                  <a:cubicBezTo>
                    <a:pt x="14700" y="2744"/>
                    <a:pt x="14700" y="1473"/>
                    <a:pt x="12000" y="203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56" name="Freeform 32"/>
            <p:cNvSpPr/>
            <p:nvPr/>
          </p:nvSpPr>
          <p:spPr>
            <a:xfrm>
              <a:off x="5528604" y="1364436"/>
              <a:ext cx="47152" cy="62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72" h="21214" extrusionOk="0">
                  <a:moveTo>
                    <a:pt x="15709" y="4243"/>
                  </a:moveTo>
                  <a:cubicBezTo>
                    <a:pt x="15709" y="2700"/>
                    <a:pt x="15709" y="1157"/>
                    <a:pt x="13745" y="1157"/>
                  </a:cubicBezTo>
                  <a:cubicBezTo>
                    <a:pt x="11782" y="2700"/>
                    <a:pt x="11782" y="2700"/>
                    <a:pt x="9818" y="1157"/>
                  </a:cubicBezTo>
                  <a:cubicBezTo>
                    <a:pt x="7855" y="-386"/>
                    <a:pt x="5891" y="-386"/>
                    <a:pt x="3927" y="1157"/>
                  </a:cubicBezTo>
                  <a:cubicBezTo>
                    <a:pt x="3927" y="2700"/>
                    <a:pt x="1964" y="4243"/>
                    <a:pt x="0" y="4243"/>
                  </a:cubicBezTo>
                  <a:cubicBezTo>
                    <a:pt x="0" y="4243"/>
                    <a:pt x="0" y="7328"/>
                    <a:pt x="0" y="7328"/>
                  </a:cubicBezTo>
                  <a:cubicBezTo>
                    <a:pt x="0" y="7328"/>
                    <a:pt x="3927" y="10414"/>
                    <a:pt x="5891" y="10414"/>
                  </a:cubicBezTo>
                  <a:cubicBezTo>
                    <a:pt x="5891" y="10414"/>
                    <a:pt x="3927" y="7328"/>
                    <a:pt x="3927" y="7328"/>
                  </a:cubicBezTo>
                  <a:cubicBezTo>
                    <a:pt x="5891" y="5785"/>
                    <a:pt x="7855" y="7328"/>
                    <a:pt x="7855" y="8871"/>
                  </a:cubicBezTo>
                  <a:cubicBezTo>
                    <a:pt x="9818" y="10414"/>
                    <a:pt x="7855" y="13500"/>
                    <a:pt x="7855" y="13500"/>
                  </a:cubicBezTo>
                  <a:cubicBezTo>
                    <a:pt x="5891" y="13500"/>
                    <a:pt x="7855" y="16585"/>
                    <a:pt x="7855" y="16585"/>
                  </a:cubicBezTo>
                  <a:cubicBezTo>
                    <a:pt x="7855" y="18128"/>
                    <a:pt x="9818" y="21214"/>
                    <a:pt x="11782" y="21214"/>
                  </a:cubicBezTo>
                  <a:cubicBezTo>
                    <a:pt x="11782" y="21214"/>
                    <a:pt x="11782" y="18128"/>
                    <a:pt x="11782" y="18128"/>
                  </a:cubicBezTo>
                  <a:cubicBezTo>
                    <a:pt x="11782" y="18128"/>
                    <a:pt x="13745" y="21214"/>
                    <a:pt x="15709" y="21214"/>
                  </a:cubicBezTo>
                  <a:cubicBezTo>
                    <a:pt x="15709" y="21214"/>
                    <a:pt x="17673" y="19671"/>
                    <a:pt x="17673" y="19671"/>
                  </a:cubicBezTo>
                  <a:cubicBezTo>
                    <a:pt x="19636" y="18128"/>
                    <a:pt x="17673" y="16585"/>
                    <a:pt x="17673" y="13500"/>
                  </a:cubicBezTo>
                  <a:cubicBezTo>
                    <a:pt x="17673" y="11957"/>
                    <a:pt x="19636" y="8871"/>
                    <a:pt x="19636" y="7328"/>
                  </a:cubicBezTo>
                  <a:cubicBezTo>
                    <a:pt x="21600" y="7328"/>
                    <a:pt x="17673" y="5785"/>
                    <a:pt x="15709" y="4243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57" name="Freeform 33"/>
            <p:cNvSpPr/>
            <p:nvPr/>
          </p:nvSpPr>
          <p:spPr>
            <a:xfrm>
              <a:off x="5579095" y="1356238"/>
              <a:ext cx="42047" cy="381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5" h="20194" extrusionOk="0">
                  <a:moveTo>
                    <a:pt x="6480" y="20194"/>
                  </a:moveTo>
                  <a:cubicBezTo>
                    <a:pt x="8640" y="20194"/>
                    <a:pt x="10800" y="12994"/>
                    <a:pt x="10800" y="10594"/>
                  </a:cubicBezTo>
                  <a:cubicBezTo>
                    <a:pt x="12960" y="8194"/>
                    <a:pt x="17280" y="10594"/>
                    <a:pt x="17280" y="10594"/>
                  </a:cubicBezTo>
                  <a:cubicBezTo>
                    <a:pt x="19440" y="10594"/>
                    <a:pt x="21600" y="3394"/>
                    <a:pt x="19440" y="3394"/>
                  </a:cubicBezTo>
                  <a:cubicBezTo>
                    <a:pt x="19440" y="994"/>
                    <a:pt x="15120" y="-1406"/>
                    <a:pt x="12960" y="994"/>
                  </a:cubicBezTo>
                  <a:cubicBezTo>
                    <a:pt x="10800" y="994"/>
                    <a:pt x="12960" y="5794"/>
                    <a:pt x="8640" y="5794"/>
                  </a:cubicBezTo>
                  <a:cubicBezTo>
                    <a:pt x="6480" y="5794"/>
                    <a:pt x="4320" y="3394"/>
                    <a:pt x="4320" y="5794"/>
                  </a:cubicBezTo>
                  <a:cubicBezTo>
                    <a:pt x="2160" y="5794"/>
                    <a:pt x="0" y="10594"/>
                    <a:pt x="0" y="10594"/>
                  </a:cubicBezTo>
                  <a:cubicBezTo>
                    <a:pt x="0" y="12994"/>
                    <a:pt x="0" y="12994"/>
                    <a:pt x="2160" y="12994"/>
                  </a:cubicBezTo>
                  <a:cubicBezTo>
                    <a:pt x="4320" y="12994"/>
                    <a:pt x="4320" y="17794"/>
                    <a:pt x="6480" y="20194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58" name="Freeform 34"/>
            <p:cNvSpPr/>
            <p:nvPr/>
          </p:nvSpPr>
          <p:spPr>
            <a:xfrm>
              <a:off x="5546082" y="1202106"/>
              <a:ext cx="185056" cy="174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1" h="21600" extrusionOk="0">
                  <a:moveTo>
                    <a:pt x="18439" y="15916"/>
                  </a:moveTo>
                  <a:cubicBezTo>
                    <a:pt x="18966" y="15916"/>
                    <a:pt x="18966" y="15347"/>
                    <a:pt x="19493" y="15347"/>
                  </a:cubicBezTo>
                  <a:cubicBezTo>
                    <a:pt x="19493" y="15347"/>
                    <a:pt x="19493" y="15916"/>
                    <a:pt x="19493" y="15916"/>
                  </a:cubicBezTo>
                  <a:cubicBezTo>
                    <a:pt x="19493" y="15916"/>
                    <a:pt x="18966" y="16484"/>
                    <a:pt x="18966" y="17053"/>
                  </a:cubicBezTo>
                  <a:cubicBezTo>
                    <a:pt x="19493" y="17621"/>
                    <a:pt x="20020" y="17621"/>
                    <a:pt x="20546" y="17621"/>
                  </a:cubicBezTo>
                  <a:cubicBezTo>
                    <a:pt x="20546" y="17621"/>
                    <a:pt x="20546" y="17053"/>
                    <a:pt x="20546" y="15916"/>
                  </a:cubicBezTo>
                  <a:cubicBezTo>
                    <a:pt x="20546" y="15347"/>
                    <a:pt x="21600" y="15916"/>
                    <a:pt x="21073" y="15347"/>
                  </a:cubicBezTo>
                  <a:cubicBezTo>
                    <a:pt x="20546" y="14779"/>
                    <a:pt x="20546" y="13642"/>
                    <a:pt x="20546" y="13642"/>
                  </a:cubicBezTo>
                  <a:cubicBezTo>
                    <a:pt x="20546" y="13074"/>
                    <a:pt x="20546" y="11937"/>
                    <a:pt x="20546" y="11368"/>
                  </a:cubicBezTo>
                  <a:cubicBezTo>
                    <a:pt x="20546" y="10800"/>
                    <a:pt x="20020" y="9095"/>
                    <a:pt x="20020" y="9095"/>
                  </a:cubicBezTo>
                  <a:cubicBezTo>
                    <a:pt x="20020" y="8526"/>
                    <a:pt x="20020" y="7958"/>
                    <a:pt x="20020" y="7958"/>
                  </a:cubicBezTo>
                  <a:cubicBezTo>
                    <a:pt x="20546" y="7958"/>
                    <a:pt x="20546" y="7958"/>
                    <a:pt x="20546" y="7958"/>
                  </a:cubicBezTo>
                  <a:cubicBezTo>
                    <a:pt x="21073" y="7958"/>
                    <a:pt x="20546" y="7389"/>
                    <a:pt x="20546" y="6821"/>
                  </a:cubicBezTo>
                  <a:cubicBezTo>
                    <a:pt x="20546" y="6253"/>
                    <a:pt x="21073" y="5684"/>
                    <a:pt x="21073" y="5116"/>
                  </a:cubicBezTo>
                  <a:cubicBezTo>
                    <a:pt x="21073" y="5116"/>
                    <a:pt x="20020" y="2274"/>
                    <a:pt x="19493" y="2274"/>
                  </a:cubicBezTo>
                  <a:cubicBezTo>
                    <a:pt x="19493" y="2274"/>
                    <a:pt x="18966" y="568"/>
                    <a:pt x="18439" y="568"/>
                  </a:cubicBezTo>
                  <a:cubicBezTo>
                    <a:pt x="18439" y="0"/>
                    <a:pt x="17912" y="0"/>
                    <a:pt x="17912" y="0"/>
                  </a:cubicBezTo>
                  <a:cubicBezTo>
                    <a:pt x="17385" y="0"/>
                    <a:pt x="17385" y="568"/>
                    <a:pt x="17385" y="568"/>
                  </a:cubicBezTo>
                  <a:cubicBezTo>
                    <a:pt x="17385" y="568"/>
                    <a:pt x="17912" y="568"/>
                    <a:pt x="17912" y="568"/>
                  </a:cubicBezTo>
                  <a:cubicBezTo>
                    <a:pt x="18439" y="568"/>
                    <a:pt x="18439" y="1137"/>
                    <a:pt x="18439" y="1137"/>
                  </a:cubicBezTo>
                  <a:cubicBezTo>
                    <a:pt x="18439" y="1705"/>
                    <a:pt x="17912" y="1137"/>
                    <a:pt x="17385" y="1137"/>
                  </a:cubicBezTo>
                  <a:cubicBezTo>
                    <a:pt x="17385" y="1137"/>
                    <a:pt x="17385" y="1137"/>
                    <a:pt x="16859" y="568"/>
                  </a:cubicBezTo>
                  <a:cubicBezTo>
                    <a:pt x="16859" y="568"/>
                    <a:pt x="16859" y="0"/>
                    <a:pt x="16332" y="0"/>
                  </a:cubicBezTo>
                  <a:cubicBezTo>
                    <a:pt x="16332" y="568"/>
                    <a:pt x="16332" y="568"/>
                    <a:pt x="16332" y="1137"/>
                  </a:cubicBezTo>
                  <a:cubicBezTo>
                    <a:pt x="16332" y="1137"/>
                    <a:pt x="16332" y="1705"/>
                    <a:pt x="15805" y="1705"/>
                  </a:cubicBezTo>
                  <a:cubicBezTo>
                    <a:pt x="15805" y="2274"/>
                    <a:pt x="16332" y="2274"/>
                    <a:pt x="16332" y="2842"/>
                  </a:cubicBezTo>
                  <a:cubicBezTo>
                    <a:pt x="16859" y="3411"/>
                    <a:pt x="16859" y="3411"/>
                    <a:pt x="16332" y="3979"/>
                  </a:cubicBezTo>
                  <a:cubicBezTo>
                    <a:pt x="16332" y="3979"/>
                    <a:pt x="16859" y="3979"/>
                    <a:pt x="16859" y="4547"/>
                  </a:cubicBezTo>
                  <a:cubicBezTo>
                    <a:pt x="17385" y="4547"/>
                    <a:pt x="16859" y="6253"/>
                    <a:pt x="16859" y="6821"/>
                  </a:cubicBezTo>
                  <a:cubicBezTo>
                    <a:pt x="16859" y="7389"/>
                    <a:pt x="16859" y="8526"/>
                    <a:pt x="16332" y="9095"/>
                  </a:cubicBezTo>
                  <a:cubicBezTo>
                    <a:pt x="15805" y="9663"/>
                    <a:pt x="15278" y="10800"/>
                    <a:pt x="14751" y="10800"/>
                  </a:cubicBezTo>
                  <a:cubicBezTo>
                    <a:pt x="14224" y="10800"/>
                    <a:pt x="13171" y="11937"/>
                    <a:pt x="13171" y="11937"/>
                  </a:cubicBezTo>
                  <a:cubicBezTo>
                    <a:pt x="13171" y="12505"/>
                    <a:pt x="12644" y="12505"/>
                    <a:pt x="12117" y="12505"/>
                  </a:cubicBezTo>
                  <a:cubicBezTo>
                    <a:pt x="12117" y="12505"/>
                    <a:pt x="11590" y="11937"/>
                    <a:pt x="11590" y="11368"/>
                  </a:cubicBezTo>
                  <a:cubicBezTo>
                    <a:pt x="12117" y="11368"/>
                    <a:pt x="12117" y="10800"/>
                    <a:pt x="12117" y="10800"/>
                  </a:cubicBezTo>
                  <a:cubicBezTo>
                    <a:pt x="11590" y="10800"/>
                    <a:pt x="11063" y="10800"/>
                    <a:pt x="11063" y="11368"/>
                  </a:cubicBezTo>
                  <a:cubicBezTo>
                    <a:pt x="11063" y="11368"/>
                    <a:pt x="11063" y="11937"/>
                    <a:pt x="11063" y="12505"/>
                  </a:cubicBezTo>
                  <a:cubicBezTo>
                    <a:pt x="11063" y="13074"/>
                    <a:pt x="10537" y="13642"/>
                    <a:pt x="10537" y="14211"/>
                  </a:cubicBezTo>
                  <a:cubicBezTo>
                    <a:pt x="10010" y="14779"/>
                    <a:pt x="10537" y="14779"/>
                    <a:pt x="10537" y="15347"/>
                  </a:cubicBezTo>
                  <a:cubicBezTo>
                    <a:pt x="10537" y="15916"/>
                    <a:pt x="10010" y="15916"/>
                    <a:pt x="10010" y="15916"/>
                  </a:cubicBezTo>
                  <a:cubicBezTo>
                    <a:pt x="9483" y="15916"/>
                    <a:pt x="9483" y="15347"/>
                    <a:pt x="8956" y="15347"/>
                  </a:cubicBezTo>
                  <a:cubicBezTo>
                    <a:pt x="8956" y="15347"/>
                    <a:pt x="8956" y="15347"/>
                    <a:pt x="7902" y="15347"/>
                  </a:cubicBezTo>
                  <a:cubicBezTo>
                    <a:pt x="6849" y="15347"/>
                    <a:pt x="6849" y="15347"/>
                    <a:pt x="6322" y="15916"/>
                  </a:cubicBezTo>
                  <a:cubicBezTo>
                    <a:pt x="5795" y="15916"/>
                    <a:pt x="4215" y="15916"/>
                    <a:pt x="3688" y="15916"/>
                  </a:cubicBezTo>
                  <a:cubicBezTo>
                    <a:pt x="3161" y="15916"/>
                    <a:pt x="2634" y="17053"/>
                    <a:pt x="2107" y="17621"/>
                  </a:cubicBezTo>
                  <a:cubicBezTo>
                    <a:pt x="1580" y="17621"/>
                    <a:pt x="1580" y="18189"/>
                    <a:pt x="1054" y="18758"/>
                  </a:cubicBezTo>
                  <a:cubicBezTo>
                    <a:pt x="1054" y="18758"/>
                    <a:pt x="0" y="18758"/>
                    <a:pt x="0" y="19326"/>
                  </a:cubicBezTo>
                  <a:cubicBezTo>
                    <a:pt x="0" y="19895"/>
                    <a:pt x="1054" y="19895"/>
                    <a:pt x="1580" y="19895"/>
                  </a:cubicBezTo>
                  <a:cubicBezTo>
                    <a:pt x="2107" y="19895"/>
                    <a:pt x="2634" y="19895"/>
                    <a:pt x="2634" y="19326"/>
                  </a:cubicBezTo>
                  <a:cubicBezTo>
                    <a:pt x="2634" y="19326"/>
                    <a:pt x="3161" y="19326"/>
                    <a:pt x="3688" y="19326"/>
                  </a:cubicBezTo>
                  <a:cubicBezTo>
                    <a:pt x="3688" y="19895"/>
                    <a:pt x="4741" y="19326"/>
                    <a:pt x="4741" y="19326"/>
                  </a:cubicBezTo>
                  <a:cubicBezTo>
                    <a:pt x="5268" y="19326"/>
                    <a:pt x="5268" y="18758"/>
                    <a:pt x="5795" y="18758"/>
                  </a:cubicBezTo>
                  <a:cubicBezTo>
                    <a:pt x="5795" y="18758"/>
                    <a:pt x="6322" y="18758"/>
                    <a:pt x="6849" y="18189"/>
                  </a:cubicBezTo>
                  <a:cubicBezTo>
                    <a:pt x="6849" y="18189"/>
                    <a:pt x="7902" y="18189"/>
                    <a:pt x="7902" y="18189"/>
                  </a:cubicBezTo>
                  <a:cubicBezTo>
                    <a:pt x="8429" y="18189"/>
                    <a:pt x="8956" y="18189"/>
                    <a:pt x="9483" y="18189"/>
                  </a:cubicBezTo>
                  <a:cubicBezTo>
                    <a:pt x="10010" y="18758"/>
                    <a:pt x="9483" y="19326"/>
                    <a:pt x="9483" y="19326"/>
                  </a:cubicBezTo>
                  <a:cubicBezTo>
                    <a:pt x="8956" y="19326"/>
                    <a:pt x="9483" y="20463"/>
                    <a:pt x="10010" y="20463"/>
                  </a:cubicBezTo>
                  <a:cubicBezTo>
                    <a:pt x="10537" y="21032"/>
                    <a:pt x="10537" y="21600"/>
                    <a:pt x="11063" y="21600"/>
                  </a:cubicBezTo>
                  <a:cubicBezTo>
                    <a:pt x="12117" y="21600"/>
                    <a:pt x="12117" y="19895"/>
                    <a:pt x="12644" y="19895"/>
                  </a:cubicBezTo>
                  <a:cubicBezTo>
                    <a:pt x="12644" y="19326"/>
                    <a:pt x="13171" y="19326"/>
                    <a:pt x="13171" y="19326"/>
                  </a:cubicBezTo>
                  <a:cubicBezTo>
                    <a:pt x="13171" y="19326"/>
                    <a:pt x="13171" y="18189"/>
                    <a:pt x="13171" y="18189"/>
                  </a:cubicBezTo>
                  <a:cubicBezTo>
                    <a:pt x="13698" y="18189"/>
                    <a:pt x="13698" y="18758"/>
                    <a:pt x="14224" y="18758"/>
                  </a:cubicBezTo>
                  <a:cubicBezTo>
                    <a:pt x="14224" y="18758"/>
                    <a:pt x="14751" y="18758"/>
                    <a:pt x="15278" y="18758"/>
                  </a:cubicBezTo>
                  <a:cubicBezTo>
                    <a:pt x="15805" y="18758"/>
                    <a:pt x="16332" y="18189"/>
                    <a:pt x="16859" y="18189"/>
                  </a:cubicBezTo>
                  <a:cubicBezTo>
                    <a:pt x="16859" y="17621"/>
                    <a:pt x="16859" y="17053"/>
                    <a:pt x="17385" y="17053"/>
                  </a:cubicBezTo>
                  <a:cubicBezTo>
                    <a:pt x="17385" y="17053"/>
                    <a:pt x="17385" y="18189"/>
                    <a:pt x="17912" y="18189"/>
                  </a:cubicBezTo>
                  <a:cubicBezTo>
                    <a:pt x="17912" y="18189"/>
                    <a:pt x="17912" y="16484"/>
                    <a:pt x="17912" y="16484"/>
                  </a:cubicBezTo>
                  <a:cubicBezTo>
                    <a:pt x="17912" y="15916"/>
                    <a:pt x="18439" y="15916"/>
                    <a:pt x="18439" y="15916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59" name="Freeform 35"/>
            <p:cNvSpPr/>
            <p:nvPr/>
          </p:nvSpPr>
          <p:spPr>
            <a:xfrm>
              <a:off x="5673034" y="1107575"/>
              <a:ext cx="102192" cy="918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0" h="20426" extrusionOk="0">
                  <a:moveTo>
                    <a:pt x="18233" y="8686"/>
                  </a:moveTo>
                  <a:cubicBezTo>
                    <a:pt x="18233" y="7658"/>
                    <a:pt x="18233" y="6629"/>
                    <a:pt x="18233" y="6629"/>
                  </a:cubicBezTo>
                  <a:cubicBezTo>
                    <a:pt x="17293" y="5600"/>
                    <a:pt x="16354" y="7658"/>
                    <a:pt x="15415" y="7658"/>
                  </a:cubicBezTo>
                  <a:cubicBezTo>
                    <a:pt x="14476" y="7658"/>
                    <a:pt x="14476" y="6629"/>
                    <a:pt x="14476" y="5600"/>
                  </a:cubicBezTo>
                  <a:cubicBezTo>
                    <a:pt x="14476" y="5600"/>
                    <a:pt x="13537" y="5600"/>
                    <a:pt x="12598" y="6629"/>
                  </a:cubicBezTo>
                  <a:cubicBezTo>
                    <a:pt x="11659" y="6629"/>
                    <a:pt x="9780" y="4572"/>
                    <a:pt x="8841" y="3543"/>
                  </a:cubicBezTo>
                  <a:cubicBezTo>
                    <a:pt x="6963" y="2515"/>
                    <a:pt x="5085" y="458"/>
                    <a:pt x="5085" y="458"/>
                  </a:cubicBezTo>
                  <a:cubicBezTo>
                    <a:pt x="5085" y="-571"/>
                    <a:pt x="4146" y="458"/>
                    <a:pt x="4146" y="458"/>
                  </a:cubicBezTo>
                  <a:cubicBezTo>
                    <a:pt x="3207" y="1486"/>
                    <a:pt x="4146" y="1486"/>
                    <a:pt x="4146" y="2515"/>
                  </a:cubicBezTo>
                  <a:cubicBezTo>
                    <a:pt x="5085" y="2515"/>
                    <a:pt x="5085" y="6629"/>
                    <a:pt x="5085" y="7658"/>
                  </a:cubicBezTo>
                  <a:cubicBezTo>
                    <a:pt x="5085" y="7658"/>
                    <a:pt x="5085" y="9715"/>
                    <a:pt x="5085" y="9715"/>
                  </a:cubicBezTo>
                  <a:cubicBezTo>
                    <a:pt x="6024" y="10743"/>
                    <a:pt x="5085" y="11772"/>
                    <a:pt x="4146" y="12800"/>
                  </a:cubicBezTo>
                  <a:cubicBezTo>
                    <a:pt x="4146" y="12800"/>
                    <a:pt x="3207" y="11772"/>
                    <a:pt x="2267" y="11772"/>
                  </a:cubicBezTo>
                  <a:cubicBezTo>
                    <a:pt x="1328" y="11772"/>
                    <a:pt x="2267" y="12800"/>
                    <a:pt x="1328" y="13829"/>
                  </a:cubicBezTo>
                  <a:cubicBezTo>
                    <a:pt x="1328" y="13829"/>
                    <a:pt x="389" y="14858"/>
                    <a:pt x="389" y="14858"/>
                  </a:cubicBezTo>
                  <a:cubicBezTo>
                    <a:pt x="-550" y="15886"/>
                    <a:pt x="389" y="16915"/>
                    <a:pt x="1328" y="17943"/>
                  </a:cubicBezTo>
                  <a:cubicBezTo>
                    <a:pt x="2267" y="18972"/>
                    <a:pt x="1328" y="18972"/>
                    <a:pt x="1328" y="18972"/>
                  </a:cubicBezTo>
                  <a:cubicBezTo>
                    <a:pt x="1328" y="20000"/>
                    <a:pt x="1328" y="20000"/>
                    <a:pt x="2267" y="20000"/>
                  </a:cubicBezTo>
                  <a:cubicBezTo>
                    <a:pt x="3207" y="21029"/>
                    <a:pt x="3207" y="20000"/>
                    <a:pt x="4146" y="18972"/>
                  </a:cubicBezTo>
                  <a:cubicBezTo>
                    <a:pt x="4146" y="18972"/>
                    <a:pt x="5085" y="18972"/>
                    <a:pt x="5085" y="18972"/>
                  </a:cubicBezTo>
                  <a:cubicBezTo>
                    <a:pt x="6024" y="18972"/>
                    <a:pt x="5085" y="16915"/>
                    <a:pt x="4146" y="16915"/>
                  </a:cubicBezTo>
                  <a:cubicBezTo>
                    <a:pt x="3207" y="16915"/>
                    <a:pt x="3207" y="16915"/>
                    <a:pt x="2267" y="16915"/>
                  </a:cubicBezTo>
                  <a:cubicBezTo>
                    <a:pt x="1328" y="15886"/>
                    <a:pt x="2267" y="14858"/>
                    <a:pt x="2267" y="14858"/>
                  </a:cubicBezTo>
                  <a:cubicBezTo>
                    <a:pt x="3207" y="14858"/>
                    <a:pt x="4146" y="15886"/>
                    <a:pt x="4146" y="15886"/>
                  </a:cubicBezTo>
                  <a:cubicBezTo>
                    <a:pt x="4146" y="16915"/>
                    <a:pt x="6024" y="14858"/>
                    <a:pt x="6024" y="14858"/>
                  </a:cubicBezTo>
                  <a:cubicBezTo>
                    <a:pt x="6963" y="14858"/>
                    <a:pt x="7902" y="15886"/>
                    <a:pt x="8841" y="15886"/>
                  </a:cubicBezTo>
                  <a:cubicBezTo>
                    <a:pt x="9780" y="15886"/>
                    <a:pt x="12598" y="16915"/>
                    <a:pt x="12598" y="17943"/>
                  </a:cubicBezTo>
                  <a:cubicBezTo>
                    <a:pt x="13537" y="18972"/>
                    <a:pt x="13537" y="16915"/>
                    <a:pt x="13537" y="15886"/>
                  </a:cubicBezTo>
                  <a:cubicBezTo>
                    <a:pt x="14476" y="13829"/>
                    <a:pt x="15415" y="12800"/>
                    <a:pt x="16354" y="11772"/>
                  </a:cubicBezTo>
                  <a:cubicBezTo>
                    <a:pt x="17293" y="11772"/>
                    <a:pt x="21050" y="10743"/>
                    <a:pt x="21050" y="10743"/>
                  </a:cubicBezTo>
                  <a:cubicBezTo>
                    <a:pt x="21050" y="10743"/>
                    <a:pt x="20111" y="10743"/>
                    <a:pt x="19172" y="10743"/>
                  </a:cubicBezTo>
                  <a:cubicBezTo>
                    <a:pt x="19172" y="10743"/>
                    <a:pt x="18233" y="8686"/>
                    <a:pt x="18233" y="8686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60" name="Freeform 36"/>
            <p:cNvSpPr/>
            <p:nvPr/>
          </p:nvSpPr>
          <p:spPr>
            <a:xfrm>
              <a:off x="5627424" y="876615"/>
              <a:ext cx="93973" cy="2147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02" h="21331" extrusionOk="0">
                  <a:moveTo>
                    <a:pt x="1180" y="3867"/>
                  </a:moveTo>
                  <a:cubicBezTo>
                    <a:pt x="2161" y="4327"/>
                    <a:pt x="3143" y="4786"/>
                    <a:pt x="4125" y="5705"/>
                  </a:cubicBezTo>
                  <a:cubicBezTo>
                    <a:pt x="5107" y="6165"/>
                    <a:pt x="5107" y="8003"/>
                    <a:pt x="6089" y="8003"/>
                  </a:cubicBezTo>
                  <a:cubicBezTo>
                    <a:pt x="7071" y="8463"/>
                    <a:pt x="7071" y="9382"/>
                    <a:pt x="7071" y="9842"/>
                  </a:cubicBezTo>
                  <a:cubicBezTo>
                    <a:pt x="7071" y="9842"/>
                    <a:pt x="8052" y="10761"/>
                    <a:pt x="8052" y="11220"/>
                  </a:cubicBezTo>
                  <a:cubicBezTo>
                    <a:pt x="8052" y="11220"/>
                    <a:pt x="8052" y="11680"/>
                    <a:pt x="8052" y="11680"/>
                  </a:cubicBezTo>
                  <a:cubicBezTo>
                    <a:pt x="8052" y="12140"/>
                    <a:pt x="8052" y="13059"/>
                    <a:pt x="8052" y="13518"/>
                  </a:cubicBezTo>
                  <a:cubicBezTo>
                    <a:pt x="8052" y="13978"/>
                    <a:pt x="10998" y="16276"/>
                    <a:pt x="10998" y="16735"/>
                  </a:cubicBezTo>
                  <a:cubicBezTo>
                    <a:pt x="10998" y="17195"/>
                    <a:pt x="11980" y="20871"/>
                    <a:pt x="12961" y="21331"/>
                  </a:cubicBezTo>
                  <a:cubicBezTo>
                    <a:pt x="14925" y="21331"/>
                    <a:pt x="13943" y="20412"/>
                    <a:pt x="14925" y="19952"/>
                  </a:cubicBezTo>
                  <a:cubicBezTo>
                    <a:pt x="14925" y="19952"/>
                    <a:pt x="16889" y="20871"/>
                    <a:pt x="18852" y="20871"/>
                  </a:cubicBezTo>
                  <a:cubicBezTo>
                    <a:pt x="20816" y="21331"/>
                    <a:pt x="16889" y="19033"/>
                    <a:pt x="16889" y="19033"/>
                  </a:cubicBezTo>
                  <a:cubicBezTo>
                    <a:pt x="16889" y="18574"/>
                    <a:pt x="14925" y="17654"/>
                    <a:pt x="13943" y="17195"/>
                  </a:cubicBezTo>
                  <a:cubicBezTo>
                    <a:pt x="12961" y="16735"/>
                    <a:pt x="12961" y="15816"/>
                    <a:pt x="13943" y="15357"/>
                  </a:cubicBezTo>
                  <a:cubicBezTo>
                    <a:pt x="13943" y="14897"/>
                    <a:pt x="13943" y="13978"/>
                    <a:pt x="13943" y="13518"/>
                  </a:cubicBezTo>
                  <a:cubicBezTo>
                    <a:pt x="14925" y="13518"/>
                    <a:pt x="18852" y="14437"/>
                    <a:pt x="19834" y="14897"/>
                  </a:cubicBezTo>
                  <a:cubicBezTo>
                    <a:pt x="20816" y="14897"/>
                    <a:pt x="18852" y="13978"/>
                    <a:pt x="17871" y="13518"/>
                  </a:cubicBezTo>
                  <a:cubicBezTo>
                    <a:pt x="17871" y="13518"/>
                    <a:pt x="17871" y="13518"/>
                    <a:pt x="17871" y="13059"/>
                  </a:cubicBezTo>
                  <a:cubicBezTo>
                    <a:pt x="17871" y="13059"/>
                    <a:pt x="17871" y="13059"/>
                    <a:pt x="17871" y="13059"/>
                  </a:cubicBezTo>
                  <a:cubicBezTo>
                    <a:pt x="17871" y="13059"/>
                    <a:pt x="16889" y="12599"/>
                    <a:pt x="16889" y="12599"/>
                  </a:cubicBezTo>
                  <a:cubicBezTo>
                    <a:pt x="16889" y="12599"/>
                    <a:pt x="16889" y="12599"/>
                    <a:pt x="16889" y="12599"/>
                  </a:cubicBezTo>
                  <a:cubicBezTo>
                    <a:pt x="16889" y="12599"/>
                    <a:pt x="16889" y="12140"/>
                    <a:pt x="16889" y="12140"/>
                  </a:cubicBezTo>
                  <a:cubicBezTo>
                    <a:pt x="16889" y="12140"/>
                    <a:pt x="16889" y="12140"/>
                    <a:pt x="16889" y="12140"/>
                  </a:cubicBezTo>
                  <a:cubicBezTo>
                    <a:pt x="16889" y="11680"/>
                    <a:pt x="16889" y="11680"/>
                    <a:pt x="15907" y="11680"/>
                  </a:cubicBezTo>
                  <a:cubicBezTo>
                    <a:pt x="15907" y="11220"/>
                    <a:pt x="15907" y="11220"/>
                    <a:pt x="15907" y="10761"/>
                  </a:cubicBezTo>
                  <a:cubicBezTo>
                    <a:pt x="15907" y="10301"/>
                    <a:pt x="13943" y="9842"/>
                    <a:pt x="12961" y="9382"/>
                  </a:cubicBezTo>
                  <a:cubicBezTo>
                    <a:pt x="11980" y="8463"/>
                    <a:pt x="10016" y="6165"/>
                    <a:pt x="9034" y="5705"/>
                  </a:cubicBezTo>
                  <a:cubicBezTo>
                    <a:pt x="8052" y="5246"/>
                    <a:pt x="8052" y="5246"/>
                    <a:pt x="7071" y="4327"/>
                  </a:cubicBezTo>
                  <a:cubicBezTo>
                    <a:pt x="7071" y="3867"/>
                    <a:pt x="5107" y="2029"/>
                    <a:pt x="5107" y="1569"/>
                  </a:cubicBezTo>
                  <a:cubicBezTo>
                    <a:pt x="4125" y="1110"/>
                    <a:pt x="4125" y="1110"/>
                    <a:pt x="4125" y="650"/>
                  </a:cubicBezTo>
                  <a:cubicBezTo>
                    <a:pt x="4125" y="191"/>
                    <a:pt x="1180" y="-269"/>
                    <a:pt x="198" y="191"/>
                  </a:cubicBezTo>
                  <a:cubicBezTo>
                    <a:pt x="-784" y="191"/>
                    <a:pt x="2161" y="1110"/>
                    <a:pt x="3143" y="1569"/>
                  </a:cubicBezTo>
                  <a:cubicBezTo>
                    <a:pt x="3143" y="2029"/>
                    <a:pt x="2161" y="1569"/>
                    <a:pt x="1180" y="2029"/>
                  </a:cubicBezTo>
                  <a:cubicBezTo>
                    <a:pt x="198" y="2488"/>
                    <a:pt x="1180" y="3408"/>
                    <a:pt x="1180" y="3867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61" name="Freeform 37"/>
            <p:cNvSpPr/>
            <p:nvPr/>
          </p:nvSpPr>
          <p:spPr>
            <a:xfrm>
              <a:off x="5407605" y="1679273"/>
              <a:ext cx="104846" cy="1209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60" h="21024" extrusionOk="0">
                  <a:moveTo>
                    <a:pt x="3860" y="224"/>
                  </a:moveTo>
                  <a:cubicBezTo>
                    <a:pt x="2060" y="224"/>
                    <a:pt x="1160" y="1024"/>
                    <a:pt x="2060" y="2624"/>
                  </a:cubicBezTo>
                  <a:cubicBezTo>
                    <a:pt x="2060" y="3424"/>
                    <a:pt x="2960" y="8224"/>
                    <a:pt x="2960" y="9024"/>
                  </a:cubicBezTo>
                  <a:cubicBezTo>
                    <a:pt x="2060" y="9824"/>
                    <a:pt x="1160" y="8224"/>
                    <a:pt x="260" y="8224"/>
                  </a:cubicBezTo>
                  <a:cubicBezTo>
                    <a:pt x="-640" y="8224"/>
                    <a:pt x="1160" y="10624"/>
                    <a:pt x="260" y="10624"/>
                  </a:cubicBezTo>
                  <a:cubicBezTo>
                    <a:pt x="260" y="11424"/>
                    <a:pt x="1160" y="12224"/>
                    <a:pt x="2060" y="13024"/>
                  </a:cubicBezTo>
                  <a:cubicBezTo>
                    <a:pt x="2960" y="13824"/>
                    <a:pt x="5660" y="13824"/>
                    <a:pt x="4760" y="14624"/>
                  </a:cubicBezTo>
                  <a:cubicBezTo>
                    <a:pt x="2960" y="15424"/>
                    <a:pt x="3860" y="15424"/>
                    <a:pt x="4760" y="16224"/>
                  </a:cubicBezTo>
                  <a:cubicBezTo>
                    <a:pt x="5660" y="16224"/>
                    <a:pt x="6560" y="17024"/>
                    <a:pt x="7460" y="17024"/>
                  </a:cubicBezTo>
                  <a:cubicBezTo>
                    <a:pt x="9260" y="17824"/>
                    <a:pt x="9260" y="17024"/>
                    <a:pt x="10160" y="16224"/>
                  </a:cubicBezTo>
                  <a:cubicBezTo>
                    <a:pt x="11060" y="16224"/>
                    <a:pt x="10160" y="17024"/>
                    <a:pt x="10160" y="17024"/>
                  </a:cubicBezTo>
                  <a:cubicBezTo>
                    <a:pt x="10160" y="17824"/>
                    <a:pt x="11060" y="17824"/>
                    <a:pt x="11960" y="17824"/>
                  </a:cubicBezTo>
                  <a:cubicBezTo>
                    <a:pt x="13760" y="17824"/>
                    <a:pt x="13760" y="18624"/>
                    <a:pt x="14660" y="18624"/>
                  </a:cubicBezTo>
                  <a:cubicBezTo>
                    <a:pt x="14660" y="19424"/>
                    <a:pt x="14660" y="17824"/>
                    <a:pt x="14660" y="17024"/>
                  </a:cubicBezTo>
                  <a:cubicBezTo>
                    <a:pt x="14660" y="17024"/>
                    <a:pt x="15560" y="17824"/>
                    <a:pt x="16460" y="18624"/>
                  </a:cubicBezTo>
                  <a:cubicBezTo>
                    <a:pt x="16460" y="19424"/>
                    <a:pt x="15560" y="19424"/>
                    <a:pt x="15560" y="20224"/>
                  </a:cubicBezTo>
                  <a:cubicBezTo>
                    <a:pt x="16460" y="20224"/>
                    <a:pt x="19160" y="21024"/>
                    <a:pt x="20060" y="21024"/>
                  </a:cubicBezTo>
                  <a:cubicBezTo>
                    <a:pt x="20960" y="21024"/>
                    <a:pt x="20060" y="20224"/>
                    <a:pt x="20060" y="20224"/>
                  </a:cubicBezTo>
                  <a:cubicBezTo>
                    <a:pt x="20060" y="19424"/>
                    <a:pt x="19160" y="18624"/>
                    <a:pt x="18260" y="18624"/>
                  </a:cubicBezTo>
                  <a:cubicBezTo>
                    <a:pt x="18260" y="17824"/>
                    <a:pt x="19160" y="17824"/>
                    <a:pt x="18260" y="17024"/>
                  </a:cubicBezTo>
                  <a:cubicBezTo>
                    <a:pt x="18260" y="16224"/>
                    <a:pt x="17360" y="16224"/>
                    <a:pt x="16460" y="16224"/>
                  </a:cubicBezTo>
                  <a:cubicBezTo>
                    <a:pt x="15560" y="16224"/>
                    <a:pt x="15560" y="16224"/>
                    <a:pt x="14660" y="15424"/>
                  </a:cubicBezTo>
                  <a:cubicBezTo>
                    <a:pt x="13760" y="15424"/>
                    <a:pt x="11960" y="15424"/>
                    <a:pt x="10160" y="15424"/>
                  </a:cubicBezTo>
                  <a:cubicBezTo>
                    <a:pt x="9260" y="15424"/>
                    <a:pt x="9260" y="13824"/>
                    <a:pt x="9260" y="13024"/>
                  </a:cubicBezTo>
                  <a:cubicBezTo>
                    <a:pt x="9260" y="12224"/>
                    <a:pt x="10160" y="13824"/>
                    <a:pt x="11060" y="13824"/>
                  </a:cubicBezTo>
                  <a:cubicBezTo>
                    <a:pt x="12860" y="14624"/>
                    <a:pt x="11060" y="12224"/>
                    <a:pt x="10160" y="12224"/>
                  </a:cubicBezTo>
                  <a:cubicBezTo>
                    <a:pt x="9260" y="11424"/>
                    <a:pt x="8360" y="10624"/>
                    <a:pt x="8360" y="10624"/>
                  </a:cubicBezTo>
                  <a:cubicBezTo>
                    <a:pt x="8360" y="9824"/>
                    <a:pt x="10160" y="9024"/>
                    <a:pt x="10160" y="9024"/>
                  </a:cubicBezTo>
                  <a:cubicBezTo>
                    <a:pt x="10160" y="8224"/>
                    <a:pt x="11060" y="5824"/>
                    <a:pt x="9260" y="5024"/>
                  </a:cubicBezTo>
                  <a:cubicBezTo>
                    <a:pt x="7460" y="3424"/>
                    <a:pt x="7460" y="2624"/>
                    <a:pt x="8360" y="2624"/>
                  </a:cubicBezTo>
                  <a:cubicBezTo>
                    <a:pt x="8360" y="1824"/>
                    <a:pt x="8360" y="1024"/>
                    <a:pt x="6560" y="1024"/>
                  </a:cubicBezTo>
                  <a:cubicBezTo>
                    <a:pt x="4760" y="1024"/>
                    <a:pt x="5660" y="-576"/>
                    <a:pt x="3860" y="224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62" name="Freeform 38"/>
            <p:cNvSpPr/>
            <p:nvPr/>
          </p:nvSpPr>
          <p:spPr>
            <a:xfrm>
              <a:off x="5518287" y="1802795"/>
              <a:ext cx="29119" cy="47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93" h="20509" extrusionOk="0">
                  <a:moveTo>
                    <a:pt x="675" y="873"/>
                  </a:moveTo>
                  <a:cubicBezTo>
                    <a:pt x="675" y="2836"/>
                    <a:pt x="-2025" y="873"/>
                    <a:pt x="3375" y="2836"/>
                  </a:cubicBezTo>
                  <a:cubicBezTo>
                    <a:pt x="6075" y="4800"/>
                    <a:pt x="8775" y="6764"/>
                    <a:pt x="8775" y="8727"/>
                  </a:cubicBezTo>
                  <a:cubicBezTo>
                    <a:pt x="8775" y="10691"/>
                    <a:pt x="11475" y="12654"/>
                    <a:pt x="8775" y="12654"/>
                  </a:cubicBezTo>
                  <a:cubicBezTo>
                    <a:pt x="8775" y="12654"/>
                    <a:pt x="6075" y="12654"/>
                    <a:pt x="6075" y="14618"/>
                  </a:cubicBezTo>
                  <a:cubicBezTo>
                    <a:pt x="8775" y="16582"/>
                    <a:pt x="11475" y="20509"/>
                    <a:pt x="11475" y="20509"/>
                  </a:cubicBezTo>
                  <a:cubicBezTo>
                    <a:pt x="14175" y="18545"/>
                    <a:pt x="11475" y="14618"/>
                    <a:pt x="14175" y="14618"/>
                  </a:cubicBezTo>
                  <a:cubicBezTo>
                    <a:pt x="16875" y="12654"/>
                    <a:pt x="19575" y="14618"/>
                    <a:pt x="16875" y="10691"/>
                  </a:cubicBezTo>
                  <a:cubicBezTo>
                    <a:pt x="16875" y="8727"/>
                    <a:pt x="16875" y="4800"/>
                    <a:pt x="14175" y="4800"/>
                  </a:cubicBezTo>
                  <a:cubicBezTo>
                    <a:pt x="11475" y="2836"/>
                    <a:pt x="11475" y="873"/>
                    <a:pt x="8775" y="873"/>
                  </a:cubicBezTo>
                  <a:cubicBezTo>
                    <a:pt x="3375" y="-1091"/>
                    <a:pt x="3375" y="873"/>
                    <a:pt x="675" y="873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63" name="Freeform 39"/>
            <p:cNvSpPr/>
            <p:nvPr/>
          </p:nvSpPr>
          <p:spPr>
            <a:xfrm>
              <a:off x="5491710" y="1858649"/>
              <a:ext cx="97674" cy="794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3" h="20559" extrusionOk="0">
                  <a:moveTo>
                    <a:pt x="19636" y="9759"/>
                  </a:moveTo>
                  <a:cubicBezTo>
                    <a:pt x="18655" y="7359"/>
                    <a:pt x="15709" y="159"/>
                    <a:pt x="13745" y="159"/>
                  </a:cubicBezTo>
                  <a:cubicBezTo>
                    <a:pt x="13745" y="-1041"/>
                    <a:pt x="13745" y="4959"/>
                    <a:pt x="13745" y="4959"/>
                  </a:cubicBezTo>
                  <a:cubicBezTo>
                    <a:pt x="12764" y="4959"/>
                    <a:pt x="10800" y="4959"/>
                    <a:pt x="10800" y="6159"/>
                  </a:cubicBezTo>
                  <a:cubicBezTo>
                    <a:pt x="10800" y="7359"/>
                    <a:pt x="8836" y="9759"/>
                    <a:pt x="7855" y="8559"/>
                  </a:cubicBezTo>
                  <a:cubicBezTo>
                    <a:pt x="7855" y="8559"/>
                    <a:pt x="6873" y="7359"/>
                    <a:pt x="5891" y="7359"/>
                  </a:cubicBezTo>
                  <a:cubicBezTo>
                    <a:pt x="5891" y="7359"/>
                    <a:pt x="3927" y="7359"/>
                    <a:pt x="3927" y="8559"/>
                  </a:cubicBezTo>
                  <a:cubicBezTo>
                    <a:pt x="4909" y="8559"/>
                    <a:pt x="3927" y="8559"/>
                    <a:pt x="2945" y="8559"/>
                  </a:cubicBezTo>
                  <a:cubicBezTo>
                    <a:pt x="1964" y="9759"/>
                    <a:pt x="0" y="9759"/>
                    <a:pt x="0" y="10959"/>
                  </a:cubicBezTo>
                  <a:cubicBezTo>
                    <a:pt x="982" y="12159"/>
                    <a:pt x="0" y="14559"/>
                    <a:pt x="982" y="13359"/>
                  </a:cubicBezTo>
                  <a:cubicBezTo>
                    <a:pt x="1964" y="12159"/>
                    <a:pt x="1964" y="10959"/>
                    <a:pt x="2945" y="10959"/>
                  </a:cubicBezTo>
                  <a:cubicBezTo>
                    <a:pt x="2945" y="12159"/>
                    <a:pt x="2945" y="13359"/>
                    <a:pt x="4909" y="13359"/>
                  </a:cubicBezTo>
                  <a:cubicBezTo>
                    <a:pt x="5891" y="12159"/>
                    <a:pt x="7855" y="10959"/>
                    <a:pt x="7855" y="10959"/>
                  </a:cubicBezTo>
                  <a:cubicBezTo>
                    <a:pt x="8836" y="12159"/>
                    <a:pt x="10800" y="13359"/>
                    <a:pt x="9818" y="13359"/>
                  </a:cubicBezTo>
                  <a:cubicBezTo>
                    <a:pt x="9818" y="14559"/>
                    <a:pt x="8836" y="16959"/>
                    <a:pt x="10800" y="18159"/>
                  </a:cubicBezTo>
                  <a:cubicBezTo>
                    <a:pt x="12764" y="20559"/>
                    <a:pt x="13745" y="20559"/>
                    <a:pt x="14727" y="20559"/>
                  </a:cubicBezTo>
                  <a:cubicBezTo>
                    <a:pt x="15709" y="20559"/>
                    <a:pt x="17673" y="19359"/>
                    <a:pt x="16691" y="18159"/>
                  </a:cubicBezTo>
                  <a:cubicBezTo>
                    <a:pt x="15709" y="16959"/>
                    <a:pt x="15709" y="15759"/>
                    <a:pt x="15709" y="15759"/>
                  </a:cubicBezTo>
                  <a:cubicBezTo>
                    <a:pt x="15709" y="14559"/>
                    <a:pt x="16691" y="14559"/>
                    <a:pt x="17673" y="14559"/>
                  </a:cubicBezTo>
                  <a:cubicBezTo>
                    <a:pt x="18655" y="15759"/>
                    <a:pt x="19636" y="16959"/>
                    <a:pt x="20618" y="15759"/>
                  </a:cubicBezTo>
                  <a:cubicBezTo>
                    <a:pt x="21600" y="14559"/>
                    <a:pt x="19636" y="12159"/>
                    <a:pt x="19636" y="9759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64" name="Freeform 40"/>
            <p:cNvSpPr/>
            <p:nvPr/>
          </p:nvSpPr>
          <p:spPr>
            <a:xfrm>
              <a:off x="5473683" y="1819665"/>
              <a:ext cx="28816" cy="284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870" h="19792" extrusionOk="0">
                  <a:moveTo>
                    <a:pt x="10411" y="15429"/>
                  </a:moveTo>
                  <a:cubicBezTo>
                    <a:pt x="13111" y="12343"/>
                    <a:pt x="13111" y="12343"/>
                    <a:pt x="15811" y="9257"/>
                  </a:cubicBezTo>
                  <a:cubicBezTo>
                    <a:pt x="18511" y="9257"/>
                    <a:pt x="15811" y="3086"/>
                    <a:pt x="10411" y="3086"/>
                  </a:cubicBezTo>
                  <a:cubicBezTo>
                    <a:pt x="7711" y="3086"/>
                    <a:pt x="5011" y="0"/>
                    <a:pt x="2311" y="0"/>
                  </a:cubicBezTo>
                  <a:cubicBezTo>
                    <a:pt x="-3089" y="0"/>
                    <a:pt x="2311" y="6171"/>
                    <a:pt x="5011" y="9257"/>
                  </a:cubicBezTo>
                  <a:cubicBezTo>
                    <a:pt x="7711" y="12343"/>
                    <a:pt x="2311" y="12343"/>
                    <a:pt x="2311" y="18514"/>
                  </a:cubicBezTo>
                  <a:cubicBezTo>
                    <a:pt x="2311" y="21600"/>
                    <a:pt x="7711" y="18514"/>
                    <a:pt x="10411" y="15429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65" name="Freeform 41"/>
            <p:cNvSpPr/>
            <p:nvPr/>
          </p:nvSpPr>
          <p:spPr>
            <a:xfrm>
              <a:off x="5494299" y="1837144"/>
              <a:ext cx="18125" cy="42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800" h="19875" extrusionOk="0">
                  <a:moveTo>
                    <a:pt x="14880" y="0"/>
                  </a:moveTo>
                  <a:cubicBezTo>
                    <a:pt x="10560" y="0"/>
                    <a:pt x="6240" y="4320"/>
                    <a:pt x="1920" y="6480"/>
                  </a:cubicBezTo>
                  <a:cubicBezTo>
                    <a:pt x="1920" y="8640"/>
                    <a:pt x="-2400" y="10800"/>
                    <a:pt x="1920" y="12960"/>
                  </a:cubicBezTo>
                  <a:cubicBezTo>
                    <a:pt x="6240" y="15120"/>
                    <a:pt x="14880" y="21600"/>
                    <a:pt x="14880" y="19440"/>
                  </a:cubicBezTo>
                  <a:cubicBezTo>
                    <a:pt x="14880" y="17280"/>
                    <a:pt x="14880" y="12960"/>
                    <a:pt x="14880" y="8640"/>
                  </a:cubicBezTo>
                  <a:cubicBezTo>
                    <a:pt x="14880" y="6480"/>
                    <a:pt x="19200" y="2160"/>
                    <a:pt x="1488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66" name="Freeform 42"/>
            <p:cNvSpPr/>
            <p:nvPr/>
          </p:nvSpPr>
          <p:spPr>
            <a:xfrm>
              <a:off x="5517709" y="1852989"/>
              <a:ext cx="1740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099" h="15869" extrusionOk="0">
                  <a:moveTo>
                    <a:pt x="1211" y="15869"/>
                  </a:moveTo>
                  <a:cubicBezTo>
                    <a:pt x="4296" y="15869"/>
                    <a:pt x="19725" y="8669"/>
                    <a:pt x="7382" y="1469"/>
                  </a:cubicBezTo>
                  <a:cubicBezTo>
                    <a:pt x="1211" y="-5731"/>
                    <a:pt x="-1875" y="15869"/>
                    <a:pt x="1211" y="15869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67" name="Freeform 43"/>
            <p:cNvSpPr/>
            <p:nvPr/>
          </p:nvSpPr>
          <p:spPr>
            <a:xfrm>
              <a:off x="5431510" y="1786652"/>
              <a:ext cx="27188" cy="23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0"/>
                  </a:moveTo>
                  <a:cubicBezTo>
                    <a:pt x="10800" y="0"/>
                    <a:pt x="0" y="0"/>
                    <a:pt x="0" y="0"/>
                  </a:cubicBezTo>
                  <a:cubicBezTo>
                    <a:pt x="3600" y="4320"/>
                    <a:pt x="3600" y="8640"/>
                    <a:pt x="7200" y="8640"/>
                  </a:cubicBezTo>
                  <a:cubicBezTo>
                    <a:pt x="10800" y="8640"/>
                    <a:pt x="10800" y="21600"/>
                    <a:pt x="18000" y="21600"/>
                  </a:cubicBezTo>
                  <a:cubicBezTo>
                    <a:pt x="21600" y="21600"/>
                    <a:pt x="21600" y="17280"/>
                    <a:pt x="21600" y="12960"/>
                  </a:cubicBezTo>
                  <a:cubicBezTo>
                    <a:pt x="21600" y="8640"/>
                    <a:pt x="21600" y="4320"/>
                    <a:pt x="1440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68" name="Freeform 44"/>
            <p:cNvSpPr/>
            <p:nvPr/>
          </p:nvSpPr>
          <p:spPr>
            <a:xfrm>
              <a:off x="5388819" y="1836879"/>
              <a:ext cx="42693" cy="50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87" h="20162" extrusionOk="0">
                  <a:moveTo>
                    <a:pt x="6827" y="11162"/>
                  </a:moveTo>
                  <a:cubicBezTo>
                    <a:pt x="6827" y="11162"/>
                    <a:pt x="-1813" y="20162"/>
                    <a:pt x="347" y="20162"/>
                  </a:cubicBezTo>
                  <a:cubicBezTo>
                    <a:pt x="2507" y="20162"/>
                    <a:pt x="8987" y="12962"/>
                    <a:pt x="11147" y="12962"/>
                  </a:cubicBezTo>
                  <a:cubicBezTo>
                    <a:pt x="13307" y="11162"/>
                    <a:pt x="19787" y="7562"/>
                    <a:pt x="19787" y="5762"/>
                  </a:cubicBezTo>
                  <a:cubicBezTo>
                    <a:pt x="19787" y="3962"/>
                    <a:pt x="17627" y="-1438"/>
                    <a:pt x="15467" y="362"/>
                  </a:cubicBezTo>
                  <a:cubicBezTo>
                    <a:pt x="15467" y="362"/>
                    <a:pt x="17627" y="3962"/>
                    <a:pt x="15467" y="3962"/>
                  </a:cubicBezTo>
                  <a:cubicBezTo>
                    <a:pt x="13307" y="5762"/>
                    <a:pt x="8987" y="9362"/>
                    <a:pt x="6827" y="11162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69" name="Freeform 45"/>
            <p:cNvSpPr/>
            <p:nvPr/>
          </p:nvSpPr>
          <p:spPr>
            <a:xfrm>
              <a:off x="5707236" y="2065728"/>
              <a:ext cx="482056" cy="221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4" h="21283" extrusionOk="0">
                  <a:moveTo>
                    <a:pt x="15172" y="15112"/>
                  </a:moveTo>
                  <a:cubicBezTo>
                    <a:pt x="15576" y="15552"/>
                    <a:pt x="15778" y="15552"/>
                    <a:pt x="15980" y="15552"/>
                  </a:cubicBezTo>
                  <a:cubicBezTo>
                    <a:pt x="15980" y="15552"/>
                    <a:pt x="16585" y="16875"/>
                    <a:pt x="16585" y="16875"/>
                  </a:cubicBezTo>
                  <a:cubicBezTo>
                    <a:pt x="16585" y="16875"/>
                    <a:pt x="17191" y="18638"/>
                    <a:pt x="17393" y="19079"/>
                  </a:cubicBezTo>
                  <a:cubicBezTo>
                    <a:pt x="17594" y="19520"/>
                    <a:pt x="18200" y="19520"/>
                    <a:pt x="18402" y="19520"/>
                  </a:cubicBezTo>
                  <a:cubicBezTo>
                    <a:pt x="18806" y="19520"/>
                    <a:pt x="19613" y="20401"/>
                    <a:pt x="20017" y="20401"/>
                  </a:cubicBezTo>
                  <a:cubicBezTo>
                    <a:pt x="20219" y="20842"/>
                    <a:pt x="20219" y="21283"/>
                    <a:pt x="20623" y="21283"/>
                  </a:cubicBezTo>
                  <a:cubicBezTo>
                    <a:pt x="21026" y="21283"/>
                    <a:pt x="21430" y="21283"/>
                    <a:pt x="21026" y="20842"/>
                  </a:cubicBezTo>
                  <a:cubicBezTo>
                    <a:pt x="20623" y="20401"/>
                    <a:pt x="20623" y="19961"/>
                    <a:pt x="20017" y="19079"/>
                  </a:cubicBezTo>
                  <a:cubicBezTo>
                    <a:pt x="19613" y="18638"/>
                    <a:pt x="19008" y="17756"/>
                    <a:pt x="18604" y="17316"/>
                  </a:cubicBezTo>
                  <a:cubicBezTo>
                    <a:pt x="18402" y="17316"/>
                    <a:pt x="18200" y="16434"/>
                    <a:pt x="17796" y="15552"/>
                  </a:cubicBezTo>
                  <a:cubicBezTo>
                    <a:pt x="17393" y="14671"/>
                    <a:pt x="16181" y="12467"/>
                    <a:pt x="16585" y="12467"/>
                  </a:cubicBezTo>
                  <a:cubicBezTo>
                    <a:pt x="16787" y="12467"/>
                    <a:pt x="17594" y="12907"/>
                    <a:pt x="17393" y="12467"/>
                  </a:cubicBezTo>
                  <a:cubicBezTo>
                    <a:pt x="17191" y="12026"/>
                    <a:pt x="16787" y="11144"/>
                    <a:pt x="16383" y="10703"/>
                  </a:cubicBezTo>
                  <a:cubicBezTo>
                    <a:pt x="15980" y="10703"/>
                    <a:pt x="15172" y="10263"/>
                    <a:pt x="14970" y="9822"/>
                  </a:cubicBezTo>
                  <a:cubicBezTo>
                    <a:pt x="14970" y="9381"/>
                    <a:pt x="15172" y="9381"/>
                    <a:pt x="14566" y="8499"/>
                  </a:cubicBezTo>
                  <a:cubicBezTo>
                    <a:pt x="13961" y="8059"/>
                    <a:pt x="13759" y="7618"/>
                    <a:pt x="13557" y="7177"/>
                  </a:cubicBezTo>
                  <a:cubicBezTo>
                    <a:pt x="13355" y="6736"/>
                    <a:pt x="13557" y="6736"/>
                    <a:pt x="12951" y="6295"/>
                  </a:cubicBezTo>
                  <a:cubicBezTo>
                    <a:pt x="12548" y="6295"/>
                    <a:pt x="12346" y="5854"/>
                    <a:pt x="11740" y="5414"/>
                  </a:cubicBezTo>
                  <a:cubicBezTo>
                    <a:pt x="11337" y="4973"/>
                    <a:pt x="10529" y="4973"/>
                    <a:pt x="10125" y="4532"/>
                  </a:cubicBezTo>
                  <a:cubicBezTo>
                    <a:pt x="10125" y="4532"/>
                    <a:pt x="10125" y="4091"/>
                    <a:pt x="9923" y="4091"/>
                  </a:cubicBezTo>
                  <a:cubicBezTo>
                    <a:pt x="9923" y="4091"/>
                    <a:pt x="9923" y="4091"/>
                    <a:pt x="9923" y="4091"/>
                  </a:cubicBezTo>
                  <a:cubicBezTo>
                    <a:pt x="9722" y="4091"/>
                    <a:pt x="9722" y="4091"/>
                    <a:pt x="9520" y="4091"/>
                  </a:cubicBezTo>
                  <a:cubicBezTo>
                    <a:pt x="9520" y="4091"/>
                    <a:pt x="9520" y="4091"/>
                    <a:pt x="9520" y="3650"/>
                  </a:cubicBezTo>
                  <a:cubicBezTo>
                    <a:pt x="9520" y="3650"/>
                    <a:pt x="9520" y="3650"/>
                    <a:pt x="9520" y="3650"/>
                  </a:cubicBezTo>
                  <a:cubicBezTo>
                    <a:pt x="9520" y="3650"/>
                    <a:pt x="9520" y="3650"/>
                    <a:pt x="9520" y="3650"/>
                  </a:cubicBezTo>
                  <a:cubicBezTo>
                    <a:pt x="9520" y="3650"/>
                    <a:pt x="9318" y="3650"/>
                    <a:pt x="9318" y="3650"/>
                  </a:cubicBezTo>
                  <a:cubicBezTo>
                    <a:pt x="9318" y="3650"/>
                    <a:pt x="9318" y="3650"/>
                    <a:pt x="9318" y="3650"/>
                  </a:cubicBezTo>
                  <a:cubicBezTo>
                    <a:pt x="9520" y="3210"/>
                    <a:pt x="9116" y="2769"/>
                    <a:pt x="9116" y="2769"/>
                  </a:cubicBezTo>
                  <a:cubicBezTo>
                    <a:pt x="9116" y="3210"/>
                    <a:pt x="9116" y="3650"/>
                    <a:pt x="8914" y="3650"/>
                  </a:cubicBezTo>
                  <a:cubicBezTo>
                    <a:pt x="8712" y="3650"/>
                    <a:pt x="8309" y="3210"/>
                    <a:pt x="7905" y="3210"/>
                  </a:cubicBezTo>
                  <a:cubicBezTo>
                    <a:pt x="7501" y="3210"/>
                    <a:pt x="6694" y="1887"/>
                    <a:pt x="6492" y="1887"/>
                  </a:cubicBezTo>
                  <a:cubicBezTo>
                    <a:pt x="6492" y="1887"/>
                    <a:pt x="6290" y="3210"/>
                    <a:pt x="6088" y="3210"/>
                  </a:cubicBezTo>
                  <a:cubicBezTo>
                    <a:pt x="6088" y="3210"/>
                    <a:pt x="5886" y="2769"/>
                    <a:pt x="5482" y="2769"/>
                  </a:cubicBezTo>
                  <a:cubicBezTo>
                    <a:pt x="5280" y="2769"/>
                    <a:pt x="4877" y="3210"/>
                    <a:pt x="4877" y="3210"/>
                  </a:cubicBezTo>
                  <a:cubicBezTo>
                    <a:pt x="5079" y="3210"/>
                    <a:pt x="5482" y="3650"/>
                    <a:pt x="5482" y="4091"/>
                  </a:cubicBezTo>
                  <a:cubicBezTo>
                    <a:pt x="5280" y="4091"/>
                    <a:pt x="5482" y="4973"/>
                    <a:pt x="5280" y="4973"/>
                  </a:cubicBezTo>
                  <a:cubicBezTo>
                    <a:pt x="5280" y="4973"/>
                    <a:pt x="5079" y="5854"/>
                    <a:pt x="4877" y="5854"/>
                  </a:cubicBezTo>
                  <a:cubicBezTo>
                    <a:pt x="4473" y="5414"/>
                    <a:pt x="4675" y="4973"/>
                    <a:pt x="4675" y="4532"/>
                  </a:cubicBezTo>
                  <a:cubicBezTo>
                    <a:pt x="4473" y="4532"/>
                    <a:pt x="3867" y="3650"/>
                    <a:pt x="3666" y="3650"/>
                  </a:cubicBezTo>
                  <a:cubicBezTo>
                    <a:pt x="3262" y="3650"/>
                    <a:pt x="3867" y="3210"/>
                    <a:pt x="3464" y="2328"/>
                  </a:cubicBezTo>
                  <a:cubicBezTo>
                    <a:pt x="3262" y="1446"/>
                    <a:pt x="2858" y="1005"/>
                    <a:pt x="2656" y="1005"/>
                  </a:cubicBezTo>
                  <a:cubicBezTo>
                    <a:pt x="2656" y="1005"/>
                    <a:pt x="1647" y="565"/>
                    <a:pt x="1445" y="124"/>
                  </a:cubicBezTo>
                  <a:cubicBezTo>
                    <a:pt x="1243" y="124"/>
                    <a:pt x="839" y="565"/>
                    <a:pt x="839" y="565"/>
                  </a:cubicBezTo>
                  <a:cubicBezTo>
                    <a:pt x="637" y="565"/>
                    <a:pt x="-170" y="-317"/>
                    <a:pt x="32" y="124"/>
                  </a:cubicBezTo>
                  <a:cubicBezTo>
                    <a:pt x="32" y="565"/>
                    <a:pt x="32" y="1005"/>
                    <a:pt x="234" y="1005"/>
                  </a:cubicBezTo>
                  <a:cubicBezTo>
                    <a:pt x="436" y="1005"/>
                    <a:pt x="436" y="565"/>
                    <a:pt x="637" y="1005"/>
                  </a:cubicBezTo>
                  <a:cubicBezTo>
                    <a:pt x="839" y="1887"/>
                    <a:pt x="839" y="2328"/>
                    <a:pt x="1647" y="2769"/>
                  </a:cubicBezTo>
                  <a:cubicBezTo>
                    <a:pt x="2252" y="3650"/>
                    <a:pt x="3060" y="3210"/>
                    <a:pt x="2858" y="3650"/>
                  </a:cubicBezTo>
                  <a:cubicBezTo>
                    <a:pt x="2858" y="3650"/>
                    <a:pt x="2656" y="4532"/>
                    <a:pt x="2454" y="4532"/>
                  </a:cubicBezTo>
                  <a:cubicBezTo>
                    <a:pt x="2252" y="4532"/>
                    <a:pt x="1647" y="4532"/>
                    <a:pt x="2051" y="4973"/>
                  </a:cubicBezTo>
                  <a:cubicBezTo>
                    <a:pt x="2454" y="5414"/>
                    <a:pt x="3060" y="6295"/>
                    <a:pt x="2858" y="6295"/>
                  </a:cubicBezTo>
                  <a:cubicBezTo>
                    <a:pt x="2656" y="6295"/>
                    <a:pt x="2454" y="6736"/>
                    <a:pt x="2858" y="7177"/>
                  </a:cubicBezTo>
                  <a:cubicBezTo>
                    <a:pt x="3262" y="7618"/>
                    <a:pt x="3464" y="7177"/>
                    <a:pt x="3464" y="6736"/>
                  </a:cubicBezTo>
                  <a:cubicBezTo>
                    <a:pt x="3262" y="6295"/>
                    <a:pt x="3060" y="5414"/>
                    <a:pt x="3464" y="5854"/>
                  </a:cubicBezTo>
                  <a:cubicBezTo>
                    <a:pt x="3666" y="6295"/>
                    <a:pt x="3666" y="6736"/>
                    <a:pt x="4069" y="7177"/>
                  </a:cubicBezTo>
                  <a:cubicBezTo>
                    <a:pt x="4675" y="7618"/>
                    <a:pt x="5684" y="8059"/>
                    <a:pt x="6088" y="8499"/>
                  </a:cubicBezTo>
                  <a:cubicBezTo>
                    <a:pt x="6290" y="8940"/>
                    <a:pt x="6895" y="9822"/>
                    <a:pt x="7097" y="9822"/>
                  </a:cubicBezTo>
                  <a:cubicBezTo>
                    <a:pt x="7299" y="9822"/>
                    <a:pt x="7905" y="10263"/>
                    <a:pt x="8309" y="11144"/>
                  </a:cubicBezTo>
                  <a:cubicBezTo>
                    <a:pt x="8712" y="12467"/>
                    <a:pt x="9722" y="14671"/>
                    <a:pt x="9520" y="14671"/>
                  </a:cubicBezTo>
                  <a:cubicBezTo>
                    <a:pt x="9318" y="14671"/>
                    <a:pt x="8914" y="14230"/>
                    <a:pt x="8712" y="14671"/>
                  </a:cubicBezTo>
                  <a:cubicBezTo>
                    <a:pt x="8712" y="15112"/>
                    <a:pt x="8107" y="16434"/>
                    <a:pt x="8309" y="16434"/>
                  </a:cubicBezTo>
                  <a:cubicBezTo>
                    <a:pt x="8510" y="16434"/>
                    <a:pt x="9318" y="15112"/>
                    <a:pt x="9318" y="15552"/>
                  </a:cubicBezTo>
                  <a:cubicBezTo>
                    <a:pt x="9318" y="15552"/>
                    <a:pt x="9520" y="16434"/>
                    <a:pt x="9722" y="15993"/>
                  </a:cubicBezTo>
                  <a:cubicBezTo>
                    <a:pt x="9923" y="15552"/>
                    <a:pt x="10125" y="15112"/>
                    <a:pt x="10125" y="15552"/>
                  </a:cubicBezTo>
                  <a:cubicBezTo>
                    <a:pt x="10327" y="15552"/>
                    <a:pt x="10529" y="15552"/>
                    <a:pt x="10731" y="15993"/>
                  </a:cubicBezTo>
                  <a:cubicBezTo>
                    <a:pt x="10731" y="16434"/>
                    <a:pt x="10731" y="16434"/>
                    <a:pt x="10731" y="16434"/>
                  </a:cubicBezTo>
                  <a:cubicBezTo>
                    <a:pt x="10731" y="16434"/>
                    <a:pt x="10731" y="16434"/>
                    <a:pt x="10731" y="16434"/>
                  </a:cubicBezTo>
                  <a:cubicBezTo>
                    <a:pt x="10933" y="16434"/>
                    <a:pt x="10933" y="16875"/>
                    <a:pt x="10933" y="16875"/>
                  </a:cubicBezTo>
                  <a:cubicBezTo>
                    <a:pt x="10933" y="16875"/>
                    <a:pt x="10933" y="16875"/>
                    <a:pt x="10933" y="16875"/>
                  </a:cubicBezTo>
                  <a:cubicBezTo>
                    <a:pt x="10933" y="16875"/>
                    <a:pt x="11135" y="17316"/>
                    <a:pt x="11135" y="17316"/>
                  </a:cubicBezTo>
                  <a:cubicBezTo>
                    <a:pt x="11135" y="17316"/>
                    <a:pt x="11135" y="17316"/>
                    <a:pt x="11135" y="17316"/>
                  </a:cubicBezTo>
                  <a:cubicBezTo>
                    <a:pt x="11135" y="17316"/>
                    <a:pt x="11337" y="17756"/>
                    <a:pt x="11337" y="17756"/>
                  </a:cubicBezTo>
                  <a:cubicBezTo>
                    <a:pt x="11337" y="17756"/>
                    <a:pt x="11337" y="17756"/>
                    <a:pt x="11337" y="17756"/>
                  </a:cubicBezTo>
                  <a:cubicBezTo>
                    <a:pt x="11337" y="17756"/>
                    <a:pt x="11337" y="17756"/>
                    <a:pt x="11337" y="17756"/>
                  </a:cubicBezTo>
                  <a:cubicBezTo>
                    <a:pt x="11337" y="17756"/>
                    <a:pt x="11538" y="17756"/>
                    <a:pt x="11538" y="17756"/>
                  </a:cubicBezTo>
                  <a:cubicBezTo>
                    <a:pt x="11538" y="17756"/>
                    <a:pt x="11538" y="17756"/>
                    <a:pt x="11538" y="17756"/>
                  </a:cubicBezTo>
                  <a:cubicBezTo>
                    <a:pt x="11538" y="18197"/>
                    <a:pt x="11538" y="18197"/>
                    <a:pt x="11740" y="18197"/>
                  </a:cubicBezTo>
                  <a:cubicBezTo>
                    <a:pt x="11740" y="18197"/>
                    <a:pt x="11740" y="18197"/>
                    <a:pt x="11740" y="18197"/>
                  </a:cubicBezTo>
                  <a:cubicBezTo>
                    <a:pt x="11740" y="18197"/>
                    <a:pt x="11740" y="18197"/>
                    <a:pt x="11740" y="18197"/>
                  </a:cubicBezTo>
                  <a:cubicBezTo>
                    <a:pt x="11942" y="18197"/>
                    <a:pt x="11942" y="18197"/>
                    <a:pt x="11942" y="18197"/>
                  </a:cubicBezTo>
                  <a:cubicBezTo>
                    <a:pt x="12144" y="18197"/>
                    <a:pt x="12750" y="18197"/>
                    <a:pt x="13153" y="18197"/>
                  </a:cubicBezTo>
                  <a:cubicBezTo>
                    <a:pt x="13355" y="18197"/>
                    <a:pt x="13759" y="17756"/>
                    <a:pt x="13557" y="17316"/>
                  </a:cubicBezTo>
                  <a:cubicBezTo>
                    <a:pt x="13355" y="16875"/>
                    <a:pt x="12951" y="15993"/>
                    <a:pt x="13153" y="15993"/>
                  </a:cubicBezTo>
                  <a:cubicBezTo>
                    <a:pt x="13355" y="15552"/>
                    <a:pt x="13759" y="15993"/>
                    <a:pt x="13759" y="15552"/>
                  </a:cubicBezTo>
                  <a:cubicBezTo>
                    <a:pt x="13759" y="15552"/>
                    <a:pt x="13759" y="15112"/>
                    <a:pt x="13961" y="15112"/>
                  </a:cubicBezTo>
                  <a:cubicBezTo>
                    <a:pt x="14163" y="14671"/>
                    <a:pt x="14768" y="15552"/>
                    <a:pt x="14768" y="15112"/>
                  </a:cubicBezTo>
                  <a:cubicBezTo>
                    <a:pt x="14970" y="15112"/>
                    <a:pt x="14566" y="14671"/>
                    <a:pt x="15172" y="15112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70" name="Freeform 46"/>
            <p:cNvSpPr/>
            <p:nvPr/>
          </p:nvSpPr>
          <p:spPr>
            <a:xfrm>
              <a:off x="6115262" y="2162172"/>
              <a:ext cx="65822" cy="245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67" h="19491" extrusionOk="0">
                  <a:moveTo>
                    <a:pt x="15002" y="1491"/>
                  </a:moveTo>
                  <a:cubicBezTo>
                    <a:pt x="13652" y="1491"/>
                    <a:pt x="10952" y="12291"/>
                    <a:pt x="9602" y="12291"/>
                  </a:cubicBezTo>
                  <a:cubicBezTo>
                    <a:pt x="8252" y="12291"/>
                    <a:pt x="8252" y="5091"/>
                    <a:pt x="6902" y="8691"/>
                  </a:cubicBezTo>
                  <a:cubicBezTo>
                    <a:pt x="6902" y="8691"/>
                    <a:pt x="-1198" y="12291"/>
                    <a:pt x="152" y="15891"/>
                  </a:cubicBezTo>
                  <a:cubicBezTo>
                    <a:pt x="1502" y="15891"/>
                    <a:pt x="12302" y="19491"/>
                    <a:pt x="13652" y="19491"/>
                  </a:cubicBezTo>
                  <a:cubicBezTo>
                    <a:pt x="15002" y="15891"/>
                    <a:pt x="20402" y="8691"/>
                    <a:pt x="19052" y="5091"/>
                  </a:cubicBezTo>
                  <a:cubicBezTo>
                    <a:pt x="19052" y="1491"/>
                    <a:pt x="15002" y="-2109"/>
                    <a:pt x="15002" y="1491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71" name="Freeform 47"/>
            <p:cNvSpPr/>
            <p:nvPr/>
          </p:nvSpPr>
          <p:spPr>
            <a:xfrm>
              <a:off x="6245977" y="2178938"/>
              <a:ext cx="27226" cy="23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1647" h="18473" extrusionOk="0">
                  <a:moveTo>
                    <a:pt x="6975" y="18000"/>
                  </a:moveTo>
                  <a:cubicBezTo>
                    <a:pt x="18757" y="21600"/>
                    <a:pt x="5012" y="3600"/>
                    <a:pt x="1084" y="0"/>
                  </a:cubicBezTo>
                  <a:cubicBezTo>
                    <a:pt x="-2843" y="0"/>
                    <a:pt x="5012" y="18000"/>
                    <a:pt x="6975" y="180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72" name="Freeform 48"/>
            <p:cNvSpPr/>
            <p:nvPr/>
          </p:nvSpPr>
          <p:spPr>
            <a:xfrm>
              <a:off x="6538524" y="2509272"/>
              <a:ext cx="73596" cy="46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91" h="19856" extrusionOk="0">
                  <a:moveTo>
                    <a:pt x="12134" y="12001"/>
                  </a:moveTo>
                  <a:cubicBezTo>
                    <a:pt x="10934" y="10038"/>
                    <a:pt x="1334" y="220"/>
                    <a:pt x="134" y="220"/>
                  </a:cubicBezTo>
                  <a:cubicBezTo>
                    <a:pt x="-1066" y="-1744"/>
                    <a:pt x="6134" y="10038"/>
                    <a:pt x="8534" y="12001"/>
                  </a:cubicBezTo>
                  <a:cubicBezTo>
                    <a:pt x="12134" y="15929"/>
                    <a:pt x="18134" y="19856"/>
                    <a:pt x="19334" y="19856"/>
                  </a:cubicBezTo>
                  <a:cubicBezTo>
                    <a:pt x="20534" y="19856"/>
                    <a:pt x="14534" y="13965"/>
                    <a:pt x="12134" y="12001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73" name="Freeform 49"/>
            <p:cNvSpPr/>
            <p:nvPr/>
          </p:nvSpPr>
          <p:spPr>
            <a:xfrm>
              <a:off x="6783059" y="2434696"/>
              <a:ext cx="29548" cy="23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1" h="18981" extrusionOk="0">
                  <a:moveTo>
                    <a:pt x="15429" y="8181"/>
                  </a:moveTo>
                  <a:cubicBezTo>
                    <a:pt x="12343" y="4581"/>
                    <a:pt x="6171" y="-2619"/>
                    <a:pt x="6171" y="981"/>
                  </a:cubicBezTo>
                  <a:cubicBezTo>
                    <a:pt x="9257" y="4581"/>
                    <a:pt x="3086" y="4581"/>
                    <a:pt x="0" y="11781"/>
                  </a:cubicBezTo>
                  <a:cubicBezTo>
                    <a:pt x="0" y="18981"/>
                    <a:pt x="12343" y="18981"/>
                    <a:pt x="18514" y="18981"/>
                  </a:cubicBezTo>
                  <a:cubicBezTo>
                    <a:pt x="21600" y="18981"/>
                    <a:pt x="21600" y="11781"/>
                    <a:pt x="15429" y="8181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74" name="Freeform 50"/>
            <p:cNvSpPr/>
            <p:nvPr/>
          </p:nvSpPr>
          <p:spPr>
            <a:xfrm>
              <a:off x="6794930" y="2407507"/>
              <a:ext cx="21462" cy="17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914" h="13769" extrusionOk="0">
                  <a:moveTo>
                    <a:pt x="4157" y="11781"/>
                  </a:moveTo>
                  <a:cubicBezTo>
                    <a:pt x="11357" y="18981"/>
                    <a:pt x="18557" y="4581"/>
                    <a:pt x="14957" y="981"/>
                  </a:cubicBezTo>
                  <a:cubicBezTo>
                    <a:pt x="14957" y="-2619"/>
                    <a:pt x="11357" y="4581"/>
                    <a:pt x="4157" y="8181"/>
                  </a:cubicBezTo>
                  <a:cubicBezTo>
                    <a:pt x="-3043" y="8181"/>
                    <a:pt x="557" y="11781"/>
                    <a:pt x="4157" y="11781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75" name="Freeform 51"/>
            <p:cNvSpPr/>
            <p:nvPr/>
          </p:nvSpPr>
          <p:spPr>
            <a:xfrm>
              <a:off x="6550633" y="2377024"/>
              <a:ext cx="22045" cy="23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325" h="18981" extrusionOk="0">
                  <a:moveTo>
                    <a:pt x="14047" y="10800"/>
                  </a:moveTo>
                  <a:cubicBezTo>
                    <a:pt x="14047" y="7200"/>
                    <a:pt x="10962" y="3600"/>
                    <a:pt x="1704" y="0"/>
                  </a:cubicBezTo>
                  <a:cubicBezTo>
                    <a:pt x="-4467" y="0"/>
                    <a:pt x="7876" y="14400"/>
                    <a:pt x="10962" y="18000"/>
                  </a:cubicBezTo>
                  <a:cubicBezTo>
                    <a:pt x="14047" y="21600"/>
                    <a:pt x="17133" y="14400"/>
                    <a:pt x="14047" y="108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76" name="Freeform 52"/>
            <p:cNvSpPr/>
            <p:nvPr/>
          </p:nvSpPr>
          <p:spPr>
            <a:xfrm>
              <a:off x="6171368" y="2145924"/>
              <a:ext cx="15979" cy="14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47" h="17302" extrusionOk="0">
                  <a:moveTo>
                    <a:pt x="16200" y="5400"/>
                  </a:moveTo>
                  <a:cubicBezTo>
                    <a:pt x="16200" y="0"/>
                    <a:pt x="5400" y="0"/>
                    <a:pt x="0" y="0"/>
                  </a:cubicBezTo>
                  <a:cubicBezTo>
                    <a:pt x="0" y="5400"/>
                    <a:pt x="5400" y="10800"/>
                    <a:pt x="10800" y="16200"/>
                  </a:cubicBezTo>
                  <a:cubicBezTo>
                    <a:pt x="21600" y="21600"/>
                    <a:pt x="21600" y="5400"/>
                    <a:pt x="16200" y="54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77" name="Freeform 53"/>
            <p:cNvSpPr/>
            <p:nvPr/>
          </p:nvSpPr>
          <p:spPr>
            <a:xfrm>
              <a:off x="5444557" y="2287692"/>
              <a:ext cx="931503" cy="7340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7" h="21600" extrusionOk="0">
                  <a:moveTo>
                    <a:pt x="21205" y="12498"/>
                  </a:moveTo>
                  <a:cubicBezTo>
                    <a:pt x="21099" y="12226"/>
                    <a:pt x="20994" y="12091"/>
                    <a:pt x="20994" y="11819"/>
                  </a:cubicBezTo>
                  <a:cubicBezTo>
                    <a:pt x="20888" y="11411"/>
                    <a:pt x="20570" y="10868"/>
                    <a:pt x="20570" y="10732"/>
                  </a:cubicBezTo>
                  <a:cubicBezTo>
                    <a:pt x="20464" y="10596"/>
                    <a:pt x="20041" y="9781"/>
                    <a:pt x="19935" y="9645"/>
                  </a:cubicBezTo>
                  <a:cubicBezTo>
                    <a:pt x="19829" y="9509"/>
                    <a:pt x="19511" y="9102"/>
                    <a:pt x="19299" y="8966"/>
                  </a:cubicBezTo>
                  <a:cubicBezTo>
                    <a:pt x="19194" y="8830"/>
                    <a:pt x="19088" y="8830"/>
                    <a:pt x="18982" y="8423"/>
                  </a:cubicBezTo>
                  <a:cubicBezTo>
                    <a:pt x="18770" y="8015"/>
                    <a:pt x="18664" y="8015"/>
                    <a:pt x="18664" y="8015"/>
                  </a:cubicBezTo>
                  <a:cubicBezTo>
                    <a:pt x="18558" y="8015"/>
                    <a:pt x="18452" y="7879"/>
                    <a:pt x="18452" y="8015"/>
                  </a:cubicBezTo>
                  <a:cubicBezTo>
                    <a:pt x="18452" y="8015"/>
                    <a:pt x="18347" y="8015"/>
                    <a:pt x="18241" y="7743"/>
                  </a:cubicBezTo>
                  <a:cubicBezTo>
                    <a:pt x="18029" y="7472"/>
                    <a:pt x="17923" y="7200"/>
                    <a:pt x="17817" y="7064"/>
                  </a:cubicBezTo>
                  <a:cubicBezTo>
                    <a:pt x="17711" y="6928"/>
                    <a:pt x="17499" y="6521"/>
                    <a:pt x="17394" y="6385"/>
                  </a:cubicBezTo>
                  <a:cubicBezTo>
                    <a:pt x="17182" y="6385"/>
                    <a:pt x="16864" y="6249"/>
                    <a:pt x="16758" y="5977"/>
                  </a:cubicBezTo>
                  <a:cubicBezTo>
                    <a:pt x="16652" y="5842"/>
                    <a:pt x="16441" y="5706"/>
                    <a:pt x="16335" y="5570"/>
                  </a:cubicBezTo>
                  <a:cubicBezTo>
                    <a:pt x="16229" y="5434"/>
                    <a:pt x="15911" y="5298"/>
                    <a:pt x="15911" y="5026"/>
                  </a:cubicBezTo>
                  <a:cubicBezTo>
                    <a:pt x="15911" y="4891"/>
                    <a:pt x="15805" y="4619"/>
                    <a:pt x="15594" y="4211"/>
                  </a:cubicBezTo>
                  <a:cubicBezTo>
                    <a:pt x="15488" y="3940"/>
                    <a:pt x="15170" y="3396"/>
                    <a:pt x="15064" y="3125"/>
                  </a:cubicBezTo>
                  <a:cubicBezTo>
                    <a:pt x="15064" y="2989"/>
                    <a:pt x="14852" y="2581"/>
                    <a:pt x="14747" y="2445"/>
                  </a:cubicBezTo>
                  <a:cubicBezTo>
                    <a:pt x="14641" y="2309"/>
                    <a:pt x="14535" y="2309"/>
                    <a:pt x="14429" y="2309"/>
                  </a:cubicBezTo>
                  <a:cubicBezTo>
                    <a:pt x="14323" y="2309"/>
                    <a:pt x="14217" y="2445"/>
                    <a:pt x="14217" y="2309"/>
                  </a:cubicBezTo>
                  <a:cubicBezTo>
                    <a:pt x="14111" y="2174"/>
                    <a:pt x="14005" y="1494"/>
                    <a:pt x="13794" y="1223"/>
                  </a:cubicBezTo>
                  <a:cubicBezTo>
                    <a:pt x="13582" y="815"/>
                    <a:pt x="13476" y="815"/>
                    <a:pt x="13582" y="815"/>
                  </a:cubicBezTo>
                  <a:cubicBezTo>
                    <a:pt x="13688" y="679"/>
                    <a:pt x="13370" y="543"/>
                    <a:pt x="13370" y="543"/>
                  </a:cubicBezTo>
                  <a:cubicBezTo>
                    <a:pt x="13264" y="408"/>
                    <a:pt x="13158" y="0"/>
                    <a:pt x="13052" y="0"/>
                  </a:cubicBezTo>
                  <a:cubicBezTo>
                    <a:pt x="12947" y="0"/>
                    <a:pt x="12947" y="679"/>
                    <a:pt x="12947" y="815"/>
                  </a:cubicBezTo>
                  <a:cubicBezTo>
                    <a:pt x="12841" y="951"/>
                    <a:pt x="12947" y="1358"/>
                    <a:pt x="12947" y="1358"/>
                  </a:cubicBezTo>
                  <a:cubicBezTo>
                    <a:pt x="12947" y="1494"/>
                    <a:pt x="12947" y="1630"/>
                    <a:pt x="13052" y="1902"/>
                  </a:cubicBezTo>
                  <a:cubicBezTo>
                    <a:pt x="13052" y="2038"/>
                    <a:pt x="13264" y="2989"/>
                    <a:pt x="13264" y="3125"/>
                  </a:cubicBezTo>
                  <a:cubicBezTo>
                    <a:pt x="13264" y="3396"/>
                    <a:pt x="13158" y="4619"/>
                    <a:pt x="13052" y="4619"/>
                  </a:cubicBezTo>
                  <a:cubicBezTo>
                    <a:pt x="12947" y="4619"/>
                    <a:pt x="12841" y="4483"/>
                    <a:pt x="12735" y="4483"/>
                  </a:cubicBezTo>
                  <a:cubicBezTo>
                    <a:pt x="12629" y="4483"/>
                    <a:pt x="12735" y="4619"/>
                    <a:pt x="12523" y="4483"/>
                  </a:cubicBezTo>
                  <a:cubicBezTo>
                    <a:pt x="12417" y="4483"/>
                    <a:pt x="12417" y="4347"/>
                    <a:pt x="12205" y="4211"/>
                  </a:cubicBezTo>
                  <a:cubicBezTo>
                    <a:pt x="12099" y="4075"/>
                    <a:pt x="11782" y="4075"/>
                    <a:pt x="11676" y="3940"/>
                  </a:cubicBezTo>
                  <a:cubicBezTo>
                    <a:pt x="11570" y="3804"/>
                    <a:pt x="11570" y="3668"/>
                    <a:pt x="11358" y="3532"/>
                  </a:cubicBezTo>
                  <a:cubicBezTo>
                    <a:pt x="11147" y="3396"/>
                    <a:pt x="11041" y="3260"/>
                    <a:pt x="10935" y="3260"/>
                  </a:cubicBezTo>
                  <a:cubicBezTo>
                    <a:pt x="10723" y="3125"/>
                    <a:pt x="10723" y="3260"/>
                    <a:pt x="10617" y="3125"/>
                  </a:cubicBezTo>
                  <a:cubicBezTo>
                    <a:pt x="10511" y="2989"/>
                    <a:pt x="10194" y="2853"/>
                    <a:pt x="10088" y="2717"/>
                  </a:cubicBezTo>
                  <a:cubicBezTo>
                    <a:pt x="10088" y="2445"/>
                    <a:pt x="10194" y="2174"/>
                    <a:pt x="10194" y="2174"/>
                  </a:cubicBezTo>
                  <a:cubicBezTo>
                    <a:pt x="10299" y="2174"/>
                    <a:pt x="10299" y="1902"/>
                    <a:pt x="10299" y="1902"/>
                  </a:cubicBezTo>
                  <a:cubicBezTo>
                    <a:pt x="10194" y="1766"/>
                    <a:pt x="10088" y="1630"/>
                    <a:pt x="10194" y="1630"/>
                  </a:cubicBezTo>
                  <a:cubicBezTo>
                    <a:pt x="10405" y="1494"/>
                    <a:pt x="10511" y="1630"/>
                    <a:pt x="10405" y="1494"/>
                  </a:cubicBezTo>
                  <a:cubicBezTo>
                    <a:pt x="10405" y="1358"/>
                    <a:pt x="10617" y="951"/>
                    <a:pt x="10405" y="815"/>
                  </a:cubicBezTo>
                  <a:cubicBezTo>
                    <a:pt x="10194" y="679"/>
                    <a:pt x="10088" y="679"/>
                    <a:pt x="10088" y="815"/>
                  </a:cubicBezTo>
                  <a:cubicBezTo>
                    <a:pt x="10088" y="815"/>
                    <a:pt x="10194" y="1087"/>
                    <a:pt x="10088" y="951"/>
                  </a:cubicBezTo>
                  <a:cubicBezTo>
                    <a:pt x="9982" y="815"/>
                    <a:pt x="9876" y="679"/>
                    <a:pt x="9770" y="815"/>
                  </a:cubicBezTo>
                  <a:cubicBezTo>
                    <a:pt x="9770" y="815"/>
                    <a:pt x="9770" y="951"/>
                    <a:pt x="9558" y="951"/>
                  </a:cubicBezTo>
                  <a:cubicBezTo>
                    <a:pt x="9452" y="815"/>
                    <a:pt x="9135" y="679"/>
                    <a:pt x="9029" y="679"/>
                  </a:cubicBezTo>
                  <a:cubicBezTo>
                    <a:pt x="8817" y="679"/>
                    <a:pt x="8711" y="543"/>
                    <a:pt x="8605" y="543"/>
                  </a:cubicBezTo>
                  <a:cubicBezTo>
                    <a:pt x="8499" y="408"/>
                    <a:pt x="8288" y="408"/>
                    <a:pt x="8288" y="408"/>
                  </a:cubicBezTo>
                  <a:cubicBezTo>
                    <a:pt x="8288" y="408"/>
                    <a:pt x="8394" y="679"/>
                    <a:pt x="8288" y="815"/>
                  </a:cubicBezTo>
                  <a:cubicBezTo>
                    <a:pt x="8182" y="951"/>
                    <a:pt x="7758" y="1087"/>
                    <a:pt x="7758" y="951"/>
                  </a:cubicBezTo>
                  <a:cubicBezTo>
                    <a:pt x="7652" y="951"/>
                    <a:pt x="7547" y="815"/>
                    <a:pt x="7441" y="951"/>
                  </a:cubicBezTo>
                  <a:cubicBezTo>
                    <a:pt x="7335" y="1087"/>
                    <a:pt x="7229" y="1358"/>
                    <a:pt x="7229" y="1358"/>
                  </a:cubicBezTo>
                  <a:cubicBezTo>
                    <a:pt x="7123" y="1358"/>
                    <a:pt x="7335" y="1630"/>
                    <a:pt x="7229" y="1630"/>
                  </a:cubicBezTo>
                  <a:cubicBezTo>
                    <a:pt x="7123" y="1766"/>
                    <a:pt x="7123" y="1766"/>
                    <a:pt x="7017" y="1902"/>
                  </a:cubicBezTo>
                  <a:cubicBezTo>
                    <a:pt x="7017" y="2038"/>
                    <a:pt x="6911" y="2445"/>
                    <a:pt x="7017" y="2445"/>
                  </a:cubicBezTo>
                  <a:cubicBezTo>
                    <a:pt x="7123" y="2445"/>
                    <a:pt x="7335" y="2581"/>
                    <a:pt x="7229" y="2581"/>
                  </a:cubicBezTo>
                  <a:cubicBezTo>
                    <a:pt x="7229" y="2717"/>
                    <a:pt x="7441" y="2989"/>
                    <a:pt x="7229" y="2989"/>
                  </a:cubicBezTo>
                  <a:cubicBezTo>
                    <a:pt x="7123" y="2853"/>
                    <a:pt x="7017" y="2717"/>
                    <a:pt x="6911" y="2717"/>
                  </a:cubicBezTo>
                  <a:cubicBezTo>
                    <a:pt x="6911" y="2717"/>
                    <a:pt x="6594" y="2717"/>
                    <a:pt x="6594" y="2717"/>
                  </a:cubicBezTo>
                  <a:cubicBezTo>
                    <a:pt x="6488" y="2717"/>
                    <a:pt x="6488" y="2989"/>
                    <a:pt x="6382" y="2853"/>
                  </a:cubicBezTo>
                  <a:cubicBezTo>
                    <a:pt x="6276" y="2581"/>
                    <a:pt x="6382" y="2581"/>
                    <a:pt x="6170" y="2445"/>
                  </a:cubicBezTo>
                  <a:cubicBezTo>
                    <a:pt x="6064" y="2445"/>
                    <a:pt x="5958" y="2174"/>
                    <a:pt x="5852" y="2174"/>
                  </a:cubicBezTo>
                  <a:cubicBezTo>
                    <a:pt x="5747" y="2038"/>
                    <a:pt x="5535" y="2309"/>
                    <a:pt x="5429" y="2309"/>
                  </a:cubicBezTo>
                  <a:cubicBezTo>
                    <a:pt x="5323" y="2174"/>
                    <a:pt x="5323" y="2038"/>
                    <a:pt x="5217" y="2174"/>
                  </a:cubicBezTo>
                  <a:cubicBezTo>
                    <a:pt x="5217" y="2309"/>
                    <a:pt x="5217" y="2581"/>
                    <a:pt x="5111" y="2445"/>
                  </a:cubicBezTo>
                  <a:cubicBezTo>
                    <a:pt x="5005" y="2445"/>
                    <a:pt x="5005" y="2717"/>
                    <a:pt x="5005" y="2853"/>
                  </a:cubicBezTo>
                  <a:cubicBezTo>
                    <a:pt x="5005" y="2853"/>
                    <a:pt x="5111" y="3260"/>
                    <a:pt x="5005" y="3125"/>
                  </a:cubicBezTo>
                  <a:cubicBezTo>
                    <a:pt x="4794" y="3125"/>
                    <a:pt x="4688" y="2989"/>
                    <a:pt x="4688" y="2989"/>
                  </a:cubicBezTo>
                  <a:cubicBezTo>
                    <a:pt x="4688" y="3125"/>
                    <a:pt x="4582" y="3396"/>
                    <a:pt x="4688" y="3532"/>
                  </a:cubicBezTo>
                  <a:cubicBezTo>
                    <a:pt x="4688" y="3532"/>
                    <a:pt x="4688" y="3804"/>
                    <a:pt x="4582" y="3804"/>
                  </a:cubicBezTo>
                  <a:cubicBezTo>
                    <a:pt x="4582" y="3804"/>
                    <a:pt x="4370" y="3668"/>
                    <a:pt x="4370" y="3668"/>
                  </a:cubicBezTo>
                  <a:cubicBezTo>
                    <a:pt x="4370" y="3804"/>
                    <a:pt x="4370" y="3940"/>
                    <a:pt x="4370" y="4075"/>
                  </a:cubicBezTo>
                  <a:cubicBezTo>
                    <a:pt x="4476" y="4211"/>
                    <a:pt x="4476" y="4619"/>
                    <a:pt x="4370" y="4483"/>
                  </a:cubicBezTo>
                  <a:cubicBezTo>
                    <a:pt x="4264" y="4347"/>
                    <a:pt x="4052" y="3940"/>
                    <a:pt x="3947" y="3940"/>
                  </a:cubicBezTo>
                  <a:cubicBezTo>
                    <a:pt x="3947" y="3940"/>
                    <a:pt x="3629" y="4347"/>
                    <a:pt x="3629" y="4483"/>
                  </a:cubicBezTo>
                  <a:cubicBezTo>
                    <a:pt x="3629" y="4755"/>
                    <a:pt x="3841" y="5026"/>
                    <a:pt x="3735" y="5162"/>
                  </a:cubicBezTo>
                  <a:cubicBezTo>
                    <a:pt x="3629" y="5298"/>
                    <a:pt x="3629" y="5570"/>
                    <a:pt x="3629" y="5706"/>
                  </a:cubicBezTo>
                  <a:cubicBezTo>
                    <a:pt x="3523" y="5842"/>
                    <a:pt x="3417" y="5842"/>
                    <a:pt x="3311" y="5977"/>
                  </a:cubicBezTo>
                  <a:cubicBezTo>
                    <a:pt x="3099" y="6113"/>
                    <a:pt x="2464" y="6385"/>
                    <a:pt x="2358" y="6521"/>
                  </a:cubicBezTo>
                  <a:cubicBezTo>
                    <a:pt x="2147" y="6657"/>
                    <a:pt x="1935" y="6792"/>
                    <a:pt x="1723" y="6792"/>
                  </a:cubicBezTo>
                  <a:cubicBezTo>
                    <a:pt x="1511" y="6792"/>
                    <a:pt x="982" y="6928"/>
                    <a:pt x="876" y="7064"/>
                  </a:cubicBezTo>
                  <a:cubicBezTo>
                    <a:pt x="770" y="7200"/>
                    <a:pt x="664" y="7472"/>
                    <a:pt x="558" y="7472"/>
                  </a:cubicBezTo>
                  <a:cubicBezTo>
                    <a:pt x="452" y="7472"/>
                    <a:pt x="347" y="8151"/>
                    <a:pt x="347" y="8015"/>
                  </a:cubicBezTo>
                  <a:cubicBezTo>
                    <a:pt x="241" y="8015"/>
                    <a:pt x="347" y="7743"/>
                    <a:pt x="241" y="7879"/>
                  </a:cubicBezTo>
                  <a:cubicBezTo>
                    <a:pt x="135" y="8015"/>
                    <a:pt x="-77" y="8151"/>
                    <a:pt x="29" y="8423"/>
                  </a:cubicBezTo>
                  <a:cubicBezTo>
                    <a:pt x="135" y="8694"/>
                    <a:pt x="135" y="8830"/>
                    <a:pt x="135" y="8966"/>
                  </a:cubicBezTo>
                  <a:cubicBezTo>
                    <a:pt x="29" y="9102"/>
                    <a:pt x="29" y="9645"/>
                    <a:pt x="135" y="9509"/>
                  </a:cubicBezTo>
                  <a:cubicBezTo>
                    <a:pt x="135" y="9509"/>
                    <a:pt x="241" y="9238"/>
                    <a:pt x="241" y="9238"/>
                  </a:cubicBezTo>
                  <a:cubicBezTo>
                    <a:pt x="241" y="9374"/>
                    <a:pt x="135" y="9509"/>
                    <a:pt x="241" y="9781"/>
                  </a:cubicBezTo>
                  <a:cubicBezTo>
                    <a:pt x="241" y="10053"/>
                    <a:pt x="241" y="10053"/>
                    <a:pt x="347" y="10325"/>
                  </a:cubicBezTo>
                  <a:cubicBezTo>
                    <a:pt x="558" y="10460"/>
                    <a:pt x="770" y="10868"/>
                    <a:pt x="558" y="10868"/>
                  </a:cubicBezTo>
                  <a:cubicBezTo>
                    <a:pt x="452" y="10732"/>
                    <a:pt x="241" y="10460"/>
                    <a:pt x="347" y="10596"/>
                  </a:cubicBezTo>
                  <a:cubicBezTo>
                    <a:pt x="347" y="10732"/>
                    <a:pt x="347" y="11004"/>
                    <a:pt x="347" y="11004"/>
                  </a:cubicBezTo>
                  <a:cubicBezTo>
                    <a:pt x="241" y="10868"/>
                    <a:pt x="135" y="10596"/>
                    <a:pt x="135" y="10868"/>
                  </a:cubicBezTo>
                  <a:cubicBezTo>
                    <a:pt x="241" y="11140"/>
                    <a:pt x="241" y="11411"/>
                    <a:pt x="452" y="11547"/>
                  </a:cubicBezTo>
                  <a:cubicBezTo>
                    <a:pt x="558" y="11683"/>
                    <a:pt x="770" y="12091"/>
                    <a:pt x="876" y="12226"/>
                  </a:cubicBezTo>
                  <a:cubicBezTo>
                    <a:pt x="876" y="12498"/>
                    <a:pt x="1194" y="13042"/>
                    <a:pt x="1194" y="13177"/>
                  </a:cubicBezTo>
                  <a:cubicBezTo>
                    <a:pt x="1299" y="13177"/>
                    <a:pt x="1511" y="13721"/>
                    <a:pt x="1511" y="13992"/>
                  </a:cubicBezTo>
                  <a:cubicBezTo>
                    <a:pt x="1617" y="14128"/>
                    <a:pt x="1829" y="14943"/>
                    <a:pt x="2041" y="15215"/>
                  </a:cubicBezTo>
                  <a:cubicBezTo>
                    <a:pt x="2147" y="15623"/>
                    <a:pt x="2358" y="16166"/>
                    <a:pt x="2252" y="16166"/>
                  </a:cubicBezTo>
                  <a:cubicBezTo>
                    <a:pt x="2147" y="16030"/>
                    <a:pt x="2041" y="15758"/>
                    <a:pt x="2041" y="16030"/>
                  </a:cubicBezTo>
                  <a:cubicBezTo>
                    <a:pt x="2041" y="16302"/>
                    <a:pt x="2041" y="16574"/>
                    <a:pt x="1935" y="16709"/>
                  </a:cubicBezTo>
                  <a:cubicBezTo>
                    <a:pt x="1829" y="16845"/>
                    <a:pt x="1723" y="16845"/>
                    <a:pt x="1829" y="16981"/>
                  </a:cubicBezTo>
                  <a:cubicBezTo>
                    <a:pt x="1829" y="17117"/>
                    <a:pt x="1935" y="17389"/>
                    <a:pt x="2041" y="17389"/>
                  </a:cubicBezTo>
                  <a:cubicBezTo>
                    <a:pt x="2252" y="17525"/>
                    <a:pt x="2358" y="17796"/>
                    <a:pt x="2570" y="17932"/>
                  </a:cubicBezTo>
                  <a:cubicBezTo>
                    <a:pt x="2782" y="18068"/>
                    <a:pt x="3205" y="18204"/>
                    <a:pt x="3311" y="18068"/>
                  </a:cubicBezTo>
                  <a:cubicBezTo>
                    <a:pt x="3523" y="18068"/>
                    <a:pt x="3841" y="17660"/>
                    <a:pt x="3947" y="17525"/>
                  </a:cubicBezTo>
                  <a:cubicBezTo>
                    <a:pt x="4158" y="17525"/>
                    <a:pt x="4264" y="17117"/>
                    <a:pt x="4476" y="17117"/>
                  </a:cubicBezTo>
                  <a:cubicBezTo>
                    <a:pt x="4582" y="17117"/>
                    <a:pt x="5111" y="16981"/>
                    <a:pt x="5323" y="17117"/>
                  </a:cubicBezTo>
                  <a:cubicBezTo>
                    <a:pt x="5429" y="17117"/>
                    <a:pt x="5641" y="17253"/>
                    <a:pt x="5747" y="17117"/>
                  </a:cubicBezTo>
                  <a:cubicBezTo>
                    <a:pt x="5852" y="16981"/>
                    <a:pt x="5852" y="16845"/>
                    <a:pt x="5958" y="16981"/>
                  </a:cubicBezTo>
                  <a:cubicBezTo>
                    <a:pt x="6064" y="17117"/>
                    <a:pt x="6170" y="17253"/>
                    <a:pt x="6276" y="17117"/>
                  </a:cubicBezTo>
                  <a:cubicBezTo>
                    <a:pt x="6382" y="16845"/>
                    <a:pt x="6382" y="16302"/>
                    <a:pt x="6594" y="16302"/>
                  </a:cubicBezTo>
                  <a:cubicBezTo>
                    <a:pt x="6805" y="16166"/>
                    <a:pt x="7335" y="16166"/>
                    <a:pt x="7758" y="16166"/>
                  </a:cubicBezTo>
                  <a:cubicBezTo>
                    <a:pt x="8288" y="16166"/>
                    <a:pt x="8288" y="16302"/>
                    <a:pt x="8605" y="16030"/>
                  </a:cubicBezTo>
                  <a:cubicBezTo>
                    <a:pt x="8923" y="15758"/>
                    <a:pt x="9452" y="15623"/>
                    <a:pt x="9664" y="15487"/>
                  </a:cubicBezTo>
                  <a:cubicBezTo>
                    <a:pt x="9876" y="15487"/>
                    <a:pt x="10088" y="15351"/>
                    <a:pt x="10299" y="15487"/>
                  </a:cubicBezTo>
                  <a:cubicBezTo>
                    <a:pt x="10511" y="15623"/>
                    <a:pt x="10617" y="15894"/>
                    <a:pt x="11041" y="15894"/>
                  </a:cubicBezTo>
                  <a:cubicBezTo>
                    <a:pt x="11358" y="15894"/>
                    <a:pt x="11676" y="16030"/>
                    <a:pt x="11676" y="16030"/>
                  </a:cubicBezTo>
                  <a:cubicBezTo>
                    <a:pt x="11782" y="16166"/>
                    <a:pt x="11676" y="16166"/>
                    <a:pt x="11782" y="16438"/>
                  </a:cubicBezTo>
                  <a:cubicBezTo>
                    <a:pt x="11782" y="16574"/>
                    <a:pt x="11888" y="16438"/>
                    <a:pt x="11994" y="16709"/>
                  </a:cubicBezTo>
                  <a:cubicBezTo>
                    <a:pt x="12099" y="16981"/>
                    <a:pt x="12311" y="17253"/>
                    <a:pt x="12417" y="17389"/>
                  </a:cubicBezTo>
                  <a:cubicBezTo>
                    <a:pt x="12417" y="17525"/>
                    <a:pt x="12523" y="17796"/>
                    <a:pt x="12629" y="17932"/>
                  </a:cubicBezTo>
                  <a:cubicBezTo>
                    <a:pt x="12735" y="17932"/>
                    <a:pt x="12947" y="18204"/>
                    <a:pt x="12947" y="18068"/>
                  </a:cubicBezTo>
                  <a:cubicBezTo>
                    <a:pt x="12947" y="17796"/>
                    <a:pt x="12841" y="17796"/>
                    <a:pt x="12947" y="17660"/>
                  </a:cubicBezTo>
                  <a:cubicBezTo>
                    <a:pt x="13052" y="17525"/>
                    <a:pt x="12947" y="16981"/>
                    <a:pt x="13158" y="16981"/>
                  </a:cubicBezTo>
                  <a:cubicBezTo>
                    <a:pt x="13370" y="16845"/>
                    <a:pt x="13370" y="16845"/>
                    <a:pt x="13370" y="16709"/>
                  </a:cubicBezTo>
                  <a:cubicBezTo>
                    <a:pt x="13370" y="16574"/>
                    <a:pt x="13582" y="16302"/>
                    <a:pt x="13582" y="16438"/>
                  </a:cubicBezTo>
                  <a:cubicBezTo>
                    <a:pt x="13582" y="16438"/>
                    <a:pt x="13688" y="16709"/>
                    <a:pt x="13582" y="16981"/>
                  </a:cubicBezTo>
                  <a:cubicBezTo>
                    <a:pt x="13582" y="17117"/>
                    <a:pt x="13688" y="17796"/>
                    <a:pt x="13582" y="17932"/>
                  </a:cubicBezTo>
                  <a:cubicBezTo>
                    <a:pt x="13582" y="17932"/>
                    <a:pt x="13476" y="18068"/>
                    <a:pt x="13476" y="18204"/>
                  </a:cubicBezTo>
                  <a:cubicBezTo>
                    <a:pt x="13476" y="18340"/>
                    <a:pt x="13582" y="18340"/>
                    <a:pt x="13582" y="18204"/>
                  </a:cubicBezTo>
                  <a:cubicBezTo>
                    <a:pt x="13688" y="18204"/>
                    <a:pt x="13899" y="18068"/>
                    <a:pt x="13899" y="17932"/>
                  </a:cubicBezTo>
                  <a:cubicBezTo>
                    <a:pt x="13899" y="17796"/>
                    <a:pt x="13899" y="17389"/>
                    <a:pt x="14005" y="17525"/>
                  </a:cubicBezTo>
                  <a:cubicBezTo>
                    <a:pt x="14005" y="17660"/>
                    <a:pt x="14217" y="18068"/>
                    <a:pt x="14323" y="18204"/>
                  </a:cubicBezTo>
                  <a:cubicBezTo>
                    <a:pt x="14429" y="18475"/>
                    <a:pt x="14111" y="18611"/>
                    <a:pt x="14111" y="18611"/>
                  </a:cubicBezTo>
                  <a:cubicBezTo>
                    <a:pt x="14217" y="18747"/>
                    <a:pt x="14323" y="18747"/>
                    <a:pt x="14429" y="18747"/>
                  </a:cubicBezTo>
                  <a:cubicBezTo>
                    <a:pt x="14535" y="18611"/>
                    <a:pt x="14429" y="18340"/>
                    <a:pt x="14641" y="18747"/>
                  </a:cubicBezTo>
                  <a:cubicBezTo>
                    <a:pt x="14852" y="19019"/>
                    <a:pt x="15170" y="19426"/>
                    <a:pt x="15276" y="19698"/>
                  </a:cubicBezTo>
                  <a:cubicBezTo>
                    <a:pt x="15276" y="19970"/>
                    <a:pt x="15382" y="20242"/>
                    <a:pt x="15594" y="20513"/>
                  </a:cubicBezTo>
                  <a:cubicBezTo>
                    <a:pt x="15805" y="20785"/>
                    <a:pt x="15699" y="20785"/>
                    <a:pt x="16123" y="20921"/>
                  </a:cubicBezTo>
                  <a:cubicBezTo>
                    <a:pt x="16441" y="21057"/>
                    <a:pt x="16335" y="21464"/>
                    <a:pt x="16547" y="21328"/>
                  </a:cubicBezTo>
                  <a:cubicBezTo>
                    <a:pt x="16652" y="21192"/>
                    <a:pt x="16547" y="20921"/>
                    <a:pt x="16758" y="21057"/>
                  </a:cubicBezTo>
                  <a:cubicBezTo>
                    <a:pt x="16970" y="21192"/>
                    <a:pt x="17394" y="21600"/>
                    <a:pt x="17499" y="21464"/>
                  </a:cubicBezTo>
                  <a:cubicBezTo>
                    <a:pt x="17605" y="21464"/>
                    <a:pt x="17817" y="21192"/>
                    <a:pt x="18029" y="21192"/>
                  </a:cubicBezTo>
                  <a:cubicBezTo>
                    <a:pt x="18135" y="21192"/>
                    <a:pt x="18135" y="20785"/>
                    <a:pt x="18135" y="20785"/>
                  </a:cubicBezTo>
                  <a:cubicBezTo>
                    <a:pt x="18135" y="20785"/>
                    <a:pt x="18241" y="20785"/>
                    <a:pt x="18452" y="21192"/>
                  </a:cubicBezTo>
                  <a:cubicBezTo>
                    <a:pt x="18770" y="21464"/>
                    <a:pt x="18770" y="21600"/>
                    <a:pt x="18982" y="21600"/>
                  </a:cubicBezTo>
                  <a:cubicBezTo>
                    <a:pt x="19194" y="21464"/>
                    <a:pt x="19405" y="21600"/>
                    <a:pt x="19511" y="21464"/>
                  </a:cubicBezTo>
                  <a:cubicBezTo>
                    <a:pt x="19617" y="21192"/>
                    <a:pt x="19511" y="20921"/>
                    <a:pt x="19723" y="20921"/>
                  </a:cubicBezTo>
                  <a:cubicBezTo>
                    <a:pt x="20041" y="20785"/>
                    <a:pt x="20147" y="20785"/>
                    <a:pt x="20358" y="20649"/>
                  </a:cubicBezTo>
                  <a:cubicBezTo>
                    <a:pt x="20570" y="20513"/>
                    <a:pt x="20782" y="20649"/>
                    <a:pt x="20782" y="20377"/>
                  </a:cubicBezTo>
                  <a:cubicBezTo>
                    <a:pt x="20782" y="20106"/>
                    <a:pt x="20570" y="19291"/>
                    <a:pt x="20676" y="19155"/>
                  </a:cubicBezTo>
                  <a:cubicBezTo>
                    <a:pt x="20676" y="19155"/>
                    <a:pt x="20570" y="18611"/>
                    <a:pt x="20676" y="18340"/>
                  </a:cubicBezTo>
                  <a:cubicBezTo>
                    <a:pt x="20676" y="18068"/>
                    <a:pt x="20570" y="17660"/>
                    <a:pt x="20676" y="17525"/>
                  </a:cubicBezTo>
                  <a:cubicBezTo>
                    <a:pt x="20782" y="17389"/>
                    <a:pt x="20888" y="16709"/>
                    <a:pt x="20994" y="16574"/>
                  </a:cubicBezTo>
                  <a:cubicBezTo>
                    <a:pt x="21099" y="16438"/>
                    <a:pt x="21205" y="16438"/>
                    <a:pt x="21417" y="16166"/>
                  </a:cubicBezTo>
                  <a:cubicBezTo>
                    <a:pt x="21523" y="16030"/>
                    <a:pt x="21523" y="14264"/>
                    <a:pt x="21417" y="13857"/>
                  </a:cubicBezTo>
                  <a:cubicBezTo>
                    <a:pt x="21417" y="13449"/>
                    <a:pt x="21417" y="12770"/>
                    <a:pt x="21205" y="12498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78" name="Freeform 54"/>
            <p:cNvSpPr/>
            <p:nvPr/>
          </p:nvSpPr>
          <p:spPr>
            <a:xfrm>
              <a:off x="6254868" y="3082753"/>
              <a:ext cx="100978" cy="1040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0" extrusionOk="0">
                  <a:moveTo>
                    <a:pt x="17673" y="1328"/>
                  </a:moveTo>
                  <a:cubicBezTo>
                    <a:pt x="16691" y="389"/>
                    <a:pt x="12764" y="2267"/>
                    <a:pt x="11782" y="2267"/>
                  </a:cubicBezTo>
                  <a:cubicBezTo>
                    <a:pt x="9818" y="3207"/>
                    <a:pt x="6873" y="2267"/>
                    <a:pt x="3927" y="389"/>
                  </a:cubicBezTo>
                  <a:cubicBezTo>
                    <a:pt x="982" y="-550"/>
                    <a:pt x="0" y="389"/>
                    <a:pt x="0" y="1328"/>
                  </a:cubicBezTo>
                  <a:cubicBezTo>
                    <a:pt x="982" y="1328"/>
                    <a:pt x="4909" y="7902"/>
                    <a:pt x="5891" y="9780"/>
                  </a:cubicBezTo>
                  <a:cubicBezTo>
                    <a:pt x="6873" y="11659"/>
                    <a:pt x="7855" y="11659"/>
                    <a:pt x="7855" y="14476"/>
                  </a:cubicBezTo>
                  <a:cubicBezTo>
                    <a:pt x="8836" y="17293"/>
                    <a:pt x="13745" y="21050"/>
                    <a:pt x="15709" y="21050"/>
                  </a:cubicBezTo>
                  <a:cubicBezTo>
                    <a:pt x="17673" y="21050"/>
                    <a:pt x="17673" y="17293"/>
                    <a:pt x="17673" y="16354"/>
                  </a:cubicBezTo>
                  <a:cubicBezTo>
                    <a:pt x="18655" y="15415"/>
                    <a:pt x="19636" y="17293"/>
                    <a:pt x="20618" y="18233"/>
                  </a:cubicBezTo>
                  <a:cubicBezTo>
                    <a:pt x="21600" y="19172"/>
                    <a:pt x="20618" y="16354"/>
                    <a:pt x="20618" y="16354"/>
                  </a:cubicBezTo>
                  <a:cubicBezTo>
                    <a:pt x="19636" y="15415"/>
                    <a:pt x="20618" y="12598"/>
                    <a:pt x="21600" y="11659"/>
                  </a:cubicBezTo>
                  <a:cubicBezTo>
                    <a:pt x="21600" y="10720"/>
                    <a:pt x="20618" y="6024"/>
                    <a:pt x="19636" y="4146"/>
                  </a:cubicBezTo>
                  <a:cubicBezTo>
                    <a:pt x="17673" y="3207"/>
                    <a:pt x="19636" y="3207"/>
                    <a:pt x="17673" y="1328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79" name="Freeform 55"/>
            <p:cNvSpPr/>
            <p:nvPr/>
          </p:nvSpPr>
          <p:spPr>
            <a:xfrm>
              <a:off x="6796651" y="3077725"/>
              <a:ext cx="124522" cy="222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6" h="21339" extrusionOk="0">
                  <a:moveTo>
                    <a:pt x="20829" y="6020"/>
                  </a:moveTo>
                  <a:cubicBezTo>
                    <a:pt x="20829" y="5139"/>
                    <a:pt x="20057" y="3816"/>
                    <a:pt x="19286" y="2494"/>
                  </a:cubicBezTo>
                  <a:cubicBezTo>
                    <a:pt x="18514" y="1171"/>
                    <a:pt x="18514" y="1612"/>
                    <a:pt x="17743" y="1171"/>
                  </a:cubicBezTo>
                  <a:cubicBezTo>
                    <a:pt x="16971" y="1171"/>
                    <a:pt x="16200" y="1612"/>
                    <a:pt x="16200" y="2053"/>
                  </a:cubicBezTo>
                  <a:cubicBezTo>
                    <a:pt x="16200" y="2494"/>
                    <a:pt x="15429" y="1612"/>
                    <a:pt x="14657" y="1171"/>
                  </a:cubicBezTo>
                  <a:cubicBezTo>
                    <a:pt x="14657" y="731"/>
                    <a:pt x="13886" y="731"/>
                    <a:pt x="13114" y="290"/>
                  </a:cubicBezTo>
                  <a:cubicBezTo>
                    <a:pt x="12343" y="-151"/>
                    <a:pt x="10800" y="-151"/>
                    <a:pt x="10800" y="731"/>
                  </a:cubicBezTo>
                  <a:cubicBezTo>
                    <a:pt x="10800" y="1612"/>
                    <a:pt x="10800" y="3376"/>
                    <a:pt x="10029" y="3816"/>
                  </a:cubicBezTo>
                  <a:cubicBezTo>
                    <a:pt x="9257" y="4257"/>
                    <a:pt x="9257" y="5139"/>
                    <a:pt x="10029" y="6020"/>
                  </a:cubicBezTo>
                  <a:cubicBezTo>
                    <a:pt x="10800" y="7343"/>
                    <a:pt x="7714" y="9106"/>
                    <a:pt x="6943" y="9988"/>
                  </a:cubicBezTo>
                  <a:cubicBezTo>
                    <a:pt x="6171" y="10869"/>
                    <a:pt x="4629" y="11751"/>
                    <a:pt x="3086" y="12192"/>
                  </a:cubicBezTo>
                  <a:cubicBezTo>
                    <a:pt x="2314" y="12192"/>
                    <a:pt x="3857" y="14396"/>
                    <a:pt x="3086" y="14837"/>
                  </a:cubicBezTo>
                  <a:cubicBezTo>
                    <a:pt x="1543" y="15278"/>
                    <a:pt x="1543" y="15718"/>
                    <a:pt x="1543" y="16600"/>
                  </a:cubicBezTo>
                  <a:cubicBezTo>
                    <a:pt x="771" y="17041"/>
                    <a:pt x="0" y="17482"/>
                    <a:pt x="0" y="18363"/>
                  </a:cubicBezTo>
                  <a:cubicBezTo>
                    <a:pt x="771" y="19245"/>
                    <a:pt x="4629" y="19686"/>
                    <a:pt x="5400" y="19686"/>
                  </a:cubicBezTo>
                  <a:cubicBezTo>
                    <a:pt x="6171" y="19686"/>
                    <a:pt x="6171" y="20127"/>
                    <a:pt x="7714" y="21008"/>
                  </a:cubicBezTo>
                  <a:cubicBezTo>
                    <a:pt x="8486" y="21449"/>
                    <a:pt x="10800" y="21449"/>
                    <a:pt x="11571" y="21008"/>
                  </a:cubicBezTo>
                  <a:cubicBezTo>
                    <a:pt x="12343" y="21008"/>
                    <a:pt x="13886" y="19686"/>
                    <a:pt x="14657" y="19245"/>
                  </a:cubicBezTo>
                  <a:cubicBezTo>
                    <a:pt x="15429" y="18363"/>
                    <a:pt x="15429" y="17482"/>
                    <a:pt x="15429" y="16600"/>
                  </a:cubicBezTo>
                  <a:cubicBezTo>
                    <a:pt x="15429" y="16159"/>
                    <a:pt x="14657" y="13955"/>
                    <a:pt x="13886" y="13514"/>
                  </a:cubicBezTo>
                  <a:cubicBezTo>
                    <a:pt x="13886" y="13073"/>
                    <a:pt x="17743" y="11751"/>
                    <a:pt x="18514" y="11310"/>
                  </a:cubicBezTo>
                  <a:cubicBezTo>
                    <a:pt x="19286" y="10869"/>
                    <a:pt x="20057" y="11310"/>
                    <a:pt x="20829" y="11310"/>
                  </a:cubicBezTo>
                  <a:cubicBezTo>
                    <a:pt x="21600" y="10869"/>
                    <a:pt x="19286" y="9988"/>
                    <a:pt x="19286" y="9106"/>
                  </a:cubicBezTo>
                  <a:cubicBezTo>
                    <a:pt x="19286" y="8225"/>
                    <a:pt x="20057" y="6461"/>
                    <a:pt x="20829" y="602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80" name="Freeform 56"/>
            <p:cNvSpPr/>
            <p:nvPr/>
          </p:nvSpPr>
          <p:spPr>
            <a:xfrm>
              <a:off x="6803970" y="2878339"/>
              <a:ext cx="171337" cy="2308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15" h="21218" extrusionOk="0">
                  <a:moveTo>
                    <a:pt x="20161" y="13171"/>
                  </a:moveTo>
                  <a:cubicBezTo>
                    <a:pt x="20161" y="12747"/>
                    <a:pt x="20715" y="11053"/>
                    <a:pt x="20715" y="10206"/>
                  </a:cubicBezTo>
                  <a:cubicBezTo>
                    <a:pt x="20161" y="9783"/>
                    <a:pt x="19053" y="9359"/>
                    <a:pt x="18500" y="9783"/>
                  </a:cubicBezTo>
                  <a:cubicBezTo>
                    <a:pt x="17392" y="10206"/>
                    <a:pt x="17946" y="10630"/>
                    <a:pt x="16284" y="10206"/>
                  </a:cubicBezTo>
                  <a:cubicBezTo>
                    <a:pt x="14623" y="9783"/>
                    <a:pt x="12961" y="8512"/>
                    <a:pt x="12961" y="8089"/>
                  </a:cubicBezTo>
                  <a:cubicBezTo>
                    <a:pt x="12407" y="7665"/>
                    <a:pt x="10746" y="5547"/>
                    <a:pt x="10192" y="5124"/>
                  </a:cubicBezTo>
                  <a:cubicBezTo>
                    <a:pt x="9638" y="4700"/>
                    <a:pt x="10192" y="5971"/>
                    <a:pt x="10746" y="6818"/>
                  </a:cubicBezTo>
                  <a:cubicBezTo>
                    <a:pt x="11853" y="7665"/>
                    <a:pt x="11300" y="8089"/>
                    <a:pt x="10746" y="8089"/>
                  </a:cubicBezTo>
                  <a:cubicBezTo>
                    <a:pt x="10746" y="8512"/>
                    <a:pt x="9638" y="7665"/>
                    <a:pt x="8530" y="6818"/>
                  </a:cubicBezTo>
                  <a:cubicBezTo>
                    <a:pt x="7977" y="5547"/>
                    <a:pt x="7423" y="5124"/>
                    <a:pt x="7423" y="4277"/>
                  </a:cubicBezTo>
                  <a:cubicBezTo>
                    <a:pt x="7423" y="3853"/>
                    <a:pt x="5207" y="2583"/>
                    <a:pt x="4100" y="2159"/>
                  </a:cubicBezTo>
                  <a:cubicBezTo>
                    <a:pt x="2992" y="1736"/>
                    <a:pt x="1330" y="465"/>
                    <a:pt x="223" y="42"/>
                  </a:cubicBezTo>
                  <a:cubicBezTo>
                    <a:pt x="-885" y="-382"/>
                    <a:pt x="2438" y="2583"/>
                    <a:pt x="3546" y="3430"/>
                  </a:cubicBezTo>
                  <a:cubicBezTo>
                    <a:pt x="4653" y="4277"/>
                    <a:pt x="6869" y="6394"/>
                    <a:pt x="7423" y="6818"/>
                  </a:cubicBezTo>
                  <a:cubicBezTo>
                    <a:pt x="8530" y="7242"/>
                    <a:pt x="9084" y="7665"/>
                    <a:pt x="9084" y="8089"/>
                  </a:cubicBezTo>
                  <a:cubicBezTo>
                    <a:pt x="8530" y="8512"/>
                    <a:pt x="8530" y="8512"/>
                    <a:pt x="10192" y="9359"/>
                  </a:cubicBezTo>
                  <a:cubicBezTo>
                    <a:pt x="11300" y="10206"/>
                    <a:pt x="9638" y="10630"/>
                    <a:pt x="10192" y="11900"/>
                  </a:cubicBezTo>
                  <a:cubicBezTo>
                    <a:pt x="10746" y="12747"/>
                    <a:pt x="9638" y="14018"/>
                    <a:pt x="9084" y="14442"/>
                  </a:cubicBezTo>
                  <a:cubicBezTo>
                    <a:pt x="9084" y="15289"/>
                    <a:pt x="12961" y="16136"/>
                    <a:pt x="14069" y="16983"/>
                  </a:cubicBezTo>
                  <a:cubicBezTo>
                    <a:pt x="15730" y="17830"/>
                    <a:pt x="14069" y="20371"/>
                    <a:pt x="14623" y="20371"/>
                  </a:cubicBezTo>
                  <a:cubicBezTo>
                    <a:pt x="15177" y="21218"/>
                    <a:pt x="16838" y="21218"/>
                    <a:pt x="17392" y="21218"/>
                  </a:cubicBezTo>
                  <a:cubicBezTo>
                    <a:pt x="17946" y="21218"/>
                    <a:pt x="17946" y="19947"/>
                    <a:pt x="17946" y="19100"/>
                  </a:cubicBezTo>
                  <a:cubicBezTo>
                    <a:pt x="17946" y="18677"/>
                    <a:pt x="19053" y="16559"/>
                    <a:pt x="19607" y="16136"/>
                  </a:cubicBezTo>
                  <a:cubicBezTo>
                    <a:pt x="19607" y="15289"/>
                    <a:pt x="18500" y="14865"/>
                    <a:pt x="19053" y="14442"/>
                  </a:cubicBezTo>
                  <a:cubicBezTo>
                    <a:pt x="19607" y="14018"/>
                    <a:pt x="20161" y="13594"/>
                    <a:pt x="20161" y="13171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81" name="Freeform 57"/>
            <p:cNvSpPr/>
            <p:nvPr/>
          </p:nvSpPr>
          <p:spPr>
            <a:xfrm>
              <a:off x="130791" y="288931"/>
              <a:ext cx="2111004" cy="3288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2" h="21543" extrusionOk="0">
                  <a:moveTo>
                    <a:pt x="21480" y="12255"/>
                  </a:moveTo>
                  <a:cubicBezTo>
                    <a:pt x="21433" y="12225"/>
                    <a:pt x="21339" y="12195"/>
                    <a:pt x="21198" y="12165"/>
                  </a:cubicBezTo>
                  <a:cubicBezTo>
                    <a:pt x="21057" y="12165"/>
                    <a:pt x="20917" y="12165"/>
                    <a:pt x="20870" y="12104"/>
                  </a:cubicBezTo>
                  <a:cubicBezTo>
                    <a:pt x="20776" y="12074"/>
                    <a:pt x="20729" y="11984"/>
                    <a:pt x="20541" y="11954"/>
                  </a:cubicBezTo>
                  <a:cubicBezTo>
                    <a:pt x="20353" y="11954"/>
                    <a:pt x="20165" y="11954"/>
                    <a:pt x="20071" y="11954"/>
                  </a:cubicBezTo>
                  <a:cubicBezTo>
                    <a:pt x="19977" y="11923"/>
                    <a:pt x="19977" y="11893"/>
                    <a:pt x="19837" y="11893"/>
                  </a:cubicBezTo>
                  <a:cubicBezTo>
                    <a:pt x="19743" y="11893"/>
                    <a:pt x="19649" y="11893"/>
                    <a:pt x="19602" y="11893"/>
                  </a:cubicBezTo>
                  <a:cubicBezTo>
                    <a:pt x="19602" y="11863"/>
                    <a:pt x="19555" y="11803"/>
                    <a:pt x="19508" y="11803"/>
                  </a:cubicBezTo>
                  <a:cubicBezTo>
                    <a:pt x="19414" y="11773"/>
                    <a:pt x="19226" y="11712"/>
                    <a:pt x="19179" y="11682"/>
                  </a:cubicBezTo>
                  <a:cubicBezTo>
                    <a:pt x="19132" y="11682"/>
                    <a:pt x="19038" y="11622"/>
                    <a:pt x="18991" y="11652"/>
                  </a:cubicBezTo>
                  <a:cubicBezTo>
                    <a:pt x="18897" y="11682"/>
                    <a:pt x="18757" y="11833"/>
                    <a:pt x="18710" y="11833"/>
                  </a:cubicBezTo>
                  <a:cubicBezTo>
                    <a:pt x="18663" y="11833"/>
                    <a:pt x="18851" y="11682"/>
                    <a:pt x="18897" y="11682"/>
                  </a:cubicBezTo>
                  <a:cubicBezTo>
                    <a:pt x="18897" y="11652"/>
                    <a:pt x="18897" y="11592"/>
                    <a:pt x="18804" y="11592"/>
                  </a:cubicBezTo>
                  <a:cubicBezTo>
                    <a:pt x="18710" y="11592"/>
                    <a:pt x="18616" y="11622"/>
                    <a:pt x="18569" y="11592"/>
                  </a:cubicBezTo>
                  <a:cubicBezTo>
                    <a:pt x="18569" y="11592"/>
                    <a:pt x="18569" y="11501"/>
                    <a:pt x="18475" y="11531"/>
                  </a:cubicBezTo>
                  <a:cubicBezTo>
                    <a:pt x="18428" y="11561"/>
                    <a:pt x="18334" y="11652"/>
                    <a:pt x="18334" y="11622"/>
                  </a:cubicBezTo>
                  <a:cubicBezTo>
                    <a:pt x="18334" y="11561"/>
                    <a:pt x="18475" y="11531"/>
                    <a:pt x="18522" y="11501"/>
                  </a:cubicBezTo>
                  <a:cubicBezTo>
                    <a:pt x="18569" y="11501"/>
                    <a:pt x="18616" y="11411"/>
                    <a:pt x="18616" y="11380"/>
                  </a:cubicBezTo>
                  <a:cubicBezTo>
                    <a:pt x="18616" y="11350"/>
                    <a:pt x="18569" y="11350"/>
                    <a:pt x="18522" y="11290"/>
                  </a:cubicBezTo>
                  <a:cubicBezTo>
                    <a:pt x="18475" y="11260"/>
                    <a:pt x="18428" y="11079"/>
                    <a:pt x="18428" y="11049"/>
                  </a:cubicBezTo>
                  <a:cubicBezTo>
                    <a:pt x="18428" y="11049"/>
                    <a:pt x="18428" y="11018"/>
                    <a:pt x="18381" y="11018"/>
                  </a:cubicBezTo>
                  <a:cubicBezTo>
                    <a:pt x="18381" y="11018"/>
                    <a:pt x="18381" y="11018"/>
                    <a:pt x="18381" y="11018"/>
                  </a:cubicBezTo>
                  <a:cubicBezTo>
                    <a:pt x="18381" y="11018"/>
                    <a:pt x="18381" y="11018"/>
                    <a:pt x="18381" y="11018"/>
                  </a:cubicBezTo>
                  <a:cubicBezTo>
                    <a:pt x="18381" y="10988"/>
                    <a:pt x="18381" y="10988"/>
                    <a:pt x="18334" y="10988"/>
                  </a:cubicBezTo>
                  <a:cubicBezTo>
                    <a:pt x="18334" y="10988"/>
                    <a:pt x="18334" y="10958"/>
                    <a:pt x="18334" y="10958"/>
                  </a:cubicBezTo>
                  <a:cubicBezTo>
                    <a:pt x="18334" y="10958"/>
                    <a:pt x="18287" y="10958"/>
                    <a:pt x="18287" y="10958"/>
                  </a:cubicBezTo>
                  <a:cubicBezTo>
                    <a:pt x="18287" y="10958"/>
                    <a:pt x="18240" y="10928"/>
                    <a:pt x="18240" y="10928"/>
                  </a:cubicBezTo>
                  <a:cubicBezTo>
                    <a:pt x="18240" y="10928"/>
                    <a:pt x="18240" y="10928"/>
                    <a:pt x="18240" y="10928"/>
                  </a:cubicBezTo>
                  <a:cubicBezTo>
                    <a:pt x="18240" y="10928"/>
                    <a:pt x="18193" y="10928"/>
                    <a:pt x="18193" y="10898"/>
                  </a:cubicBezTo>
                  <a:cubicBezTo>
                    <a:pt x="18193" y="10898"/>
                    <a:pt x="18193" y="10898"/>
                    <a:pt x="18193" y="10898"/>
                  </a:cubicBezTo>
                  <a:cubicBezTo>
                    <a:pt x="18193" y="10898"/>
                    <a:pt x="18146" y="10898"/>
                    <a:pt x="18146" y="10898"/>
                  </a:cubicBezTo>
                  <a:cubicBezTo>
                    <a:pt x="18146" y="10898"/>
                    <a:pt x="18146" y="10868"/>
                    <a:pt x="18099" y="10868"/>
                  </a:cubicBezTo>
                  <a:cubicBezTo>
                    <a:pt x="18099" y="10868"/>
                    <a:pt x="18099" y="10868"/>
                    <a:pt x="18099" y="10868"/>
                  </a:cubicBezTo>
                  <a:cubicBezTo>
                    <a:pt x="18099" y="10868"/>
                    <a:pt x="18052" y="10837"/>
                    <a:pt x="18052" y="10837"/>
                  </a:cubicBezTo>
                  <a:cubicBezTo>
                    <a:pt x="18052" y="10837"/>
                    <a:pt x="18005" y="10837"/>
                    <a:pt x="18005" y="10837"/>
                  </a:cubicBezTo>
                  <a:cubicBezTo>
                    <a:pt x="18005" y="10837"/>
                    <a:pt x="17958" y="10837"/>
                    <a:pt x="17958" y="10807"/>
                  </a:cubicBezTo>
                  <a:cubicBezTo>
                    <a:pt x="17958" y="10807"/>
                    <a:pt x="17958" y="10807"/>
                    <a:pt x="17958" y="10807"/>
                  </a:cubicBezTo>
                  <a:cubicBezTo>
                    <a:pt x="17911" y="10807"/>
                    <a:pt x="17911" y="10807"/>
                    <a:pt x="17911" y="10807"/>
                  </a:cubicBezTo>
                  <a:cubicBezTo>
                    <a:pt x="17864" y="10777"/>
                    <a:pt x="17817" y="10777"/>
                    <a:pt x="17817" y="10777"/>
                  </a:cubicBezTo>
                  <a:cubicBezTo>
                    <a:pt x="17771" y="10777"/>
                    <a:pt x="17771" y="10777"/>
                    <a:pt x="17771" y="10777"/>
                  </a:cubicBezTo>
                  <a:cubicBezTo>
                    <a:pt x="17630" y="10777"/>
                    <a:pt x="17489" y="10807"/>
                    <a:pt x="17395" y="10777"/>
                  </a:cubicBezTo>
                  <a:cubicBezTo>
                    <a:pt x="17395" y="10777"/>
                    <a:pt x="17348" y="10777"/>
                    <a:pt x="17348" y="10777"/>
                  </a:cubicBezTo>
                  <a:cubicBezTo>
                    <a:pt x="17348" y="10777"/>
                    <a:pt x="17348" y="10747"/>
                    <a:pt x="17301" y="10747"/>
                  </a:cubicBezTo>
                  <a:cubicBezTo>
                    <a:pt x="17301" y="10747"/>
                    <a:pt x="17301" y="10747"/>
                    <a:pt x="17301" y="10747"/>
                  </a:cubicBezTo>
                  <a:cubicBezTo>
                    <a:pt x="17301" y="10747"/>
                    <a:pt x="17254" y="10717"/>
                    <a:pt x="17254" y="10717"/>
                  </a:cubicBezTo>
                  <a:cubicBezTo>
                    <a:pt x="17254" y="10717"/>
                    <a:pt x="17254" y="10717"/>
                    <a:pt x="17207" y="10717"/>
                  </a:cubicBezTo>
                  <a:cubicBezTo>
                    <a:pt x="17207" y="10686"/>
                    <a:pt x="17207" y="10686"/>
                    <a:pt x="17160" y="10686"/>
                  </a:cubicBezTo>
                  <a:cubicBezTo>
                    <a:pt x="17160" y="10686"/>
                    <a:pt x="17160" y="10656"/>
                    <a:pt x="17113" y="10656"/>
                  </a:cubicBezTo>
                  <a:cubicBezTo>
                    <a:pt x="17113" y="10656"/>
                    <a:pt x="17113" y="10656"/>
                    <a:pt x="17113" y="10656"/>
                  </a:cubicBezTo>
                  <a:cubicBezTo>
                    <a:pt x="17113" y="10656"/>
                    <a:pt x="17066" y="10656"/>
                    <a:pt x="17066" y="10656"/>
                  </a:cubicBezTo>
                  <a:cubicBezTo>
                    <a:pt x="17019" y="10626"/>
                    <a:pt x="17066" y="10626"/>
                    <a:pt x="16972" y="10566"/>
                  </a:cubicBezTo>
                  <a:cubicBezTo>
                    <a:pt x="16925" y="10505"/>
                    <a:pt x="16925" y="10475"/>
                    <a:pt x="16784" y="10445"/>
                  </a:cubicBezTo>
                  <a:cubicBezTo>
                    <a:pt x="16784" y="10445"/>
                    <a:pt x="16784" y="10445"/>
                    <a:pt x="16784" y="10445"/>
                  </a:cubicBezTo>
                  <a:cubicBezTo>
                    <a:pt x="16737" y="10445"/>
                    <a:pt x="16737" y="10445"/>
                    <a:pt x="16737" y="10445"/>
                  </a:cubicBezTo>
                  <a:cubicBezTo>
                    <a:pt x="16737" y="10445"/>
                    <a:pt x="16737" y="10445"/>
                    <a:pt x="16737" y="10445"/>
                  </a:cubicBezTo>
                  <a:cubicBezTo>
                    <a:pt x="16691" y="10445"/>
                    <a:pt x="16691" y="10445"/>
                    <a:pt x="16691" y="10415"/>
                  </a:cubicBezTo>
                  <a:cubicBezTo>
                    <a:pt x="16691" y="10415"/>
                    <a:pt x="16691" y="10415"/>
                    <a:pt x="16691" y="10415"/>
                  </a:cubicBezTo>
                  <a:cubicBezTo>
                    <a:pt x="16644" y="10415"/>
                    <a:pt x="16644" y="10415"/>
                    <a:pt x="16644" y="10415"/>
                  </a:cubicBezTo>
                  <a:cubicBezTo>
                    <a:pt x="16550" y="10415"/>
                    <a:pt x="16597" y="10415"/>
                    <a:pt x="16597" y="10355"/>
                  </a:cubicBezTo>
                  <a:cubicBezTo>
                    <a:pt x="16597" y="10324"/>
                    <a:pt x="16550" y="10234"/>
                    <a:pt x="16644" y="10204"/>
                  </a:cubicBezTo>
                  <a:cubicBezTo>
                    <a:pt x="16691" y="10204"/>
                    <a:pt x="16691" y="10143"/>
                    <a:pt x="16644" y="10174"/>
                  </a:cubicBezTo>
                  <a:cubicBezTo>
                    <a:pt x="16550" y="10204"/>
                    <a:pt x="16503" y="10264"/>
                    <a:pt x="16409" y="10234"/>
                  </a:cubicBezTo>
                  <a:cubicBezTo>
                    <a:pt x="16268" y="10204"/>
                    <a:pt x="16315" y="10174"/>
                    <a:pt x="16174" y="10174"/>
                  </a:cubicBezTo>
                  <a:cubicBezTo>
                    <a:pt x="16080" y="10174"/>
                    <a:pt x="15939" y="10234"/>
                    <a:pt x="15798" y="10204"/>
                  </a:cubicBezTo>
                  <a:cubicBezTo>
                    <a:pt x="15657" y="10204"/>
                    <a:pt x="15564" y="10143"/>
                    <a:pt x="15470" y="10143"/>
                  </a:cubicBezTo>
                  <a:cubicBezTo>
                    <a:pt x="15376" y="10143"/>
                    <a:pt x="15235" y="10204"/>
                    <a:pt x="15188" y="10174"/>
                  </a:cubicBezTo>
                  <a:cubicBezTo>
                    <a:pt x="15141" y="10143"/>
                    <a:pt x="15235" y="10113"/>
                    <a:pt x="15188" y="10083"/>
                  </a:cubicBezTo>
                  <a:cubicBezTo>
                    <a:pt x="15141" y="10053"/>
                    <a:pt x="14953" y="10023"/>
                    <a:pt x="14906" y="10053"/>
                  </a:cubicBezTo>
                  <a:cubicBezTo>
                    <a:pt x="14812" y="10083"/>
                    <a:pt x="14671" y="10113"/>
                    <a:pt x="14577" y="10113"/>
                  </a:cubicBezTo>
                  <a:cubicBezTo>
                    <a:pt x="14531" y="10113"/>
                    <a:pt x="14390" y="10174"/>
                    <a:pt x="14437" y="10113"/>
                  </a:cubicBezTo>
                  <a:cubicBezTo>
                    <a:pt x="14437" y="10113"/>
                    <a:pt x="14437" y="10113"/>
                    <a:pt x="14437" y="10083"/>
                  </a:cubicBezTo>
                  <a:cubicBezTo>
                    <a:pt x="14437" y="10083"/>
                    <a:pt x="14437" y="10083"/>
                    <a:pt x="14437" y="10083"/>
                  </a:cubicBezTo>
                  <a:cubicBezTo>
                    <a:pt x="14437" y="10083"/>
                    <a:pt x="14437" y="10083"/>
                    <a:pt x="14484" y="10053"/>
                  </a:cubicBezTo>
                  <a:cubicBezTo>
                    <a:pt x="14484" y="10053"/>
                    <a:pt x="14484" y="10053"/>
                    <a:pt x="14484" y="10053"/>
                  </a:cubicBezTo>
                  <a:cubicBezTo>
                    <a:pt x="14484" y="10053"/>
                    <a:pt x="14531" y="10053"/>
                    <a:pt x="14531" y="10023"/>
                  </a:cubicBezTo>
                  <a:cubicBezTo>
                    <a:pt x="14624" y="10023"/>
                    <a:pt x="14671" y="9993"/>
                    <a:pt x="14624" y="9932"/>
                  </a:cubicBezTo>
                  <a:cubicBezTo>
                    <a:pt x="14531" y="9902"/>
                    <a:pt x="14484" y="9902"/>
                    <a:pt x="14437" y="9962"/>
                  </a:cubicBezTo>
                  <a:cubicBezTo>
                    <a:pt x="14343" y="9993"/>
                    <a:pt x="14155" y="10083"/>
                    <a:pt x="14108" y="10053"/>
                  </a:cubicBezTo>
                  <a:cubicBezTo>
                    <a:pt x="14061" y="10053"/>
                    <a:pt x="14014" y="10023"/>
                    <a:pt x="13967" y="10053"/>
                  </a:cubicBezTo>
                  <a:cubicBezTo>
                    <a:pt x="13920" y="10083"/>
                    <a:pt x="13826" y="10113"/>
                    <a:pt x="13779" y="10143"/>
                  </a:cubicBezTo>
                  <a:cubicBezTo>
                    <a:pt x="13732" y="10143"/>
                    <a:pt x="13638" y="10143"/>
                    <a:pt x="13685" y="10174"/>
                  </a:cubicBezTo>
                  <a:cubicBezTo>
                    <a:pt x="13685" y="10204"/>
                    <a:pt x="13591" y="10204"/>
                    <a:pt x="13591" y="10234"/>
                  </a:cubicBezTo>
                  <a:cubicBezTo>
                    <a:pt x="13591" y="10264"/>
                    <a:pt x="13591" y="10294"/>
                    <a:pt x="13544" y="10294"/>
                  </a:cubicBezTo>
                  <a:cubicBezTo>
                    <a:pt x="13497" y="10294"/>
                    <a:pt x="13404" y="10385"/>
                    <a:pt x="13357" y="10415"/>
                  </a:cubicBezTo>
                  <a:cubicBezTo>
                    <a:pt x="13357" y="10415"/>
                    <a:pt x="13263" y="10415"/>
                    <a:pt x="13216" y="10415"/>
                  </a:cubicBezTo>
                  <a:cubicBezTo>
                    <a:pt x="13216" y="10415"/>
                    <a:pt x="13216" y="10415"/>
                    <a:pt x="13216" y="10415"/>
                  </a:cubicBezTo>
                  <a:cubicBezTo>
                    <a:pt x="13216" y="10385"/>
                    <a:pt x="13216" y="10385"/>
                    <a:pt x="13169" y="10385"/>
                  </a:cubicBezTo>
                  <a:cubicBezTo>
                    <a:pt x="13169" y="10385"/>
                    <a:pt x="13169" y="10385"/>
                    <a:pt x="13169" y="10385"/>
                  </a:cubicBezTo>
                  <a:cubicBezTo>
                    <a:pt x="13169" y="10385"/>
                    <a:pt x="13169" y="10355"/>
                    <a:pt x="13169" y="10355"/>
                  </a:cubicBezTo>
                  <a:cubicBezTo>
                    <a:pt x="13169" y="10355"/>
                    <a:pt x="13122" y="10355"/>
                    <a:pt x="13122" y="10355"/>
                  </a:cubicBezTo>
                  <a:cubicBezTo>
                    <a:pt x="13122" y="10355"/>
                    <a:pt x="13122" y="10355"/>
                    <a:pt x="13075" y="10324"/>
                  </a:cubicBezTo>
                  <a:cubicBezTo>
                    <a:pt x="12981" y="10324"/>
                    <a:pt x="12840" y="10294"/>
                    <a:pt x="12793" y="10294"/>
                  </a:cubicBezTo>
                  <a:cubicBezTo>
                    <a:pt x="12699" y="10324"/>
                    <a:pt x="12652" y="10355"/>
                    <a:pt x="12605" y="10355"/>
                  </a:cubicBezTo>
                  <a:cubicBezTo>
                    <a:pt x="12511" y="10355"/>
                    <a:pt x="12371" y="10385"/>
                    <a:pt x="12324" y="10355"/>
                  </a:cubicBezTo>
                  <a:cubicBezTo>
                    <a:pt x="12277" y="10324"/>
                    <a:pt x="12230" y="10385"/>
                    <a:pt x="12183" y="10355"/>
                  </a:cubicBezTo>
                  <a:cubicBezTo>
                    <a:pt x="12136" y="10294"/>
                    <a:pt x="12183" y="10324"/>
                    <a:pt x="12136" y="10264"/>
                  </a:cubicBezTo>
                  <a:cubicBezTo>
                    <a:pt x="12136" y="10234"/>
                    <a:pt x="12089" y="10234"/>
                    <a:pt x="12089" y="10234"/>
                  </a:cubicBezTo>
                  <a:cubicBezTo>
                    <a:pt x="12089" y="10234"/>
                    <a:pt x="12089" y="10234"/>
                    <a:pt x="12089" y="10234"/>
                  </a:cubicBezTo>
                  <a:cubicBezTo>
                    <a:pt x="12042" y="10204"/>
                    <a:pt x="12042" y="10204"/>
                    <a:pt x="11995" y="10174"/>
                  </a:cubicBezTo>
                  <a:cubicBezTo>
                    <a:pt x="11995" y="10174"/>
                    <a:pt x="11995" y="10174"/>
                    <a:pt x="11995" y="10174"/>
                  </a:cubicBezTo>
                  <a:cubicBezTo>
                    <a:pt x="11995" y="10174"/>
                    <a:pt x="11995" y="10174"/>
                    <a:pt x="11995" y="10174"/>
                  </a:cubicBezTo>
                  <a:cubicBezTo>
                    <a:pt x="11995" y="10174"/>
                    <a:pt x="11995" y="10174"/>
                    <a:pt x="11995" y="10174"/>
                  </a:cubicBezTo>
                  <a:cubicBezTo>
                    <a:pt x="11995" y="10174"/>
                    <a:pt x="11995" y="10174"/>
                    <a:pt x="11995" y="10174"/>
                  </a:cubicBezTo>
                  <a:cubicBezTo>
                    <a:pt x="11995" y="10174"/>
                    <a:pt x="11995" y="10174"/>
                    <a:pt x="11995" y="10143"/>
                  </a:cubicBezTo>
                  <a:cubicBezTo>
                    <a:pt x="11948" y="10143"/>
                    <a:pt x="11948" y="10143"/>
                    <a:pt x="11948" y="10143"/>
                  </a:cubicBezTo>
                  <a:cubicBezTo>
                    <a:pt x="11948" y="10113"/>
                    <a:pt x="11948" y="10113"/>
                    <a:pt x="11948" y="10113"/>
                  </a:cubicBezTo>
                  <a:cubicBezTo>
                    <a:pt x="11948" y="10113"/>
                    <a:pt x="11948" y="10083"/>
                    <a:pt x="11948" y="10083"/>
                  </a:cubicBezTo>
                  <a:cubicBezTo>
                    <a:pt x="11948" y="10083"/>
                    <a:pt x="11948" y="10083"/>
                    <a:pt x="11948" y="10053"/>
                  </a:cubicBezTo>
                  <a:cubicBezTo>
                    <a:pt x="11948" y="10053"/>
                    <a:pt x="11948" y="10053"/>
                    <a:pt x="11948" y="10053"/>
                  </a:cubicBezTo>
                  <a:cubicBezTo>
                    <a:pt x="11948" y="10053"/>
                    <a:pt x="11948" y="10023"/>
                    <a:pt x="11948" y="10023"/>
                  </a:cubicBezTo>
                  <a:cubicBezTo>
                    <a:pt x="11948" y="10023"/>
                    <a:pt x="11948" y="10023"/>
                    <a:pt x="11948" y="10023"/>
                  </a:cubicBezTo>
                  <a:cubicBezTo>
                    <a:pt x="11948" y="10023"/>
                    <a:pt x="11948" y="10023"/>
                    <a:pt x="11995" y="9993"/>
                  </a:cubicBezTo>
                  <a:cubicBezTo>
                    <a:pt x="12042" y="9993"/>
                    <a:pt x="11995" y="9962"/>
                    <a:pt x="12042" y="9932"/>
                  </a:cubicBezTo>
                  <a:cubicBezTo>
                    <a:pt x="12089" y="9902"/>
                    <a:pt x="12089" y="9781"/>
                    <a:pt x="12183" y="9751"/>
                  </a:cubicBezTo>
                  <a:cubicBezTo>
                    <a:pt x="12230" y="9721"/>
                    <a:pt x="12230" y="9661"/>
                    <a:pt x="12230" y="9631"/>
                  </a:cubicBezTo>
                  <a:cubicBezTo>
                    <a:pt x="12230" y="9631"/>
                    <a:pt x="12230" y="9631"/>
                    <a:pt x="12230" y="9600"/>
                  </a:cubicBezTo>
                  <a:cubicBezTo>
                    <a:pt x="12230" y="9600"/>
                    <a:pt x="12230" y="9600"/>
                    <a:pt x="12230" y="9600"/>
                  </a:cubicBezTo>
                  <a:cubicBezTo>
                    <a:pt x="12230" y="9600"/>
                    <a:pt x="12230" y="9570"/>
                    <a:pt x="12230" y="9570"/>
                  </a:cubicBezTo>
                  <a:cubicBezTo>
                    <a:pt x="12230" y="9570"/>
                    <a:pt x="12230" y="9540"/>
                    <a:pt x="12230" y="9540"/>
                  </a:cubicBezTo>
                  <a:cubicBezTo>
                    <a:pt x="12230" y="9540"/>
                    <a:pt x="12230" y="9540"/>
                    <a:pt x="12230" y="9540"/>
                  </a:cubicBezTo>
                  <a:cubicBezTo>
                    <a:pt x="12230" y="9540"/>
                    <a:pt x="12230" y="9510"/>
                    <a:pt x="12230" y="9510"/>
                  </a:cubicBezTo>
                  <a:cubicBezTo>
                    <a:pt x="12230" y="9510"/>
                    <a:pt x="12230" y="9510"/>
                    <a:pt x="12230" y="9510"/>
                  </a:cubicBezTo>
                  <a:cubicBezTo>
                    <a:pt x="12230" y="9510"/>
                    <a:pt x="12230" y="9510"/>
                    <a:pt x="12230" y="9480"/>
                  </a:cubicBezTo>
                  <a:cubicBezTo>
                    <a:pt x="12230" y="9480"/>
                    <a:pt x="12230" y="9480"/>
                    <a:pt x="12230" y="9480"/>
                  </a:cubicBezTo>
                  <a:cubicBezTo>
                    <a:pt x="12183" y="9480"/>
                    <a:pt x="12183" y="9480"/>
                    <a:pt x="12183" y="9480"/>
                  </a:cubicBezTo>
                  <a:cubicBezTo>
                    <a:pt x="12089" y="9480"/>
                    <a:pt x="12042" y="9480"/>
                    <a:pt x="11995" y="9480"/>
                  </a:cubicBezTo>
                  <a:cubicBezTo>
                    <a:pt x="11948" y="9480"/>
                    <a:pt x="11901" y="9450"/>
                    <a:pt x="11854" y="9450"/>
                  </a:cubicBezTo>
                  <a:cubicBezTo>
                    <a:pt x="11807" y="9480"/>
                    <a:pt x="11760" y="9480"/>
                    <a:pt x="11666" y="9480"/>
                  </a:cubicBezTo>
                  <a:cubicBezTo>
                    <a:pt x="11572" y="9480"/>
                    <a:pt x="11431" y="9480"/>
                    <a:pt x="11384" y="9480"/>
                  </a:cubicBezTo>
                  <a:cubicBezTo>
                    <a:pt x="11384" y="9480"/>
                    <a:pt x="11337" y="9480"/>
                    <a:pt x="11337" y="9480"/>
                  </a:cubicBezTo>
                  <a:cubicBezTo>
                    <a:pt x="11337" y="9480"/>
                    <a:pt x="11337" y="9480"/>
                    <a:pt x="11291" y="9480"/>
                  </a:cubicBezTo>
                  <a:cubicBezTo>
                    <a:pt x="11291" y="9480"/>
                    <a:pt x="11291" y="9480"/>
                    <a:pt x="11291" y="9480"/>
                  </a:cubicBezTo>
                  <a:cubicBezTo>
                    <a:pt x="11291" y="9480"/>
                    <a:pt x="11291" y="9480"/>
                    <a:pt x="11244" y="9480"/>
                  </a:cubicBezTo>
                  <a:cubicBezTo>
                    <a:pt x="11244" y="9480"/>
                    <a:pt x="11244" y="9480"/>
                    <a:pt x="11244" y="9480"/>
                  </a:cubicBezTo>
                  <a:cubicBezTo>
                    <a:pt x="11244" y="9480"/>
                    <a:pt x="11244" y="9480"/>
                    <a:pt x="11197" y="9480"/>
                  </a:cubicBezTo>
                  <a:cubicBezTo>
                    <a:pt x="11197" y="9480"/>
                    <a:pt x="11197" y="9480"/>
                    <a:pt x="11197" y="9480"/>
                  </a:cubicBezTo>
                  <a:cubicBezTo>
                    <a:pt x="11197" y="9480"/>
                    <a:pt x="11197" y="9480"/>
                    <a:pt x="11197" y="9480"/>
                  </a:cubicBezTo>
                  <a:cubicBezTo>
                    <a:pt x="11197" y="9450"/>
                    <a:pt x="11150" y="9450"/>
                    <a:pt x="11150" y="9450"/>
                  </a:cubicBezTo>
                  <a:cubicBezTo>
                    <a:pt x="11150" y="9450"/>
                    <a:pt x="11150" y="9450"/>
                    <a:pt x="11150" y="9450"/>
                  </a:cubicBezTo>
                  <a:cubicBezTo>
                    <a:pt x="11150" y="9450"/>
                    <a:pt x="11150" y="9450"/>
                    <a:pt x="11150" y="9450"/>
                  </a:cubicBezTo>
                  <a:cubicBezTo>
                    <a:pt x="11150" y="9450"/>
                    <a:pt x="11150" y="9450"/>
                    <a:pt x="11150" y="9450"/>
                  </a:cubicBezTo>
                  <a:cubicBezTo>
                    <a:pt x="11150" y="9450"/>
                    <a:pt x="11150" y="9450"/>
                    <a:pt x="11150" y="9419"/>
                  </a:cubicBezTo>
                  <a:cubicBezTo>
                    <a:pt x="11150" y="9419"/>
                    <a:pt x="11150" y="9419"/>
                    <a:pt x="11150" y="9419"/>
                  </a:cubicBezTo>
                  <a:cubicBezTo>
                    <a:pt x="11197" y="9419"/>
                    <a:pt x="11197" y="9419"/>
                    <a:pt x="11197" y="9419"/>
                  </a:cubicBezTo>
                  <a:cubicBezTo>
                    <a:pt x="11197" y="9419"/>
                    <a:pt x="11197" y="9419"/>
                    <a:pt x="11197" y="9419"/>
                  </a:cubicBezTo>
                  <a:cubicBezTo>
                    <a:pt x="11291" y="9389"/>
                    <a:pt x="11291" y="9359"/>
                    <a:pt x="11337" y="9299"/>
                  </a:cubicBezTo>
                  <a:cubicBezTo>
                    <a:pt x="11384" y="9238"/>
                    <a:pt x="11431" y="9178"/>
                    <a:pt x="11431" y="9148"/>
                  </a:cubicBezTo>
                  <a:cubicBezTo>
                    <a:pt x="11431" y="9118"/>
                    <a:pt x="11431" y="9118"/>
                    <a:pt x="11431" y="9118"/>
                  </a:cubicBezTo>
                  <a:cubicBezTo>
                    <a:pt x="11431" y="9118"/>
                    <a:pt x="11431" y="9118"/>
                    <a:pt x="11431" y="9118"/>
                  </a:cubicBezTo>
                  <a:cubicBezTo>
                    <a:pt x="11431" y="9088"/>
                    <a:pt x="11431" y="9088"/>
                    <a:pt x="11431" y="9088"/>
                  </a:cubicBezTo>
                  <a:cubicBezTo>
                    <a:pt x="11431" y="9088"/>
                    <a:pt x="11431" y="9088"/>
                    <a:pt x="11431" y="9088"/>
                  </a:cubicBezTo>
                  <a:cubicBezTo>
                    <a:pt x="11431" y="9088"/>
                    <a:pt x="11431" y="9088"/>
                    <a:pt x="11431" y="9088"/>
                  </a:cubicBezTo>
                  <a:cubicBezTo>
                    <a:pt x="11431" y="9088"/>
                    <a:pt x="11431" y="9088"/>
                    <a:pt x="11431" y="9088"/>
                  </a:cubicBezTo>
                  <a:cubicBezTo>
                    <a:pt x="11431" y="9088"/>
                    <a:pt x="11431" y="9088"/>
                    <a:pt x="11431" y="9088"/>
                  </a:cubicBezTo>
                  <a:cubicBezTo>
                    <a:pt x="11431" y="9088"/>
                    <a:pt x="11431" y="9088"/>
                    <a:pt x="11478" y="9088"/>
                  </a:cubicBezTo>
                  <a:cubicBezTo>
                    <a:pt x="11525" y="9118"/>
                    <a:pt x="11525" y="9118"/>
                    <a:pt x="11572" y="9088"/>
                  </a:cubicBezTo>
                  <a:cubicBezTo>
                    <a:pt x="11619" y="9057"/>
                    <a:pt x="11666" y="8907"/>
                    <a:pt x="11713" y="8876"/>
                  </a:cubicBezTo>
                  <a:cubicBezTo>
                    <a:pt x="11760" y="8846"/>
                    <a:pt x="11854" y="8816"/>
                    <a:pt x="11854" y="8786"/>
                  </a:cubicBezTo>
                  <a:cubicBezTo>
                    <a:pt x="11854" y="8756"/>
                    <a:pt x="11854" y="8726"/>
                    <a:pt x="11854" y="8726"/>
                  </a:cubicBezTo>
                  <a:cubicBezTo>
                    <a:pt x="11807" y="8726"/>
                    <a:pt x="11760" y="8726"/>
                    <a:pt x="11713" y="8726"/>
                  </a:cubicBezTo>
                  <a:cubicBezTo>
                    <a:pt x="11713" y="8726"/>
                    <a:pt x="11713" y="8695"/>
                    <a:pt x="11666" y="8695"/>
                  </a:cubicBezTo>
                  <a:cubicBezTo>
                    <a:pt x="11619" y="8695"/>
                    <a:pt x="11572" y="8726"/>
                    <a:pt x="11525" y="8695"/>
                  </a:cubicBezTo>
                  <a:cubicBezTo>
                    <a:pt x="11478" y="8695"/>
                    <a:pt x="11431" y="8695"/>
                    <a:pt x="11384" y="8695"/>
                  </a:cubicBezTo>
                  <a:cubicBezTo>
                    <a:pt x="11291" y="8726"/>
                    <a:pt x="11197" y="8786"/>
                    <a:pt x="11150" y="8786"/>
                  </a:cubicBezTo>
                  <a:cubicBezTo>
                    <a:pt x="11150" y="8786"/>
                    <a:pt x="11056" y="8876"/>
                    <a:pt x="11056" y="8876"/>
                  </a:cubicBezTo>
                  <a:cubicBezTo>
                    <a:pt x="11056" y="8907"/>
                    <a:pt x="11009" y="8937"/>
                    <a:pt x="11009" y="8937"/>
                  </a:cubicBezTo>
                  <a:cubicBezTo>
                    <a:pt x="10962" y="8967"/>
                    <a:pt x="11009" y="8967"/>
                    <a:pt x="10962" y="8997"/>
                  </a:cubicBezTo>
                  <a:cubicBezTo>
                    <a:pt x="10962" y="8997"/>
                    <a:pt x="10868" y="9088"/>
                    <a:pt x="10774" y="9088"/>
                  </a:cubicBezTo>
                  <a:cubicBezTo>
                    <a:pt x="10633" y="9057"/>
                    <a:pt x="10586" y="9057"/>
                    <a:pt x="10539" y="9088"/>
                  </a:cubicBezTo>
                  <a:cubicBezTo>
                    <a:pt x="10492" y="9118"/>
                    <a:pt x="10492" y="9118"/>
                    <a:pt x="10445" y="9118"/>
                  </a:cubicBezTo>
                  <a:cubicBezTo>
                    <a:pt x="10351" y="9118"/>
                    <a:pt x="10351" y="9088"/>
                    <a:pt x="10304" y="9088"/>
                  </a:cubicBezTo>
                  <a:cubicBezTo>
                    <a:pt x="10304" y="9088"/>
                    <a:pt x="10211" y="9148"/>
                    <a:pt x="10211" y="9118"/>
                  </a:cubicBezTo>
                  <a:cubicBezTo>
                    <a:pt x="10164" y="9118"/>
                    <a:pt x="10164" y="9118"/>
                    <a:pt x="10117" y="9088"/>
                  </a:cubicBezTo>
                  <a:cubicBezTo>
                    <a:pt x="10070" y="9088"/>
                    <a:pt x="9882" y="9057"/>
                    <a:pt x="9882" y="9027"/>
                  </a:cubicBezTo>
                  <a:cubicBezTo>
                    <a:pt x="9882" y="9027"/>
                    <a:pt x="9929" y="9027"/>
                    <a:pt x="9882" y="8997"/>
                  </a:cubicBezTo>
                  <a:cubicBezTo>
                    <a:pt x="9835" y="8967"/>
                    <a:pt x="9882" y="8937"/>
                    <a:pt x="9882" y="8907"/>
                  </a:cubicBezTo>
                  <a:cubicBezTo>
                    <a:pt x="9882" y="8876"/>
                    <a:pt x="9741" y="8846"/>
                    <a:pt x="9741" y="8786"/>
                  </a:cubicBezTo>
                  <a:cubicBezTo>
                    <a:pt x="9741" y="8726"/>
                    <a:pt x="9788" y="8726"/>
                    <a:pt x="9788" y="8665"/>
                  </a:cubicBezTo>
                  <a:cubicBezTo>
                    <a:pt x="9741" y="8605"/>
                    <a:pt x="9694" y="8575"/>
                    <a:pt x="9741" y="8545"/>
                  </a:cubicBezTo>
                  <a:cubicBezTo>
                    <a:pt x="9788" y="8514"/>
                    <a:pt x="9741" y="8424"/>
                    <a:pt x="9788" y="8394"/>
                  </a:cubicBezTo>
                  <a:cubicBezTo>
                    <a:pt x="9882" y="8333"/>
                    <a:pt x="9929" y="8273"/>
                    <a:pt x="9976" y="8213"/>
                  </a:cubicBezTo>
                  <a:cubicBezTo>
                    <a:pt x="9976" y="8213"/>
                    <a:pt x="9976" y="8213"/>
                    <a:pt x="10023" y="8213"/>
                  </a:cubicBezTo>
                  <a:cubicBezTo>
                    <a:pt x="10023" y="8213"/>
                    <a:pt x="10023" y="8213"/>
                    <a:pt x="10023" y="8213"/>
                  </a:cubicBezTo>
                  <a:cubicBezTo>
                    <a:pt x="10023" y="8183"/>
                    <a:pt x="10023" y="8183"/>
                    <a:pt x="10023" y="8183"/>
                  </a:cubicBezTo>
                  <a:cubicBezTo>
                    <a:pt x="10023" y="8183"/>
                    <a:pt x="10023" y="8183"/>
                    <a:pt x="10023" y="8183"/>
                  </a:cubicBezTo>
                  <a:cubicBezTo>
                    <a:pt x="10023" y="8152"/>
                    <a:pt x="10070" y="8152"/>
                    <a:pt x="10070" y="8152"/>
                  </a:cubicBezTo>
                  <a:cubicBezTo>
                    <a:pt x="10070" y="8152"/>
                    <a:pt x="10070" y="8152"/>
                    <a:pt x="10070" y="8152"/>
                  </a:cubicBezTo>
                  <a:cubicBezTo>
                    <a:pt x="10070" y="8122"/>
                    <a:pt x="10070" y="8122"/>
                    <a:pt x="10070" y="8122"/>
                  </a:cubicBezTo>
                  <a:cubicBezTo>
                    <a:pt x="10070" y="8122"/>
                    <a:pt x="10070" y="8122"/>
                    <a:pt x="10070" y="8122"/>
                  </a:cubicBezTo>
                  <a:cubicBezTo>
                    <a:pt x="10070" y="8122"/>
                    <a:pt x="10070" y="8122"/>
                    <a:pt x="10070" y="8122"/>
                  </a:cubicBezTo>
                  <a:cubicBezTo>
                    <a:pt x="10070" y="8092"/>
                    <a:pt x="10070" y="8092"/>
                    <a:pt x="10070" y="8092"/>
                  </a:cubicBezTo>
                  <a:cubicBezTo>
                    <a:pt x="10070" y="8092"/>
                    <a:pt x="10070" y="8092"/>
                    <a:pt x="10070" y="8062"/>
                  </a:cubicBezTo>
                  <a:cubicBezTo>
                    <a:pt x="10117" y="8062"/>
                    <a:pt x="10117" y="8062"/>
                    <a:pt x="10117" y="8062"/>
                  </a:cubicBezTo>
                  <a:cubicBezTo>
                    <a:pt x="10117" y="8062"/>
                    <a:pt x="10117" y="8062"/>
                    <a:pt x="10117" y="8032"/>
                  </a:cubicBezTo>
                  <a:cubicBezTo>
                    <a:pt x="10117" y="8032"/>
                    <a:pt x="10117" y="8032"/>
                    <a:pt x="10117" y="8032"/>
                  </a:cubicBezTo>
                  <a:cubicBezTo>
                    <a:pt x="10117" y="8032"/>
                    <a:pt x="10117" y="8002"/>
                    <a:pt x="10117" y="8002"/>
                  </a:cubicBezTo>
                  <a:cubicBezTo>
                    <a:pt x="10117" y="7941"/>
                    <a:pt x="10164" y="7911"/>
                    <a:pt x="10164" y="7881"/>
                  </a:cubicBezTo>
                  <a:cubicBezTo>
                    <a:pt x="10164" y="7881"/>
                    <a:pt x="10117" y="7851"/>
                    <a:pt x="10257" y="7851"/>
                  </a:cubicBezTo>
                  <a:cubicBezTo>
                    <a:pt x="10351" y="7821"/>
                    <a:pt x="10351" y="7790"/>
                    <a:pt x="10398" y="7760"/>
                  </a:cubicBezTo>
                  <a:cubicBezTo>
                    <a:pt x="10492" y="7730"/>
                    <a:pt x="10633" y="7700"/>
                    <a:pt x="10727" y="7670"/>
                  </a:cubicBezTo>
                  <a:cubicBezTo>
                    <a:pt x="10774" y="7640"/>
                    <a:pt x="10680" y="7609"/>
                    <a:pt x="10774" y="7640"/>
                  </a:cubicBezTo>
                  <a:cubicBezTo>
                    <a:pt x="10868" y="7670"/>
                    <a:pt x="10915" y="7640"/>
                    <a:pt x="10962" y="7640"/>
                  </a:cubicBezTo>
                  <a:cubicBezTo>
                    <a:pt x="11009" y="7640"/>
                    <a:pt x="11197" y="7640"/>
                    <a:pt x="11197" y="7640"/>
                  </a:cubicBezTo>
                  <a:cubicBezTo>
                    <a:pt x="11244" y="7609"/>
                    <a:pt x="11337" y="7609"/>
                    <a:pt x="11337" y="7609"/>
                  </a:cubicBezTo>
                  <a:cubicBezTo>
                    <a:pt x="11337" y="7640"/>
                    <a:pt x="11478" y="7640"/>
                    <a:pt x="11478" y="7670"/>
                  </a:cubicBezTo>
                  <a:cubicBezTo>
                    <a:pt x="11478" y="7670"/>
                    <a:pt x="11525" y="7700"/>
                    <a:pt x="11572" y="7700"/>
                  </a:cubicBezTo>
                  <a:cubicBezTo>
                    <a:pt x="11619" y="7670"/>
                    <a:pt x="11666" y="7640"/>
                    <a:pt x="11760" y="7609"/>
                  </a:cubicBezTo>
                  <a:cubicBezTo>
                    <a:pt x="11901" y="7579"/>
                    <a:pt x="11948" y="7549"/>
                    <a:pt x="12042" y="7549"/>
                  </a:cubicBezTo>
                  <a:cubicBezTo>
                    <a:pt x="12089" y="7549"/>
                    <a:pt x="12136" y="7549"/>
                    <a:pt x="12183" y="7519"/>
                  </a:cubicBezTo>
                  <a:cubicBezTo>
                    <a:pt x="12230" y="7519"/>
                    <a:pt x="12136" y="7549"/>
                    <a:pt x="12230" y="7549"/>
                  </a:cubicBezTo>
                  <a:cubicBezTo>
                    <a:pt x="12324" y="7519"/>
                    <a:pt x="12324" y="7519"/>
                    <a:pt x="12417" y="7549"/>
                  </a:cubicBezTo>
                  <a:cubicBezTo>
                    <a:pt x="12464" y="7549"/>
                    <a:pt x="12511" y="7519"/>
                    <a:pt x="12558" y="7549"/>
                  </a:cubicBezTo>
                  <a:cubicBezTo>
                    <a:pt x="12558" y="7549"/>
                    <a:pt x="12652" y="7609"/>
                    <a:pt x="12699" y="7609"/>
                  </a:cubicBezTo>
                  <a:cubicBezTo>
                    <a:pt x="12793" y="7609"/>
                    <a:pt x="12840" y="7609"/>
                    <a:pt x="12840" y="7579"/>
                  </a:cubicBezTo>
                  <a:cubicBezTo>
                    <a:pt x="12887" y="7549"/>
                    <a:pt x="12934" y="7519"/>
                    <a:pt x="12981" y="7579"/>
                  </a:cubicBezTo>
                  <a:cubicBezTo>
                    <a:pt x="13028" y="7609"/>
                    <a:pt x="13028" y="7670"/>
                    <a:pt x="13075" y="7700"/>
                  </a:cubicBezTo>
                  <a:cubicBezTo>
                    <a:pt x="13122" y="7700"/>
                    <a:pt x="13075" y="7851"/>
                    <a:pt x="13075" y="7881"/>
                  </a:cubicBezTo>
                  <a:cubicBezTo>
                    <a:pt x="13075" y="7911"/>
                    <a:pt x="13075" y="8032"/>
                    <a:pt x="13122" y="8032"/>
                  </a:cubicBezTo>
                  <a:cubicBezTo>
                    <a:pt x="13122" y="8002"/>
                    <a:pt x="13122" y="7971"/>
                    <a:pt x="13169" y="8002"/>
                  </a:cubicBezTo>
                  <a:cubicBezTo>
                    <a:pt x="13169" y="8032"/>
                    <a:pt x="13169" y="8092"/>
                    <a:pt x="13216" y="8122"/>
                  </a:cubicBezTo>
                  <a:cubicBezTo>
                    <a:pt x="13263" y="8183"/>
                    <a:pt x="13263" y="8183"/>
                    <a:pt x="13263" y="8213"/>
                  </a:cubicBezTo>
                  <a:cubicBezTo>
                    <a:pt x="13310" y="8243"/>
                    <a:pt x="13357" y="8303"/>
                    <a:pt x="13404" y="8273"/>
                  </a:cubicBezTo>
                  <a:cubicBezTo>
                    <a:pt x="13451" y="8243"/>
                    <a:pt x="13497" y="8092"/>
                    <a:pt x="13497" y="8032"/>
                  </a:cubicBezTo>
                  <a:cubicBezTo>
                    <a:pt x="13544" y="7971"/>
                    <a:pt x="13544" y="7790"/>
                    <a:pt x="13497" y="7730"/>
                  </a:cubicBezTo>
                  <a:cubicBezTo>
                    <a:pt x="13451" y="7670"/>
                    <a:pt x="13357" y="7579"/>
                    <a:pt x="13451" y="7489"/>
                  </a:cubicBezTo>
                  <a:cubicBezTo>
                    <a:pt x="13544" y="7398"/>
                    <a:pt x="13591" y="7338"/>
                    <a:pt x="13638" y="7278"/>
                  </a:cubicBezTo>
                  <a:cubicBezTo>
                    <a:pt x="13685" y="7247"/>
                    <a:pt x="13779" y="7247"/>
                    <a:pt x="13826" y="7217"/>
                  </a:cubicBezTo>
                  <a:cubicBezTo>
                    <a:pt x="13873" y="7217"/>
                    <a:pt x="13920" y="7217"/>
                    <a:pt x="13967" y="7187"/>
                  </a:cubicBezTo>
                  <a:cubicBezTo>
                    <a:pt x="14061" y="7157"/>
                    <a:pt x="14155" y="7066"/>
                    <a:pt x="14155" y="7066"/>
                  </a:cubicBezTo>
                  <a:cubicBezTo>
                    <a:pt x="14155" y="7066"/>
                    <a:pt x="14249" y="7066"/>
                    <a:pt x="14296" y="7066"/>
                  </a:cubicBezTo>
                  <a:cubicBezTo>
                    <a:pt x="14390" y="7036"/>
                    <a:pt x="14484" y="6946"/>
                    <a:pt x="14531" y="6916"/>
                  </a:cubicBezTo>
                  <a:cubicBezTo>
                    <a:pt x="14577" y="6916"/>
                    <a:pt x="14671" y="6916"/>
                    <a:pt x="14671" y="6885"/>
                  </a:cubicBezTo>
                  <a:cubicBezTo>
                    <a:pt x="14671" y="6885"/>
                    <a:pt x="14718" y="6825"/>
                    <a:pt x="14718" y="6825"/>
                  </a:cubicBezTo>
                  <a:cubicBezTo>
                    <a:pt x="14765" y="6825"/>
                    <a:pt x="14859" y="6795"/>
                    <a:pt x="14859" y="6795"/>
                  </a:cubicBezTo>
                  <a:cubicBezTo>
                    <a:pt x="14859" y="6765"/>
                    <a:pt x="14906" y="6674"/>
                    <a:pt x="14859" y="6644"/>
                  </a:cubicBezTo>
                  <a:cubicBezTo>
                    <a:pt x="14859" y="6614"/>
                    <a:pt x="14812" y="6584"/>
                    <a:pt x="14812" y="6554"/>
                  </a:cubicBezTo>
                  <a:cubicBezTo>
                    <a:pt x="14812" y="6554"/>
                    <a:pt x="14859" y="6493"/>
                    <a:pt x="14859" y="6463"/>
                  </a:cubicBezTo>
                  <a:cubicBezTo>
                    <a:pt x="14859" y="6463"/>
                    <a:pt x="14906" y="6403"/>
                    <a:pt x="14906" y="6433"/>
                  </a:cubicBezTo>
                  <a:cubicBezTo>
                    <a:pt x="14906" y="6433"/>
                    <a:pt x="15000" y="6463"/>
                    <a:pt x="14953" y="6493"/>
                  </a:cubicBezTo>
                  <a:cubicBezTo>
                    <a:pt x="14906" y="6493"/>
                    <a:pt x="14906" y="6554"/>
                    <a:pt x="14953" y="6554"/>
                  </a:cubicBezTo>
                  <a:cubicBezTo>
                    <a:pt x="15000" y="6523"/>
                    <a:pt x="15047" y="6493"/>
                    <a:pt x="15047" y="6493"/>
                  </a:cubicBezTo>
                  <a:cubicBezTo>
                    <a:pt x="15047" y="6463"/>
                    <a:pt x="15141" y="6373"/>
                    <a:pt x="15188" y="6342"/>
                  </a:cubicBezTo>
                  <a:cubicBezTo>
                    <a:pt x="15235" y="6312"/>
                    <a:pt x="15141" y="6282"/>
                    <a:pt x="15188" y="6282"/>
                  </a:cubicBezTo>
                  <a:cubicBezTo>
                    <a:pt x="15188" y="6252"/>
                    <a:pt x="15235" y="6282"/>
                    <a:pt x="15282" y="6252"/>
                  </a:cubicBezTo>
                  <a:cubicBezTo>
                    <a:pt x="15329" y="6222"/>
                    <a:pt x="15470" y="6131"/>
                    <a:pt x="15470" y="6101"/>
                  </a:cubicBezTo>
                  <a:cubicBezTo>
                    <a:pt x="15470" y="6101"/>
                    <a:pt x="15423" y="6071"/>
                    <a:pt x="15517" y="6041"/>
                  </a:cubicBezTo>
                  <a:cubicBezTo>
                    <a:pt x="15564" y="6041"/>
                    <a:pt x="15657" y="6041"/>
                    <a:pt x="15657" y="6041"/>
                  </a:cubicBezTo>
                  <a:cubicBezTo>
                    <a:pt x="15657" y="6011"/>
                    <a:pt x="15704" y="5980"/>
                    <a:pt x="15751" y="5980"/>
                  </a:cubicBezTo>
                  <a:cubicBezTo>
                    <a:pt x="15751" y="5980"/>
                    <a:pt x="15798" y="6011"/>
                    <a:pt x="15845" y="6011"/>
                  </a:cubicBezTo>
                  <a:cubicBezTo>
                    <a:pt x="15939" y="5980"/>
                    <a:pt x="16080" y="5920"/>
                    <a:pt x="16174" y="5920"/>
                  </a:cubicBezTo>
                  <a:cubicBezTo>
                    <a:pt x="16221" y="5920"/>
                    <a:pt x="16315" y="5920"/>
                    <a:pt x="16268" y="5890"/>
                  </a:cubicBezTo>
                  <a:cubicBezTo>
                    <a:pt x="16268" y="5860"/>
                    <a:pt x="16221" y="5860"/>
                    <a:pt x="16174" y="5860"/>
                  </a:cubicBezTo>
                  <a:cubicBezTo>
                    <a:pt x="16174" y="5830"/>
                    <a:pt x="16221" y="5769"/>
                    <a:pt x="16221" y="5739"/>
                  </a:cubicBezTo>
                  <a:cubicBezTo>
                    <a:pt x="16221" y="5709"/>
                    <a:pt x="16315" y="5649"/>
                    <a:pt x="16362" y="5618"/>
                  </a:cubicBezTo>
                  <a:cubicBezTo>
                    <a:pt x="16409" y="5588"/>
                    <a:pt x="16550" y="5558"/>
                    <a:pt x="16644" y="5528"/>
                  </a:cubicBezTo>
                  <a:cubicBezTo>
                    <a:pt x="16691" y="5498"/>
                    <a:pt x="16691" y="5498"/>
                    <a:pt x="16737" y="5498"/>
                  </a:cubicBezTo>
                  <a:cubicBezTo>
                    <a:pt x="16831" y="5498"/>
                    <a:pt x="17019" y="5437"/>
                    <a:pt x="17066" y="5407"/>
                  </a:cubicBezTo>
                  <a:cubicBezTo>
                    <a:pt x="17066" y="5407"/>
                    <a:pt x="17066" y="5407"/>
                    <a:pt x="17066" y="5407"/>
                  </a:cubicBezTo>
                  <a:cubicBezTo>
                    <a:pt x="17066" y="5407"/>
                    <a:pt x="17066" y="5407"/>
                    <a:pt x="17066" y="5407"/>
                  </a:cubicBezTo>
                  <a:cubicBezTo>
                    <a:pt x="17019" y="5407"/>
                    <a:pt x="17019" y="5407"/>
                    <a:pt x="17019" y="5407"/>
                  </a:cubicBezTo>
                  <a:cubicBezTo>
                    <a:pt x="17019" y="5407"/>
                    <a:pt x="17019" y="5407"/>
                    <a:pt x="17019" y="5377"/>
                  </a:cubicBezTo>
                  <a:cubicBezTo>
                    <a:pt x="17019" y="5377"/>
                    <a:pt x="17019" y="5377"/>
                    <a:pt x="17019" y="5377"/>
                  </a:cubicBezTo>
                  <a:cubicBezTo>
                    <a:pt x="17019" y="5377"/>
                    <a:pt x="17019" y="5377"/>
                    <a:pt x="17019" y="5377"/>
                  </a:cubicBezTo>
                  <a:cubicBezTo>
                    <a:pt x="17019" y="5377"/>
                    <a:pt x="17019" y="5377"/>
                    <a:pt x="17019" y="5377"/>
                  </a:cubicBezTo>
                  <a:cubicBezTo>
                    <a:pt x="17019" y="5377"/>
                    <a:pt x="17019" y="5377"/>
                    <a:pt x="17019" y="5377"/>
                  </a:cubicBezTo>
                  <a:cubicBezTo>
                    <a:pt x="17019" y="5377"/>
                    <a:pt x="17019" y="5377"/>
                    <a:pt x="17019" y="5377"/>
                  </a:cubicBezTo>
                  <a:cubicBezTo>
                    <a:pt x="17019" y="5377"/>
                    <a:pt x="17019" y="5377"/>
                    <a:pt x="17019" y="5377"/>
                  </a:cubicBezTo>
                  <a:cubicBezTo>
                    <a:pt x="17019" y="5377"/>
                    <a:pt x="17019" y="5377"/>
                    <a:pt x="17019" y="5377"/>
                  </a:cubicBezTo>
                  <a:cubicBezTo>
                    <a:pt x="17019" y="5377"/>
                    <a:pt x="17019" y="5377"/>
                    <a:pt x="17019" y="5377"/>
                  </a:cubicBezTo>
                  <a:cubicBezTo>
                    <a:pt x="17019" y="5377"/>
                    <a:pt x="17019" y="5377"/>
                    <a:pt x="17066" y="5377"/>
                  </a:cubicBezTo>
                  <a:cubicBezTo>
                    <a:pt x="17066" y="5377"/>
                    <a:pt x="17066" y="5377"/>
                    <a:pt x="17066" y="5377"/>
                  </a:cubicBezTo>
                  <a:cubicBezTo>
                    <a:pt x="17207" y="5377"/>
                    <a:pt x="17254" y="5347"/>
                    <a:pt x="17348" y="5317"/>
                  </a:cubicBezTo>
                  <a:cubicBezTo>
                    <a:pt x="17395" y="5317"/>
                    <a:pt x="17442" y="5286"/>
                    <a:pt x="17442" y="5317"/>
                  </a:cubicBezTo>
                  <a:cubicBezTo>
                    <a:pt x="17442" y="5317"/>
                    <a:pt x="17395" y="5347"/>
                    <a:pt x="17442" y="5317"/>
                  </a:cubicBezTo>
                  <a:cubicBezTo>
                    <a:pt x="17536" y="5317"/>
                    <a:pt x="17677" y="5317"/>
                    <a:pt x="17677" y="5317"/>
                  </a:cubicBezTo>
                  <a:cubicBezTo>
                    <a:pt x="17630" y="5317"/>
                    <a:pt x="17583" y="5377"/>
                    <a:pt x="17536" y="5377"/>
                  </a:cubicBezTo>
                  <a:cubicBezTo>
                    <a:pt x="17536" y="5377"/>
                    <a:pt x="17489" y="5347"/>
                    <a:pt x="17442" y="5377"/>
                  </a:cubicBezTo>
                  <a:cubicBezTo>
                    <a:pt x="17348" y="5407"/>
                    <a:pt x="17207" y="5468"/>
                    <a:pt x="17160" y="5468"/>
                  </a:cubicBezTo>
                  <a:cubicBezTo>
                    <a:pt x="17160" y="5498"/>
                    <a:pt x="17160" y="5618"/>
                    <a:pt x="17207" y="5618"/>
                  </a:cubicBezTo>
                  <a:cubicBezTo>
                    <a:pt x="17254" y="5588"/>
                    <a:pt x="17395" y="5558"/>
                    <a:pt x="17442" y="5528"/>
                  </a:cubicBezTo>
                  <a:cubicBezTo>
                    <a:pt x="17442" y="5498"/>
                    <a:pt x="17489" y="5437"/>
                    <a:pt x="17583" y="5437"/>
                  </a:cubicBezTo>
                  <a:cubicBezTo>
                    <a:pt x="17677" y="5437"/>
                    <a:pt x="17677" y="5468"/>
                    <a:pt x="17771" y="5437"/>
                  </a:cubicBezTo>
                  <a:cubicBezTo>
                    <a:pt x="17864" y="5437"/>
                    <a:pt x="18005" y="5347"/>
                    <a:pt x="18099" y="5347"/>
                  </a:cubicBezTo>
                  <a:cubicBezTo>
                    <a:pt x="18146" y="5347"/>
                    <a:pt x="18193" y="5347"/>
                    <a:pt x="18193" y="5317"/>
                  </a:cubicBezTo>
                  <a:cubicBezTo>
                    <a:pt x="18146" y="5317"/>
                    <a:pt x="18146" y="5286"/>
                    <a:pt x="18099" y="5286"/>
                  </a:cubicBezTo>
                  <a:cubicBezTo>
                    <a:pt x="18005" y="5256"/>
                    <a:pt x="18052" y="5226"/>
                    <a:pt x="18005" y="5256"/>
                  </a:cubicBezTo>
                  <a:cubicBezTo>
                    <a:pt x="17958" y="5256"/>
                    <a:pt x="17911" y="5256"/>
                    <a:pt x="17864" y="5256"/>
                  </a:cubicBezTo>
                  <a:cubicBezTo>
                    <a:pt x="17771" y="5256"/>
                    <a:pt x="17724" y="5226"/>
                    <a:pt x="17724" y="5196"/>
                  </a:cubicBezTo>
                  <a:cubicBezTo>
                    <a:pt x="17724" y="5196"/>
                    <a:pt x="17583" y="5196"/>
                    <a:pt x="17536" y="5196"/>
                  </a:cubicBezTo>
                  <a:cubicBezTo>
                    <a:pt x="17536" y="5196"/>
                    <a:pt x="17536" y="5166"/>
                    <a:pt x="17536" y="5136"/>
                  </a:cubicBezTo>
                  <a:cubicBezTo>
                    <a:pt x="17489" y="5105"/>
                    <a:pt x="17442" y="5075"/>
                    <a:pt x="17489" y="5075"/>
                  </a:cubicBezTo>
                  <a:cubicBezTo>
                    <a:pt x="17536" y="5045"/>
                    <a:pt x="17583" y="4955"/>
                    <a:pt x="17536" y="4955"/>
                  </a:cubicBezTo>
                  <a:cubicBezTo>
                    <a:pt x="17489" y="4955"/>
                    <a:pt x="17442" y="4985"/>
                    <a:pt x="17442" y="4955"/>
                  </a:cubicBezTo>
                  <a:cubicBezTo>
                    <a:pt x="17395" y="4924"/>
                    <a:pt x="17301" y="4924"/>
                    <a:pt x="17301" y="4894"/>
                  </a:cubicBezTo>
                  <a:cubicBezTo>
                    <a:pt x="17348" y="4894"/>
                    <a:pt x="17348" y="4894"/>
                    <a:pt x="17442" y="4894"/>
                  </a:cubicBezTo>
                  <a:cubicBezTo>
                    <a:pt x="17536" y="4894"/>
                    <a:pt x="17677" y="4894"/>
                    <a:pt x="17677" y="4834"/>
                  </a:cubicBezTo>
                  <a:cubicBezTo>
                    <a:pt x="17724" y="4804"/>
                    <a:pt x="17724" y="4804"/>
                    <a:pt x="17724" y="4774"/>
                  </a:cubicBezTo>
                  <a:cubicBezTo>
                    <a:pt x="17724" y="4743"/>
                    <a:pt x="17771" y="4743"/>
                    <a:pt x="17677" y="4713"/>
                  </a:cubicBezTo>
                  <a:cubicBezTo>
                    <a:pt x="17630" y="4683"/>
                    <a:pt x="17536" y="4683"/>
                    <a:pt x="17442" y="4713"/>
                  </a:cubicBezTo>
                  <a:cubicBezTo>
                    <a:pt x="17395" y="4713"/>
                    <a:pt x="17160" y="4774"/>
                    <a:pt x="17066" y="4804"/>
                  </a:cubicBezTo>
                  <a:cubicBezTo>
                    <a:pt x="16972" y="4834"/>
                    <a:pt x="16925" y="4834"/>
                    <a:pt x="16831" y="4864"/>
                  </a:cubicBezTo>
                  <a:cubicBezTo>
                    <a:pt x="16737" y="4894"/>
                    <a:pt x="16503" y="5075"/>
                    <a:pt x="16456" y="5075"/>
                  </a:cubicBezTo>
                  <a:cubicBezTo>
                    <a:pt x="16409" y="5075"/>
                    <a:pt x="16456" y="5045"/>
                    <a:pt x="16550" y="4985"/>
                  </a:cubicBezTo>
                  <a:cubicBezTo>
                    <a:pt x="16597" y="4955"/>
                    <a:pt x="16737" y="4834"/>
                    <a:pt x="16784" y="4804"/>
                  </a:cubicBezTo>
                  <a:cubicBezTo>
                    <a:pt x="16878" y="4774"/>
                    <a:pt x="16972" y="4713"/>
                    <a:pt x="17066" y="4713"/>
                  </a:cubicBezTo>
                  <a:cubicBezTo>
                    <a:pt x="17113" y="4683"/>
                    <a:pt x="17207" y="4683"/>
                    <a:pt x="17207" y="4653"/>
                  </a:cubicBezTo>
                  <a:cubicBezTo>
                    <a:pt x="17207" y="4653"/>
                    <a:pt x="17395" y="4532"/>
                    <a:pt x="17489" y="4502"/>
                  </a:cubicBezTo>
                  <a:cubicBezTo>
                    <a:pt x="17536" y="4502"/>
                    <a:pt x="17864" y="4532"/>
                    <a:pt x="18005" y="4532"/>
                  </a:cubicBezTo>
                  <a:cubicBezTo>
                    <a:pt x="18099" y="4532"/>
                    <a:pt x="18616" y="4532"/>
                    <a:pt x="18710" y="4502"/>
                  </a:cubicBezTo>
                  <a:cubicBezTo>
                    <a:pt x="18757" y="4472"/>
                    <a:pt x="18851" y="4442"/>
                    <a:pt x="18851" y="4412"/>
                  </a:cubicBezTo>
                  <a:cubicBezTo>
                    <a:pt x="18897" y="4381"/>
                    <a:pt x="18991" y="4351"/>
                    <a:pt x="19038" y="4351"/>
                  </a:cubicBezTo>
                  <a:cubicBezTo>
                    <a:pt x="19038" y="4351"/>
                    <a:pt x="19179" y="4321"/>
                    <a:pt x="19226" y="4321"/>
                  </a:cubicBezTo>
                  <a:cubicBezTo>
                    <a:pt x="19273" y="4321"/>
                    <a:pt x="19414" y="4291"/>
                    <a:pt x="19461" y="4261"/>
                  </a:cubicBezTo>
                  <a:cubicBezTo>
                    <a:pt x="19461" y="4231"/>
                    <a:pt x="19508" y="4200"/>
                    <a:pt x="19461" y="4200"/>
                  </a:cubicBezTo>
                  <a:cubicBezTo>
                    <a:pt x="19461" y="4170"/>
                    <a:pt x="19414" y="4170"/>
                    <a:pt x="19414" y="4170"/>
                  </a:cubicBezTo>
                  <a:cubicBezTo>
                    <a:pt x="19461" y="4140"/>
                    <a:pt x="19508" y="4110"/>
                    <a:pt x="19508" y="4080"/>
                  </a:cubicBezTo>
                  <a:cubicBezTo>
                    <a:pt x="19508" y="4080"/>
                    <a:pt x="19461" y="4050"/>
                    <a:pt x="19508" y="4050"/>
                  </a:cubicBezTo>
                  <a:cubicBezTo>
                    <a:pt x="19555" y="4019"/>
                    <a:pt x="19602" y="4019"/>
                    <a:pt x="19555" y="3989"/>
                  </a:cubicBezTo>
                  <a:cubicBezTo>
                    <a:pt x="19555" y="3989"/>
                    <a:pt x="19461" y="3959"/>
                    <a:pt x="19414" y="3959"/>
                  </a:cubicBezTo>
                  <a:cubicBezTo>
                    <a:pt x="19367" y="3959"/>
                    <a:pt x="19320" y="3989"/>
                    <a:pt x="19320" y="3959"/>
                  </a:cubicBezTo>
                  <a:cubicBezTo>
                    <a:pt x="19320" y="3929"/>
                    <a:pt x="19273" y="3869"/>
                    <a:pt x="19273" y="3869"/>
                  </a:cubicBezTo>
                  <a:cubicBezTo>
                    <a:pt x="19226" y="3869"/>
                    <a:pt x="19038" y="3899"/>
                    <a:pt x="19038" y="3929"/>
                  </a:cubicBezTo>
                  <a:cubicBezTo>
                    <a:pt x="19038" y="3959"/>
                    <a:pt x="18991" y="3959"/>
                    <a:pt x="18944" y="3959"/>
                  </a:cubicBezTo>
                  <a:cubicBezTo>
                    <a:pt x="18944" y="3959"/>
                    <a:pt x="18663" y="4050"/>
                    <a:pt x="18710" y="4019"/>
                  </a:cubicBezTo>
                  <a:cubicBezTo>
                    <a:pt x="18710" y="3989"/>
                    <a:pt x="18851" y="3929"/>
                    <a:pt x="18897" y="3929"/>
                  </a:cubicBezTo>
                  <a:cubicBezTo>
                    <a:pt x="18944" y="3899"/>
                    <a:pt x="19273" y="3838"/>
                    <a:pt x="19273" y="3808"/>
                  </a:cubicBezTo>
                  <a:cubicBezTo>
                    <a:pt x="19273" y="3808"/>
                    <a:pt x="19273" y="3808"/>
                    <a:pt x="19273" y="3778"/>
                  </a:cubicBezTo>
                  <a:cubicBezTo>
                    <a:pt x="19226" y="3778"/>
                    <a:pt x="19085" y="3778"/>
                    <a:pt x="19085" y="3778"/>
                  </a:cubicBezTo>
                  <a:cubicBezTo>
                    <a:pt x="19085" y="3748"/>
                    <a:pt x="19038" y="3718"/>
                    <a:pt x="19038" y="3718"/>
                  </a:cubicBezTo>
                  <a:cubicBezTo>
                    <a:pt x="18991" y="3688"/>
                    <a:pt x="18944" y="3718"/>
                    <a:pt x="18897" y="3688"/>
                  </a:cubicBezTo>
                  <a:cubicBezTo>
                    <a:pt x="18897" y="3688"/>
                    <a:pt x="18897" y="3657"/>
                    <a:pt x="18851" y="3627"/>
                  </a:cubicBezTo>
                  <a:cubicBezTo>
                    <a:pt x="18851" y="3597"/>
                    <a:pt x="18757" y="3567"/>
                    <a:pt x="18710" y="3567"/>
                  </a:cubicBezTo>
                  <a:cubicBezTo>
                    <a:pt x="18710" y="3567"/>
                    <a:pt x="18663" y="3537"/>
                    <a:pt x="18616" y="3537"/>
                  </a:cubicBezTo>
                  <a:cubicBezTo>
                    <a:pt x="18616" y="3507"/>
                    <a:pt x="18569" y="3476"/>
                    <a:pt x="18616" y="3446"/>
                  </a:cubicBezTo>
                  <a:cubicBezTo>
                    <a:pt x="18616" y="3446"/>
                    <a:pt x="18757" y="3416"/>
                    <a:pt x="18710" y="3416"/>
                  </a:cubicBezTo>
                  <a:cubicBezTo>
                    <a:pt x="18710" y="3386"/>
                    <a:pt x="18663" y="3356"/>
                    <a:pt x="18663" y="3326"/>
                  </a:cubicBezTo>
                  <a:cubicBezTo>
                    <a:pt x="18710" y="3326"/>
                    <a:pt x="18663" y="3265"/>
                    <a:pt x="18616" y="3235"/>
                  </a:cubicBezTo>
                  <a:cubicBezTo>
                    <a:pt x="18616" y="3205"/>
                    <a:pt x="18569" y="3145"/>
                    <a:pt x="18569" y="3145"/>
                  </a:cubicBezTo>
                  <a:cubicBezTo>
                    <a:pt x="18569" y="3145"/>
                    <a:pt x="18569" y="3114"/>
                    <a:pt x="18522" y="3114"/>
                  </a:cubicBezTo>
                  <a:cubicBezTo>
                    <a:pt x="18522" y="3114"/>
                    <a:pt x="18381" y="3114"/>
                    <a:pt x="18428" y="3114"/>
                  </a:cubicBezTo>
                  <a:cubicBezTo>
                    <a:pt x="18475" y="3084"/>
                    <a:pt x="18569" y="3084"/>
                    <a:pt x="18569" y="3054"/>
                  </a:cubicBezTo>
                  <a:cubicBezTo>
                    <a:pt x="18569" y="3024"/>
                    <a:pt x="18522" y="3024"/>
                    <a:pt x="18522" y="3024"/>
                  </a:cubicBezTo>
                  <a:cubicBezTo>
                    <a:pt x="18475" y="3024"/>
                    <a:pt x="18334" y="2994"/>
                    <a:pt x="18381" y="2994"/>
                  </a:cubicBezTo>
                  <a:cubicBezTo>
                    <a:pt x="18475" y="2964"/>
                    <a:pt x="18522" y="2933"/>
                    <a:pt x="18522" y="2933"/>
                  </a:cubicBezTo>
                  <a:cubicBezTo>
                    <a:pt x="18475" y="2933"/>
                    <a:pt x="18428" y="2843"/>
                    <a:pt x="18381" y="2843"/>
                  </a:cubicBezTo>
                  <a:cubicBezTo>
                    <a:pt x="18381" y="2843"/>
                    <a:pt x="18381" y="2813"/>
                    <a:pt x="18381" y="2783"/>
                  </a:cubicBezTo>
                  <a:cubicBezTo>
                    <a:pt x="18381" y="2783"/>
                    <a:pt x="18428" y="2692"/>
                    <a:pt x="18428" y="2692"/>
                  </a:cubicBezTo>
                  <a:cubicBezTo>
                    <a:pt x="18381" y="2692"/>
                    <a:pt x="18287" y="2692"/>
                    <a:pt x="18287" y="2722"/>
                  </a:cubicBezTo>
                  <a:cubicBezTo>
                    <a:pt x="18287" y="2752"/>
                    <a:pt x="18240" y="2843"/>
                    <a:pt x="18193" y="2843"/>
                  </a:cubicBezTo>
                  <a:cubicBezTo>
                    <a:pt x="18146" y="2843"/>
                    <a:pt x="18099" y="2873"/>
                    <a:pt x="18099" y="2903"/>
                  </a:cubicBezTo>
                  <a:cubicBezTo>
                    <a:pt x="18052" y="2964"/>
                    <a:pt x="18005" y="3024"/>
                    <a:pt x="18005" y="3024"/>
                  </a:cubicBezTo>
                  <a:cubicBezTo>
                    <a:pt x="18005" y="3024"/>
                    <a:pt x="17911" y="3024"/>
                    <a:pt x="17911" y="3054"/>
                  </a:cubicBezTo>
                  <a:cubicBezTo>
                    <a:pt x="17864" y="3054"/>
                    <a:pt x="17817" y="3084"/>
                    <a:pt x="17771" y="3084"/>
                  </a:cubicBezTo>
                  <a:cubicBezTo>
                    <a:pt x="17771" y="3084"/>
                    <a:pt x="17724" y="3145"/>
                    <a:pt x="17677" y="3114"/>
                  </a:cubicBezTo>
                  <a:cubicBezTo>
                    <a:pt x="17677" y="3114"/>
                    <a:pt x="17583" y="3084"/>
                    <a:pt x="17583" y="3054"/>
                  </a:cubicBezTo>
                  <a:cubicBezTo>
                    <a:pt x="17583" y="3054"/>
                    <a:pt x="17536" y="3024"/>
                    <a:pt x="17489" y="3024"/>
                  </a:cubicBezTo>
                  <a:cubicBezTo>
                    <a:pt x="17489" y="3054"/>
                    <a:pt x="17395" y="3084"/>
                    <a:pt x="17395" y="3054"/>
                  </a:cubicBezTo>
                  <a:cubicBezTo>
                    <a:pt x="17348" y="3024"/>
                    <a:pt x="17395" y="3024"/>
                    <a:pt x="17348" y="2994"/>
                  </a:cubicBezTo>
                  <a:cubicBezTo>
                    <a:pt x="17348" y="2964"/>
                    <a:pt x="17301" y="2933"/>
                    <a:pt x="17348" y="2933"/>
                  </a:cubicBezTo>
                  <a:cubicBezTo>
                    <a:pt x="17395" y="2903"/>
                    <a:pt x="17395" y="2843"/>
                    <a:pt x="17395" y="2843"/>
                  </a:cubicBezTo>
                  <a:cubicBezTo>
                    <a:pt x="17348" y="2813"/>
                    <a:pt x="17301" y="2813"/>
                    <a:pt x="17348" y="2783"/>
                  </a:cubicBezTo>
                  <a:cubicBezTo>
                    <a:pt x="17395" y="2783"/>
                    <a:pt x="17395" y="2783"/>
                    <a:pt x="17442" y="2752"/>
                  </a:cubicBezTo>
                  <a:cubicBezTo>
                    <a:pt x="17442" y="2722"/>
                    <a:pt x="17583" y="2632"/>
                    <a:pt x="17489" y="2602"/>
                  </a:cubicBezTo>
                  <a:cubicBezTo>
                    <a:pt x="17442" y="2602"/>
                    <a:pt x="17348" y="2602"/>
                    <a:pt x="17301" y="2602"/>
                  </a:cubicBezTo>
                  <a:cubicBezTo>
                    <a:pt x="17254" y="2602"/>
                    <a:pt x="17207" y="2541"/>
                    <a:pt x="17207" y="2541"/>
                  </a:cubicBezTo>
                  <a:cubicBezTo>
                    <a:pt x="17160" y="2511"/>
                    <a:pt x="17113" y="2511"/>
                    <a:pt x="17160" y="2481"/>
                  </a:cubicBezTo>
                  <a:cubicBezTo>
                    <a:pt x="17207" y="2481"/>
                    <a:pt x="17207" y="2451"/>
                    <a:pt x="17160" y="2451"/>
                  </a:cubicBezTo>
                  <a:cubicBezTo>
                    <a:pt x="17113" y="2451"/>
                    <a:pt x="17066" y="2451"/>
                    <a:pt x="17019" y="2421"/>
                  </a:cubicBezTo>
                  <a:cubicBezTo>
                    <a:pt x="17019" y="2421"/>
                    <a:pt x="16972" y="2390"/>
                    <a:pt x="16972" y="2390"/>
                  </a:cubicBezTo>
                  <a:cubicBezTo>
                    <a:pt x="16925" y="2390"/>
                    <a:pt x="16925" y="2360"/>
                    <a:pt x="16925" y="2360"/>
                  </a:cubicBezTo>
                  <a:cubicBezTo>
                    <a:pt x="16878" y="2330"/>
                    <a:pt x="16878" y="2300"/>
                    <a:pt x="16831" y="2300"/>
                  </a:cubicBezTo>
                  <a:cubicBezTo>
                    <a:pt x="16784" y="2300"/>
                    <a:pt x="16597" y="2300"/>
                    <a:pt x="16597" y="2300"/>
                  </a:cubicBezTo>
                  <a:cubicBezTo>
                    <a:pt x="16550" y="2300"/>
                    <a:pt x="16503" y="2270"/>
                    <a:pt x="16456" y="2270"/>
                  </a:cubicBezTo>
                  <a:cubicBezTo>
                    <a:pt x="16409" y="2270"/>
                    <a:pt x="16268" y="2270"/>
                    <a:pt x="16221" y="2270"/>
                  </a:cubicBezTo>
                  <a:cubicBezTo>
                    <a:pt x="16127" y="2270"/>
                    <a:pt x="16080" y="2300"/>
                    <a:pt x="16080" y="2300"/>
                  </a:cubicBezTo>
                  <a:cubicBezTo>
                    <a:pt x="16033" y="2330"/>
                    <a:pt x="15986" y="2330"/>
                    <a:pt x="15986" y="2360"/>
                  </a:cubicBezTo>
                  <a:cubicBezTo>
                    <a:pt x="16033" y="2421"/>
                    <a:pt x="15986" y="2451"/>
                    <a:pt x="16033" y="2451"/>
                  </a:cubicBezTo>
                  <a:cubicBezTo>
                    <a:pt x="16080" y="2451"/>
                    <a:pt x="16080" y="2451"/>
                    <a:pt x="16033" y="2481"/>
                  </a:cubicBezTo>
                  <a:cubicBezTo>
                    <a:pt x="15986" y="2511"/>
                    <a:pt x="15939" y="2571"/>
                    <a:pt x="15892" y="2571"/>
                  </a:cubicBezTo>
                  <a:cubicBezTo>
                    <a:pt x="15892" y="2602"/>
                    <a:pt x="15798" y="2632"/>
                    <a:pt x="15892" y="2632"/>
                  </a:cubicBezTo>
                  <a:cubicBezTo>
                    <a:pt x="15939" y="2632"/>
                    <a:pt x="15939" y="2632"/>
                    <a:pt x="15939" y="2662"/>
                  </a:cubicBezTo>
                  <a:cubicBezTo>
                    <a:pt x="15892" y="2722"/>
                    <a:pt x="15845" y="2783"/>
                    <a:pt x="15892" y="2783"/>
                  </a:cubicBezTo>
                  <a:cubicBezTo>
                    <a:pt x="15939" y="2783"/>
                    <a:pt x="15939" y="2813"/>
                    <a:pt x="15892" y="2843"/>
                  </a:cubicBezTo>
                  <a:cubicBezTo>
                    <a:pt x="15892" y="2843"/>
                    <a:pt x="15845" y="2903"/>
                    <a:pt x="15845" y="2903"/>
                  </a:cubicBezTo>
                  <a:cubicBezTo>
                    <a:pt x="15892" y="2903"/>
                    <a:pt x="15892" y="2903"/>
                    <a:pt x="15845" y="2933"/>
                  </a:cubicBezTo>
                  <a:cubicBezTo>
                    <a:pt x="15751" y="2964"/>
                    <a:pt x="15657" y="2994"/>
                    <a:pt x="15657" y="2994"/>
                  </a:cubicBezTo>
                  <a:cubicBezTo>
                    <a:pt x="15611" y="3024"/>
                    <a:pt x="15611" y="3054"/>
                    <a:pt x="15657" y="3084"/>
                  </a:cubicBezTo>
                  <a:cubicBezTo>
                    <a:pt x="15704" y="3114"/>
                    <a:pt x="15704" y="3175"/>
                    <a:pt x="15704" y="3175"/>
                  </a:cubicBezTo>
                  <a:cubicBezTo>
                    <a:pt x="15704" y="3205"/>
                    <a:pt x="15751" y="3205"/>
                    <a:pt x="15751" y="3265"/>
                  </a:cubicBezTo>
                  <a:cubicBezTo>
                    <a:pt x="15751" y="3295"/>
                    <a:pt x="15751" y="3356"/>
                    <a:pt x="15751" y="3386"/>
                  </a:cubicBezTo>
                  <a:cubicBezTo>
                    <a:pt x="15798" y="3446"/>
                    <a:pt x="15704" y="3567"/>
                    <a:pt x="15657" y="3597"/>
                  </a:cubicBezTo>
                  <a:cubicBezTo>
                    <a:pt x="15611" y="3597"/>
                    <a:pt x="15564" y="3688"/>
                    <a:pt x="15564" y="3657"/>
                  </a:cubicBezTo>
                  <a:cubicBezTo>
                    <a:pt x="15564" y="3657"/>
                    <a:pt x="15564" y="3627"/>
                    <a:pt x="15517" y="3657"/>
                  </a:cubicBezTo>
                  <a:cubicBezTo>
                    <a:pt x="15470" y="3688"/>
                    <a:pt x="15423" y="3748"/>
                    <a:pt x="15423" y="3748"/>
                  </a:cubicBezTo>
                  <a:cubicBezTo>
                    <a:pt x="15376" y="3778"/>
                    <a:pt x="15282" y="3778"/>
                    <a:pt x="15282" y="3808"/>
                  </a:cubicBezTo>
                  <a:cubicBezTo>
                    <a:pt x="15282" y="3808"/>
                    <a:pt x="15376" y="3838"/>
                    <a:pt x="15329" y="3869"/>
                  </a:cubicBezTo>
                  <a:cubicBezTo>
                    <a:pt x="15329" y="3899"/>
                    <a:pt x="15282" y="3959"/>
                    <a:pt x="15282" y="3989"/>
                  </a:cubicBezTo>
                  <a:cubicBezTo>
                    <a:pt x="15282" y="3989"/>
                    <a:pt x="15235" y="4080"/>
                    <a:pt x="15282" y="4080"/>
                  </a:cubicBezTo>
                  <a:cubicBezTo>
                    <a:pt x="15329" y="4110"/>
                    <a:pt x="15329" y="4140"/>
                    <a:pt x="15329" y="4170"/>
                  </a:cubicBezTo>
                  <a:cubicBezTo>
                    <a:pt x="15282" y="4231"/>
                    <a:pt x="15282" y="4261"/>
                    <a:pt x="15235" y="4261"/>
                  </a:cubicBezTo>
                  <a:cubicBezTo>
                    <a:pt x="15141" y="4291"/>
                    <a:pt x="15141" y="4321"/>
                    <a:pt x="15141" y="4351"/>
                  </a:cubicBezTo>
                  <a:cubicBezTo>
                    <a:pt x="15141" y="4381"/>
                    <a:pt x="15141" y="4412"/>
                    <a:pt x="15094" y="4381"/>
                  </a:cubicBezTo>
                  <a:cubicBezTo>
                    <a:pt x="15094" y="4381"/>
                    <a:pt x="15047" y="4351"/>
                    <a:pt x="15000" y="4351"/>
                  </a:cubicBezTo>
                  <a:cubicBezTo>
                    <a:pt x="15000" y="4381"/>
                    <a:pt x="15000" y="4442"/>
                    <a:pt x="14953" y="4412"/>
                  </a:cubicBezTo>
                  <a:cubicBezTo>
                    <a:pt x="14906" y="4412"/>
                    <a:pt x="14812" y="4321"/>
                    <a:pt x="14812" y="4321"/>
                  </a:cubicBezTo>
                  <a:cubicBezTo>
                    <a:pt x="14859" y="4291"/>
                    <a:pt x="14906" y="4291"/>
                    <a:pt x="14859" y="4261"/>
                  </a:cubicBezTo>
                  <a:cubicBezTo>
                    <a:pt x="14812" y="4261"/>
                    <a:pt x="14671" y="4231"/>
                    <a:pt x="14624" y="4200"/>
                  </a:cubicBezTo>
                  <a:cubicBezTo>
                    <a:pt x="14624" y="4170"/>
                    <a:pt x="14671" y="4170"/>
                    <a:pt x="14624" y="4140"/>
                  </a:cubicBezTo>
                  <a:cubicBezTo>
                    <a:pt x="14531" y="4080"/>
                    <a:pt x="14437" y="4080"/>
                    <a:pt x="14437" y="4019"/>
                  </a:cubicBezTo>
                  <a:cubicBezTo>
                    <a:pt x="14484" y="3989"/>
                    <a:pt x="14531" y="3929"/>
                    <a:pt x="14531" y="3869"/>
                  </a:cubicBezTo>
                  <a:cubicBezTo>
                    <a:pt x="14531" y="3838"/>
                    <a:pt x="14577" y="3808"/>
                    <a:pt x="14624" y="3778"/>
                  </a:cubicBezTo>
                  <a:cubicBezTo>
                    <a:pt x="14671" y="3778"/>
                    <a:pt x="14765" y="3748"/>
                    <a:pt x="14718" y="3718"/>
                  </a:cubicBezTo>
                  <a:cubicBezTo>
                    <a:pt x="14671" y="3718"/>
                    <a:pt x="14249" y="3718"/>
                    <a:pt x="14202" y="3718"/>
                  </a:cubicBezTo>
                  <a:cubicBezTo>
                    <a:pt x="14155" y="3688"/>
                    <a:pt x="14155" y="3688"/>
                    <a:pt x="14108" y="3688"/>
                  </a:cubicBezTo>
                  <a:cubicBezTo>
                    <a:pt x="14061" y="3657"/>
                    <a:pt x="13967" y="3597"/>
                    <a:pt x="13920" y="3597"/>
                  </a:cubicBezTo>
                  <a:cubicBezTo>
                    <a:pt x="13873" y="3567"/>
                    <a:pt x="13826" y="3537"/>
                    <a:pt x="13779" y="3507"/>
                  </a:cubicBezTo>
                  <a:cubicBezTo>
                    <a:pt x="13779" y="3476"/>
                    <a:pt x="13638" y="3386"/>
                    <a:pt x="13591" y="3386"/>
                  </a:cubicBezTo>
                  <a:cubicBezTo>
                    <a:pt x="13591" y="3386"/>
                    <a:pt x="13451" y="3416"/>
                    <a:pt x="13451" y="3386"/>
                  </a:cubicBezTo>
                  <a:cubicBezTo>
                    <a:pt x="13404" y="3386"/>
                    <a:pt x="13310" y="3326"/>
                    <a:pt x="13263" y="3326"/>
                  </a:cubicBezTo>
                  <a:cubicBezTo>
                    <a:pt x="13216" y="3326"/>
                    <a:pt x="13028" y="3386"/>
                    <a:pt x="12981" y="3386"/>
                  </a:cubicBezTo>
                  <a:cubicBezTo>
                    <a:pt x="12981" y="3386"/>
                    <a:pt x="13028" y="3326"/>
                    <a:pt x="13075" y="3326"/>
                  </a:cubicBezTo>
                  <a:cubicBezTo>
                    <a:pt x="13075" y="3295"/>
                    <a:pt x="13075" y="3084"/>
                    <a:pt x="13075" y="3054"/>
                  </a:cubicBezTo>
                  <a:cubicBezTo>
                    <a:pt x="13028" y="3054"/>
                    <a:pt x="12981" y="3024"/>
                    <a:pt x="12934" y="3024"/>
                  </a:cubicBezTo>
                  <a:cubicBezTo>
                    <a:pt x="12887" y="3024"/>
                    <a:pt x="12840" y="3084"/>
                    <a:pt x="12793" y="3054"/>
                  </a:cubicBezTo>
                  <a:cubicBezTo>
                    <a:pt x="12793" y="3024"/>
                    <a:pt x="12746" y="2964"/>
                    <a:pt x="12746" y="2964"/>
                  </a:cubicBezTo>
                  <a:cubicBezTo>
                    <a:pt x="12746" y="2933"/>
                    <a:pt x="12793" y="2903"/>
                    <a:pt x="12793" y="2873"/>
                  </a:cubicBezTo>
                  <a:cubicBezTo>
                    <a:pt x="12793" y="2873"/>
                    <a:pt x="12934" y="2692"/>
                    <a:pt x="12981" y="2632"/>
                  </a:cubicBezTo>
                  <a:cubicBezTo>
                    <a:pt x="13028" y="2602"/>
                    <a:pt x="13122" y="2602"/>
                    <a:pt x="13122" y="2541"/>
                  </a:cubicBezTo>
                  <a:cubicBezTo>
                    <a:pt x="13122" y="2511"/>
                    <a:pt x="13075" y="2481"/>
                    <a:pt x="13075" y="2451"/>
                  </a:cubicBezTo>
                  <a:cubicBezTo>
                    <a:pt x="13075" y="2421"/>
                    <a:pt x="13075" y="2360"/>
                    <a:pt x="13122" y="2360"/>
                  </a:cubicBezTo>
                  <a:cubicBezTo>
                    <a:pt x="13169" y="2360"/>
                    <a:pt x="13169" y="2390"/>
                    <a:pt x="13169" y="2360"/>
                  </a:cubicBezTo>
                  <a:cubicBezTo>
                    <a:pt x="13216" y="2330"/>
                    <a:pt x="13216" y="2270"/>
                    <a:pt x="13263" y="2300"/>
                  </a:cubicBezTo>
                  <a:cubicBezTo>
                    <a:pt x="13310" y="2300"/>
                    <a:pt x="13310" y="2360"/>
                    <a:pt x="13310" y="2360"/>
                  </a:cubicBezTo>
                  <a:cubicBezTo>
                    <a:pt x="13357" y="2360"/>
                    <a:pt x="13497" y="2390"/>
                    <a:pt x="13451" y="2360"/>
                  </a:cubicBezTo>
                  <a:cubicBezTo>
                    <a:pt x="13451" y="2360"/>
                    <a:pt x="13357" y="2330"/>
                    <a:pt x="13404" y="2300"/>
                  </a:cubicBezTo>
                  <a:cubicBezTo>
                    <a:pt x="13451" y="2300"/>
                    <a:pt x="13544" y="2240"/>
                    <a:pt x="13544" y="2209"/>
                  </a:cubicBezTo>
                  <a:cubicBezTo>
                    <a:pt x="13497" y="2209"/>
                    <a:pt x="13451" y="2179"/>
                    <a:pt x="13497" y="2179"/>
                  </a:cubicBezTo>
                  <a:cubicBezTo>
                    <a:pt x="13544" y="2149"/>
                    <a:pt x="13591" y="2179"/>
                    <a:pt x="13638" y="2209"/>
                  </a:cubicBezTo>
                  <a:cubicBezTo>
                    <a:pt x="13638" y="2209"/>
                    <a:pt x="13685" y="2240"/>
                    <a:pt x="13779" y="2240"/>
                  </a:cubicBezTo>
                  <a:cubicBezTo>
                    <a:pt x="13826" y="2209"/>
                    <a:pt x="13873" y="2179"/>
                    <a:pt x="13873" y="2149"/>
                  </a:cubicBezTo>
                  <a:cubicBezTo>
                    <a:pt x="13873" y="2119"/>
                    <a:pt x="13732" y="2028"/>
                    <a:pt x="13638" y="1998"/>
                  </a:cubicBezTo>
                  <a:cubicBezTo>
                    <a:pt x="13591" y="1998"/>
                    <a:pt x="13873" y="2059"/>
                    <a:pt x="13920" y="2089"/>
                  </a:cubicBezTo>
                  <a:cubicBezTo>
                    <a:pt x="13920" y="2089"/>
                    <a:pt x="13967" y="2059"/>
                    <a:pt x="13967" y="1998"/>
                  </a:cubicBezTo>
                  <a:cubicBezTo>
                    <a:pt x="13967" y="1968"/>
                    <a:pt x="13967" y="1968"/>
                    <a:pt x="14014" y="1968"/>
                  </a:cubicBezTo>
                  <a:cubicBezTo>
                    <a:pt x="14061" y="1968"/>
                    <a:pt x="14108" y="1938"/>
                    <a:pt x="14155" y="1938"/>
                  </a:cubicBezTo>
                  <a:cubicBezTo>
                    <a:pt x="14155" y="1908"/>
                    <a:pt x="14249" y="1998"/>
                    <a:pt x="14296" y="1998"/>
                  </a:cubicBezTo>
                  <a:cubicBezTo>
                    <a:pt x="14343" y="1968"/>
                    <a:pt x="14437" y="1938"/>
                    <a:pt x="14437" y="1908"/>
                  </a:cubicBezTo>
                  <a:cubicBezTo>
                    <a:pt x="14484" y="1878"/>
                    <a:pt x="14484" y="1817"/>
                    <a:pt x="14531" y="1787"/>
                  </a:cubicBezTo>
                  <a:cubicBezTo>
                    <a:pt x="14577" y="1757"/>
                    <a:pt x="14624" y="1697"/>
                    <a:pt x="14624" y="1697"/>
                  </a:cubicBezTo>
                  <a:cubicBezTo>
                    <a:pt x="14577" y="1697"/>
                    <a:pt x="14437" y="1697"/>
                    <a:pt x="14343" y="1666"/>
                  </a:cubicBezTo>
                  <a:cubicBezTo>
                    <a:pt x="14249" y="1636"/>
                    <a:pt x="14108" y="1606"/>
                    <a:pt x="14108" y="1606"/>
                  </a:cubicBezTo>
                  <a:cubicBezTo>
                    <a:pt x="14061" y="1606"/>
                    <a:pt x="13685" y="1636"/>
                    <a:pt x="13685" y="1636"/>
                  </a:cubicBezTo>
                  <a:cubicBezTo>
                    <a:pt x="13685" y="1606"/>
                    <a:pt x="13779" y="1606"/>
                    <a:pt x="13826" y="1606"/>
                  </a:cubicBezTo>
                  <a:cubicBezTo>
                    <a:pt x="13873" y="1606"/>
                    <a:pt x="14014" y="1576"/>
                    <a:pt x="14014" y="1576"/>
                  </a:cubicBezTo>
                  <a:cubicBezTo>
                    <a:pt x="14014" y="1576"/>
                    <a:pt x="13967" y="1546"/>
                    <a:pt x="14014" y="1516"/>
                  </a:cubicBezTo>
                  <a:cubicBezTo>
                    <a:pt x="14061" y="1516"/>
                    <a:pt x="14108" y="1516"/>
                    <a:pt x="14155" y="1546"/>
                  </a:cubicBezTo>
                  <a:cubicBezTo>
                    <a:pt x="14249" y="1546"/>
                    <a:pt x="14390" y="1606"/>
                    <a:pt x="14437" y="1606"/>
                  </a:cubicBezTo>
                  <a:cubicBezTo>
                    <a:pt x="14437" y="1636"/>
                    <a:pt x="14624" y="1666"/>
                    <a:pt x="14671" y="1666"/>
                  </a:cubicBezTo>
                  <a:cubicBezTo>
                    <a:pt x="14718" y="1636"/>
                    <a:pt x="14953" y="1516"/>
                    <a:pt x="14953" y="1516"/>
                  </a:cubicBezTo>
                  <a:cubicBezTo>
                    <a:pt x="15000" y="1485"/>
                    <a:pt x="14859" y="1395"/>
                    <a:pt x="14859" y="1395"/>
                  </a:cubicBezTo>
                  <a:cubicBezTo>
                    <a:pt x="14906" y="1365"/>
                    <a:pt x="14906" y="1395"/>
                    <a:pt x="15000" y="1395"/>
                  </a:cubicBezTo>
                  <a:cubicBezTo>
                    <a:pt x="15047" y="1365"/>
                    <a:pt x="15094" y="1365"/>
                    <a:pt x="15094" y="1395"/>
                  </a:cubicBezTo>
                  <a:cubicBezTo>
                    <a:pt x="15094" y="1395"/>
                    <a:pt x="15094" y="1485"/>
                    <a:pt x="15141" y="1485"/>
                  </a:cubicBezTo>
                  <a:cubicBezTo>
                    <a:pt x="15188" y="1485"/>
                    <a:pt x="15282" y="1516"/>
                    <a:pt x="15235" y="1485"/>
                  </a:cubicBezTo>
                  <a:cubicBezTo>
                    <a:pt x="15235" y="1455"/>
                    <a:pt x="15188" y="1425"/>
                    <a:pt x="15235" y="1425"/>
                  </a:cubicBezTo>
                  <a:cubicBezTo>
                    <a:pt x="15282" y="1425"/>
                    <a:pt x="15282" y="1395"/>
                    <a:pt x="15282" y="1365"/>
                  </a:cubicBezTo>
                  <a:cubicBezTo>
                    <a:pt x="15282" y="1365"/>
                    <a:pt x="15329" y="1365"/>
                    <a:pt x="15282" y="1335"/>
                  </a:cubicBezTo>
                  <a:cubicBezTo>
                    <a:pt x="15235" y="1304"/>
                    <a:pt x="15141" y="1274"/>
                    <a:pt x="15188" y="1274"/>
                  </a:cubicBezTo>
                  <a:cubicBezTo>
                    <a:pt x="15188" y="1274"/>
                    <a:pt x="15282" y="1244"/>
                    <a:pt x="15282" y="1274"/>
                  </a:cubicBezTo>
                  <a:cubicBezTo>
                    <a:pt x="15329" y="1304"/>
                    <a:pt x="15376" y="1304"/>
                    <a:pt x="15376" y="1335"/>
                  </a:cubicBezTo>
                  <a:cubicBezTo>
                    <a:pt x="15376" y="1365"/>
                    <a:pt x="15423" y="1395"/>
                    <a:pt x="15423" y="1425"/>
                  </a:cubicBezTo>
                  <a:cubicBezTo>
                    <a:pt x="15423" y="1425"/>
                    <a:pt x="15423" y="1455"/>
                    <a:pt x="15470" y="1455"/>
                  </a:cubicBezTo>
                  <a:cubicBezTo>
                    <a:pt x="15470" y="1455"/>
                    <a:pt x="15470" y="1425"/>
                    <a:pt x="15517" y="1395"/>
                  </a:cubicBezTo>
                  <a:cubicBezTo>
                    <a:pt x="15611" y="1365"/>
                    <a:pt x="15657" y="1365"/>
                    <a:pt x="15704" y="1335"/>
                  </a:cubicBezTo>
                  <a:cubicBezTo>
                    <a:pt x="15798" y="1335"/>
                    <a:pt x="15751" y="1304"/>
                    <a:pt x="15845" y="1304"/>
                  </a:cubicBezTo>
                  <a:cubicBezTo>
                    <a:pt x="15892" y="1304"/>
                    <a:pt x="15939" y="1274"/>
                    <a:pt x="15939" y="1244"/>
                  </a:cubicBezTo>
                  <a:cubicBezTo>
                    <a:pt x="15939" y="1244"/>
                    <a:pt x="15986" y="1123"/>
                    <a:pt x="15939" y="1123"/>
                  </a:cubicBezTo>
                  <a:cubicBezTo>
                    <a:pt x="15939" y="1093"/>
                    <a:pt x="15892" y="1063"/>
                    <a:pt x="15892" y="1033"/>
                  </a:cubicBezTo>
                  <a:cubicBezTo>
                    <a:pt x="15892" y="1003"/>
                    <a:pt x="15892" y="942"/>
                    <a:pt x="15892" y="942"/>
                  </a:cubicBezTo>
                  <a:cubicBezTo>
                    <a:pt x="15892" y="912"/>
                    <a:pt x="15845" y="882"/>
                    <a:pt x="15939" y="882"/>
                  </a:cubicBezTo>
                  <a:cubicBezTo>
                    <a:pt x="15986" y="882"/>
                    <a:pt x="16080" y="912"/>
                    <a:pt x="16127" y="882"/>
                  </a:cubicBezTo>
                  <a:cubicBezTo>
                    <a:pt x="16127" y="852"/>
                    <a:pt x="16127" y="822"/>
                    <a:pt x="16127" y="792"/>
                  </a:cubicBezTo>
                  <a:cubicBezTo>
                    <a:pt x="16080" y="792"/>
                    <a:pt x="16080" y="792"/>
                    <a:pt x="16127" y="761"/>
                  </a:cubicBezTo>
                  <a:cubicBezTo>
                    <a:pt x="16174" y="761"/>
                    <a:pt x="16174" y="731"/>
                    <a:pt x="16127" y="731"/>
                  </a:cubicBezTo>
                  <a:cubicBezTo>
                    <a:pt x="16080" y="731"/>
                    <a:pt x="16033" y="761"/>
                    <a:pt x="15986" y="731"/>
                  </a:cubicBezTo>
                  <a:cubicBezTo>
                    <a:pt x="15986" y="731"/>
                    <a:pt x="15986" y="701"/>
                    <a:pt x="15986" y="701"/>
                  </a:cubicBezTo>
                  <a:cubicBezTo>
                    <a:pt x="16033" y="671"/>
                    <a:pt x="15939" y="671"/>
                    <a:pt x="15986" y="641"/>
                  </a:cubicBezTo>
                  <a:cubicBezTo>
                    <a:pt x="15986" y="641"/>
                    <a:pt x="16033" y="611"/>
                    <a:pt x="16033" y="611"/>
                  </a:cubicBezTo>
                  <a:cubicBezTo>
                    <a:pt x="15986" y="611"/>
                    <a:pt x="15892" y="580"/>
                    <a:pt x="15892" y="580"/>
                  </a:cubicBezTo>
                  <a:cubicBezTo>
                    <a:pt x="15892" y="611"/>
                    <a:pt x="15798" y="611"/>
                    <a:pt x="15798" y="611"/>
                  </a:cubicBezTo>
                  <a:cubicBezTo>
                    <a:pt x="15751" y="580"/>
                    <a:pt x="15751" y="580"/>
                    <a:pt x="15704" y="580"/>
                  </a:cubicBezTo>
                  <a:cubicBezTo>
                    <a:pt x="15657" y="580"/>
                    <a:pt x="15517" y="580"/>
                    <a:pt x="15517" y="580"/>
                  </a:cubicBezTo>
                  <a:cubicBezTo>
                    <a:pt x="15517" y="580"/>
                    <a:pt x="15470" y="550"/>
                    <a:pt x="15470" y="580"/>
                  </a:cubicBezTo>
                  <a:cubicBezTo>
                    <a:pt x="15470" y="580"/>
                    <a:pt x="15517" y="611"/>
                    <a:pt x="15470" y="611"/>
                  </a:cubicBezTo>
                  <a:cubicBezTo>
                    <a:pt x="15423" y="611"/>
                    <a:pt x="15470" y="671"/>
                    <a:pt x="15470" y="671"/>
                  </a:cubicBezTo>
                  <a:cubicBezTo>
                    <a:pt x="15470" y="701"/>
                    <a:pt x="15423" y="731"/>
                    <a:pt x="15470" y="731"/>
                  </a:cubicBezTo>
                  <a:cubicBezTo>
                    <a:pt x="15470" y="731"/>
                    <a:pt x="15564" y="761"/>
                    <a:pt x="15517" y="792"/>
                  </a:cubicBezTo>
                  <a:cubicBezTo>
                    <a:pt x="15517" y="792"/>
                    <a:pt x="15611" y="792"/>
                    <a:pt x="15564" y="822"/>
                  </a:cubicBezTo>
                  <a:cubicBezTo>
                    <a:pt x="15517" y="822"/>
                    <a:pt x="15517" y="852"/>
                    <a:pt x="15470" y="822"/>
                  </a:cubicBezTo>
                  <a:cubicBezTo>
                    <a:pt x="15423" y="822"/>
                    <a:pt x="15376" y="822"/>
                    <a:pt x="15376" y="822"/>
                  </a:cubicBezTo>
                  <a:cubicBezTo>
                    <a:pt x="15329" y="852"/>
                    <a:pt x="15282" y="973"/>
                    <a:pt x="15235" y="1003"/>
                  </a:cubicBezTo>
                  <a:cubicBezTo>
                    <a:pt x="15188" y="1003"/>
                    <a:pt x="15141" y="1093"/>
                    <a:pt x="15141" y="1063"/>
                  </a:cubicBezTo>
                  <a:cubicBezTo>
                    <a:pt x="15094" y="1063"/>
                    <a:pt x="15094" y="1033"/>
                    <a:pt x="15094" y="1063"/>
                  </a:cubicBezTo>
                  <a:cubicBezTo>
                    <a:pt x="15047" y="1093"/>
                    <a:pt x="15141" y="1154"/>
                    <a:pt x="15047" y="1154"/>
                  </a:cubicBezTo>
                  <a:cubicBezTo>
                    <a:pt x="15000" y="1184"/>
                    <a:pt x="14953" y="1214"/>
                    <a:pt x="14953" y="1214"/>
                  </a:cubicBezTo>
                  <a:cubicBezTo>
                    <a:pt x="14906" y="1214"/>
                    <a:pt x="14859" y="1214"/>
                    <a:pt x="14859" y="1154"/>
                  </a:cubicBezTo>
                  <a:cubicBezTo>
                    <a:pt x="14812" y="1123"/>
                    <a:pt x="14812" y="1093"/>
                    <a:pt x="14765" y="1093"/>
                  </a:cubicBezTo>
                  <a:cubicBezTo>
                    <a:pt x="14765" y="1063"/>
                    <a:pt x="14812" y="973"/>
                    <a:pt x="14812" y="973"/>
                  </a:cubicBezTo>
                  <a:cubicBezTo>
                    <a:pt x="14812" y="942"/>
                    <a:pt x="14859" y="912"/>
                    <a:pt x="14859" y="942"/>
                  </a:cubicBezTo>
                  <a:cubicBezTo>
                    <a:pt x="14859" y="942"/>
                    <a:pt x="14906" y="942"/>
                    <a:pt x="14906" y="882"/>
                  </a:cubicBezTo>
                  <a:cubicBezTo>
                    <a:pt x="14953" y="852"/>
                    <a:pt x="15000" y="822"/>
                    <a:pt x="14953" y="792"/>
                  </a:cubicBezTo>
                  <a:cubicBezTo>
                    <a:pt x="14906" y="761"/>
                    <a:pt x="14906" y="761"/>
                    <a:pt x="14859" y="731"/>
                  </a:cubicBezTo>
                  <a:cubicBezTo>
                    <a:pt x="14859" y="701"/>
                    <a:pt x="14765" y="701"/>
                    <a:pt x="14718" y="731"/>
                  </a:cubicBezTo>
                  <a:cubicBezTo>
                    <a:pt x="14718" y="731"/>
                    <a:pt x="14624" y="731"/>
                    <a:pt x="14671" y="761"/>
                  </a:cubicBezTo>
                  <a:cubicBezTo>
                    <a:pt x="14671" y="792"/>
                    <a:pt x="14624" y="852"/>
                    <a:pt x="14624" y="852"/>
                  </a:cubicBezTo>
                  <a:cubicBezTo>
                    <a:pt x="14577" y="882"/>
                    <a:pt x="14484" y="942"/>
                    <a:pt x="14437" y="942"/>
                  </a:cubicBezTo>
                  <a:cubicBezTo>
                    <a:pt x="14437" y="942"/>
                    <a:pt x="14390" y="882"/>
                    <a:pt x="14390" y="882"/>
                  </a:cubicBezTo>
                  <a:cubicBezTo>
                    <a:pt x="14437" y="852"/>
                    <a:pt x="14484" y="761"/>
                    <a:pt x="14437" y="761"/>
                  </a:cubicBezTo>
                  <a:cubicBezTo>
                    <a:pt x="14437" y="731"/>
                    <a:pt x="14343" y="701"/>
                    <a:pt x="14390" y="701"/>
                  </a:cubicBezTo>
                  <a:cubicBezTo>
                    <a:pt x="14437" y="701"/>
                    <a:pt x="14484" y="701"/>
                    <a:pt x="14484" y="701"/>
                  </a:cubicBezTo>
                  <a:cubicBezTo>
                    <a:pt x="14437" y="671"/>
                    <a:pt x="14390" y="671"/>
                    <a:pt x="14343" y="671"/>
                  </a:cubicBezTo>
                  <a:cubicBezTo>
                    <a:pt x="14296" y="641"/>
                    <a:pt x="14343" y="611"/>
                    <a:pt x="14296" y="611"/>
                  </a:cubicBezTo>
                  <a:cubicBezTo>
                    <a:pt x="14249" y="580"/>
                    <a:pt x="14202" y="580"/>
                    <a:pt x="14202" y="550"/>
                  </a:cubicBezTo>
                  <a:cubicBezTo>
                    <a:pt x="14249" y="550"/>
                    <a:pt x="14296" y="550"/>
                    <a:pt x="14343" y="520"/>
                  </a:cubicBezTo>
                  <a:cubicBezTo>
                    <a:pt x="14437" y="520"/>
                    <a:pt x="14437" y="460"/>
                    <a:pt x="14390" y="490"/>
                  </a:cubicBezTo>
                  <a:cubicBezTo>
                    <a:pt x="14390" y="490"/>
                    <a:pt x="14343" y="490"/>
                    <a:pt x="14296" y="490"/>
                  </a:cubicBezTo>
                  <a:cubicBezTo>
                    <a:pt x="14296" y="490"/>
                    <a:pt x="14249" y="490"/>
                    <a:pt x="14296" y="460"/>
                  </a:cubicBezTo>
                  <a:cubicBezTo>
                    <a:pt x="14343" y="460"/>
                    <a:pt x="14437" y="490"/>
                    <a:pt x="14437" y="460"/>
                  </a:cubicBezTo>
                  <a:cubicBezTo>
                    <a:pt x="14437" y="430"/>
                    <a:pt x="14437" y="369"/>
                    <a:pt x="14343" y="309"/>
                  </a:cubicBezTo>
                  <a:cubicBezTo>
                    <a:pt x="14296" y="279"/>
                    <a:pt x="14249" y="249"/>
                    <a:pt x="14249" y="218"/>
                  </a:cubicBezTo>
                  <a:cubicBezTo>
                    <a:pt x="14249" y="188"/>
                    <a:pt x="14249" y="128"/>
                    <a:pt x="14249" y="128"/>
                  </a:cubicBezTo>
                  <a:cubicBezTo>
                    <a:pt x="14296" y="98"/>
                    <a:pt x="14249" y="7"/>
                    <a:pt x="14155" y="7"/>
                  </a:cubicBezTo>
                  <a:cubicBezTo>
                    <a:pt x="14108" y="7"/>
                    <a:pt x="13967" y="-23"/>
                    <a:pt x="13967" y="37"/>
                  </a:cubicBezTo>
                  <a:cubicBezTo>
                    <a:pt x="13967" y="68"/>
                    <a:pt x="14014" y="98"/>
                    <a:pt x="13967" y="128"/>
                  </a:cubicBezTo>
                  <a:cubicBezTo>
                    <a:pt x="13967" y="128"/>
                    <a:pt x="13920" y="158"/>
                    <a:pt x="13920" y="158"/>
                  </a:cubicBezTo>
                  <a:cubicBezTo>
                    <a:pt x="13920" y="128"/>
                    <a:pt x="13873" y="128"/>
                    <a:pt x="13873" y="128"/>
                  </a:cubicBezTo>
                  <a:cubicBezTo>
                    <a:pt x="13826" y="128"/>
                    <a:pt x="13779" y="128"/>
                    <a:pt x="13779" y="158"/>
                  </a:cubicBezTo>
                  <a:cubicBezTo>
                    <a:pt x="13779" y="188"/>
                    <a:pt x="13685" y="249"/>
                    <a:pt x="13638" y="279"/>
                  </a:cubicBezTo>
                  <a:cubicBezTo>
                    <a:pt x="13591" y="339"/>
                    <a:pt x="13591" y="369"/>
                    <a:pt x="13591" y="430"/>
                  </a:cubicBezTo>
                  <a:cubicBezTo>
                    <a:pt x="13544" y="490"/>
                    <a:pt x="13591" y="520"/>
                    <a:pt x="13638" y="520"/>
                  </a:cubicBezTo>
                  <a:cubicBezTo>
                    <a:pt x="13685" y="520"/>
                    <a:pt x="13638" y="550"/>
                    <a:pt x="13732" y="550"/>
                  </a:cubicBezTo>
                  <a:cubicBezTo>
                    <a:pt x="13779" y="550"/>
                    <a:pt x="13779" y="611"/>
                    <a:pt x="13779" y="611"/>
                  </a:cubicBezTo>
                  <a:cubicBezTo>
                    <a:pt x="13826" y="611"/>
                    <a:pt x="13873" y="611"/>
                    <a:pt x="13920" y="611"/>
                  </a:cubicBezTo>
                  <a:cubicBezTo>
                    <a:pt x="13967" y="611"/>
                    <a:pt x="14108" y="611"/>
                    <a:pt x="14061" y="641"/>
                  </a:cubicBezTo>
                  <a:cubicBezTo>
                    <a:pt x="14014" y="641"/>
                    <a:pt x="13967" y="641"/>
                    <a:pt x="13920" y="671"/>
                  </a:cubicBezTo>
                  <a:cubicBezTo>
                    <a:pt x="13873" y="701"/>
                    <a:pt x="13826" y="761"/>
                    <a:pt x="13779" y="792"/>
                  </a:cubicBezTo>
                  <a:cubicBezTo>
                    <a:pt x="13732" y="792"/>
                    <a:pt x="13732" y="852"/>
                    <a:pt x="13732" y="822"/>
                  </a:cubicBezTo>
                  <a:cubicBezTo>
                    <a:pt x="13779" y="822"/>
                    <a:pt x="13920" y="792"/>
                    <a:pt x="13920" y="792"/>
                  </a:cubicBezTo>
                  <a:cubicBezTo>
                    <a:pt x="13920" y="792"/>
                    <a:pt x="13873" y="852"/>
                    <a:pt x="13873" y="852"/>
                  </a:cubicBezTo>
                  <a:cubicBezTo>
                    <a:pt x="13920" y="882"/>
                    <a:pt x="13920" y="882"/>
                    <a:pt x="13873" y="882"/>
                  </a:cubicBezTo>
                  <a:cubicBezTo>
                    <a:pt x="13826" y="912"/>
                    <a:pt x="13732" y="912"/>
                    <a:pt x="13732" y="942"/>
                  </a:cubicBezTo>
                  <a:cubicBezTo>
                    <a:pt x="13685" y="973"/>
                    <a:pt x="13591" y="1003"/>
                    <a:pt x="13591" y="1033"/>
                  </a:cubicBezTo>
                  <a:cubicBezTo>
                    <a:pt x="13544" y="1033"/>
                    <a:pt x="13497" y="1063"/>
                    <a:pt x="13451" y="1063"/>
                  </a:cubicBezTo>
                  <a:cubicBezTo>
                    <a:pt x="13451" y="1063"/>
                    <a:pt x="13404" y="1093"/>
                    <a:pt x="13451" y="1123"/>
                  </a:cubicBezTo>
                  <a:cubicBezTo>
                    <a:pt x="13451" y="1154"/>
                    <a:pt x="13497" y="1214"/>
                    <a:pt x="13451" y="1214"/>
                  </a:cubicBezTo>
                  <a:cubicBezTo>
                    <a:pt x="13404" y="1244"/>
                    <a:pt x="13404" y="1304"/>
                    <a:pt x="13404" y="1274"/>
                  </a:cubicBezTo>
                  <a:cubicBezTo>
                    <a:pt x="13404" y="1214"/>
                    <a:pt x="13404" y="1184"/>
                    <a:pt x="13357" y="1154"/>
                  </a:cubicBezTo>
                  <a:cubicBezTo>
                    <a:pt x="13263" y="1154"/>
                    <a:pt x="13263" y="1093"/>
                    <a:pt x="13310" y="1063"/>
                  </a:cubicBezTo>
                  <a:cubicBezTo>
                    <a:pt x="13310" y="1063"/>
                    <a:pt x="13357" y="1033"/>
                    <a:pt x="13310" y="1033"/>
                  </a:cubicBezTo>
                  <a:cubicBezTo>
                    <a:pt x="13310" y="1003"/>
                    <a:pt x="13310" y="1003"/>
                    <a:pt x="13310" y="973"/>
                  </a:cubicBezTo>
                  <a:cubicBezTo>
                    <a:pt x="13310" y="973"/>
                    <a:pt x="13404" y="942"/>
                    <a:pt x="13310" y="942"/>
                  </a:cubicBezTo>
                  <a:cubicBezTo>
                    <a:pt x="13263" y="942"/>
                    <a:pt x="13216" y="882"/>
                    <a:pt x="13169" y="912"/>
                  </a:cubicBezTo>
                  <a:cubicBezTo>
                    <a:pt x="13169" y="912"/>
                    <a:pt x="13075" y="942"/>
                    <a:pt x="13075" y="973"/>
                  </a:cubicBezTo>
                  <a:cubicBezTo>
                    <a:pt x="13075" y="1003"/>
                    <a:pt x="13122" y="1093"/>
                    <a:pt x="13075" y="1093"/>
                  </a:cubicBezTo>
                  <a:cubicBezTo>
                    <a:pt x="13075" y="1063"/>
                    <a:pt x="13028" y="1033"/>
                    <a:pt x="12981" y="1033"/>
                  </a:cubicBezTo>
                  <a:cubicBezTo>
                    <a:pt x="12981" y="1033"/>
                    <a:pt x="12887" y="1093"/>
                    <a:pt x="12840" y="1063"/>
                  </a:cubicBezTo>
                  <a:cubicBezTo>
                    <a:pt x="12793" y="1063"/>
                    <a:pt x="12699" y="1063"/>
                    <a:pt x="12652" y="1063"/>
                  </a:cubicBezTo>
                  <a:cubicBezTo>
                    <a:pt x="12605" y="1063"/>
                    <a:pt x="12464" y="1093"/>
                    <a:pt x="12417" y="1093"/>
                  </a:cubicBezTo>
                  <a:cubicBezTo>
                    <a:pt x="12417" y="1093"/>
                    <a:pt x="12324" y="1093"/>
                    <a:pt x="12277" y="1093"/>
                  </a:cubicBezTo>
                  <a:cubicBezTo>
                    <a:pt x="12277" y="1093"/>
                    <a:pt x="12277" y="1063"/>
                    <a:pt x="12230" y="1033"/>
                  </a:cubicBezTo>
                  <a:cubicBezTo>
                    <a:pt x="12183" y="1033"/>
                    <a:pt x="12183" y="973"/>
                    <a:pt x="12136" y="1003"/>
                  </a:cubicBezTo>
                  <a:cubicBezTo>
                    <a:pt x="12042" y="1003"/>
                    <a:pt x="11995" y="1003"/>
                    <a:pt x="11948" y="1003"/>
                  </a:cubicBezTo>
                  <a:cubicBezTo>
                    <a:pt x="11948" y="973"/>
                    <a:pt x="11854" y="973"/>
                    <a:pt x="11807" y="912"/>
                  </a:cubicBezTo>
                  <a:cubicBezTo>
                    <a:pt x="11807" y="882"/>
                    <a:pt x="11901" y="822"/>
                    <a:pt x="11854" y="822"/>
                  </a:cubicBezTo>
                  <a:cubicBezTo>
                    <a:pt x="11807" y="792"/>
                    <a:pt x="11666" y="822"/>
                    <a:pt x="11619" y="822"/>
                  </a:cubicBezTo>
                  <a:cubicBezTo>
                    <a:pt x="11525" y="822"/>
                    <a:pt x="11431" y="822"/>
                    <a:pt x="11384" y="822"/>
                  </a:cubicBezTo>
                  <a:cubicBezTo>
                    <a:pt x="11384" y="852"/>
                    <a:pt x="11291" y="852"/>
                    <a:pt x="11291" y="882"/>
                  </a:cubicBezTo>
                  <a:cubicBezTo>
                    <a:pt x="11244" y="912"/>
                    <a:pt x="11197" y="942"/>
                    <a:pt x="11197" y="942"/>
                  </a:cubicBezTo>
                  <a:cubicBezTo>
                    <a:pt x="11244" y="973"/>
                    <a:pt x="11291" y="1003"/>
                    <a:pt x="11291" y="973"/>
                  </a:cubicBezTo>
                  <a:cubicBezTo>
                    <a:pt x="11291" y="942"/>
                    <a:pt x="11291" y="942"/>
                    <a:pt x="11337" y="942"/>
                  </a:cubicBezTo>
                  <a:cubicBezTo>
                    <a:pt x="11384" y="942"/>
                    <a:pt x="11431" y="942"/>
                    <a:pt x="11478" y="942"/>
                  </a:cubicBezTo>
                  <a:cubicBezTo>
                    <a:pt x="11525" y="912"/>
                    <a:pt x="11572" y="882"/>
                    <a:pt x="11619" y="882"/>
                  </a:cubicBezTo>
                  <a:cubicBezTo>
                    <a:pt x="11666" y="882"/>
                    <a:pt x="11760" y="882"/>
                    <a:pt x="11760" y="882"/>
                  </a:cubicBezTo>
                  <a:cubicBezTo>
                    <a:pt x="11713" y="882"/>
                    <a:pt x="11666" y="942"/>
                    <a:pt x="11619" y="942"/>
                  </a:cubicBezTo>
                  <a:cubicBezTo>
                    <a:pt x="11572" y="942"/>
                    <a:pt x="11478" y="973"/>
                    <a:pt x="11478" y="973"/>
                  </a:cubicBezTo>
                  <a:cubicBezTo>
                    <a:pt x="11431" y="973"/>
                    <a:pt x="11384" y="1003"/>
                    <a:pt x="11337" y="1003"/>
                  </a:cubicBezTo>
                  <a:cubicBezTo>
                    <a:pt x="11337" y="1003"/>
                    <a:pt x="11244" y="1033"/>
                    <a:pt x="11244" y="1033"/>
                  </a:cubicBezTo>
                  <a:cubicBezTo>
                    <a:pt x="11197" y="1063"/>
                    <a:pt x="11197" y="1093"/>
                    <a:pt x="11150" y="1123"/>
                  </a:cubicBezTo>
                  <a:cubicBezTo>
                    <a:pt x="11103" y="1123"/>
                    <a:pt x="11197" y="1154"/>
                    <a:pt x="11197" y="1154"/>
                  </a:cubicBezTo>
                  <a:cubicBezTo>
                    <a:pt x="11197" y="1184"/>
                    <a:pt x="11197" y="1184"/>
                    <a:pt x="11197" y="1214"/>
                  </a:cubicBezTo>
                  <a:cubicBezTo>
                    <a:pt x="11244" y="1244"/>
                    <a:pt x="11197" y="1244"/>
                    <a:pt x="11150" y="1274"/>
                  </a:cubicBezTo>
                  <a:cubicBezTo>
                    <a:pt x="11103" y="1304"/>
                    <a:pt x="11197" y="1365"/>
                    <a:pt x="11150" y="1365"/>
                  </a:cubicBezTo>
                  <a:cubicBezTo>
                    <a:pt x="11056" y="1335"/>
                    <a:pt x="10962" y="1274"/>
                    <a:pt x="11009" y="1274"/>
                  </a:cubicBezTo>
                  <a:cubicBezTo>
                    <a:pt x="11056" y="1244"/>
                    <a:pt x="11103" y="1214"/>
                    <a:pt x="11103" y="1214"/>
                  </a:cubicBezTo>
                  <a:cubicBezTo>
                    <a:pt x="11103" y="1184"/>
                    <a:pt x="11056" y="1123"/>
                    <a:pt x="11009" y="1154"/>
                  </a:cubicBezTo>
                  <a:cubicBezTo>
                    <a:pt x="10962" y="1154"/>
                    <a:pt x="10915" y="1184"/>
                    <a:pt x="10962" y="1154"/>
                  </a:cubicBezTo>
                  <a:cubicBezTo>
                    <a:pt x="10962" y="1123"/>
                    <a:pt x="11009" y="1063"/>
                    <a:pt x="10962" y="1093"/>
                  </a:cubicBezTo>
                  <a:cubicBezTo>
                    <a:pt x="10962" y="1093"/>
                    <a:pt x="10915" y="1093"/>
                    <a:pt x="10868" y="1093"/>
                  </a:cubicBezTo>
                  <a:cubicBezTo>
                    <a:pt x="10868" y="1063"/>
                    <a:pt x="10821" y="1003"/>
                    <a:pt x="10821" y="1003"/>
                  </a:cubicBezTo>
                  <a:cubicBezTo>
                    <a:pt x="10821" y="1033"/>
                    <a:pt x="10680" y="1063"/>
                    <a:pt x="10586" y="1093"/>
                  </a:cubicBezTo>
                  <a:cubicBezTo>
                    <a:pt x="10539" y="1093"/>
                    <a:pt x="10304" y="1093"/>
                    <a:pt x="10257" y="1093"/>
                  </a:cubicBezTo>
                  <a:cubicBezTo>
                    <a:pt x="10211" y="1093"/>
                    <a:pt x="10211" y="1093"/>
                    <a:pt x="10117" y="1093"/>
                  </a:cubicBezTo>
                  <a:cubicBezTo>
                    <a:pt x="10070" y="1063"/>
                    <a:pt x="9882" y="1063"/>
                    <a:pt x="9929" y="1033"/>
                  </a:cubicBezTo>
                  <a:cubicBezTo>
                    <a:pt x="10023" y="1033"/>
                    <a:pt x="10070" y="1033"/>
                    <a:pt x="10070" y="1003"/>
                  </a:cubicBezTo>
                  <a:cubicBezTo>
                    <a:pt x="10070" y="1003"/>
                    <a:pt x="9976" y="973"/>
                    <a:pt x="10070" y="973"/>
                  </a:cubicBezTo>
                  <a:cubicBezTo>
                    <a:pt x="10117" y="973"/>
                    <a:pt x="10164" y="973"/>
                    <a:pt x="10164" y="973"/>
                  </a:cubicBezTo>
                  <a:cubicBezTo>
                    <a:pt x="10164" y="942"/>
                    <a:pt x="10117" y="942"/>
                    <a:pt x="10164" y="912"/>
                  </a:cubicBezTo>
                  <a:cubicBezTo>
                    <a:pt x="10257" y="912"/>
                    <a:pt x="10304" y="942"/>
                    <a:pt x="10304" y="942"/>
                  </a:cubicBezTo>
                  <a:cubicBezTo>
                    <a:pt x="10351" y="912"/>
                    <a:pt x="10351" y="882"/>
                    <a:pt x="10304" y="852"/>
                  </a:cubicBezTo>
                  <a:cubicBezTo>
                    <a:pt x="10257" y="852"/>
                    <a:pt x="10257" y="792"/>
                    <a:pt x="10164" y="792"/>
                  </a:cubicBezTo>
                  <a:cubicBezTo>
                    <a:pt x="10070" y="792"/>
                    <a:pt x="10023" y="761"/>
                    <a:pt x="10023" y="792"/>
                  </a:cubicBezTo>
                  <a:cubicBezTo>
                    <a:pt x="10023" y="822"/>
                    <a:pt x="10070" y="852"/>
                    <a:pt x="10023" y="852"/>
                  </a:cubicBezTo>
                  <a:cubicBezTo>
                    <a:pt x="9929" y="822"/>
                    <a:pt x="9929" y="822"/>
                    <a:pt x="9835" y="792"/>
                  </a:cubicBezTo>
                  <a:cubicBezTo>
                    <a:pt x="9741" y="792"/>
                    <a:pt x="9741" y="761"/>
                    <a:pt x="9694" y="731"/>
                  </a:cubicBezTo>
                  <a:cubicBezTo>
                    <a:pt x="9647" y="731"/>
                    <a:pt x="9694" y="701"/>
                    <a:pt x="9647" y="701"/>
                  </a:cubicBezTo>
                  <a:cubicBezTo>
                    <a:pt x="9600" y="701"/>
                    <a:pt x="9365" y="611"/>
                    <a:pt x="9318" y="611"/>
                  </a:cubicBezTo>
                  <a:cubicBezTo>
                    <a:pt x="9271" y="611"/>
                    <a:pt x="9224" y="550"/>
                    <a:pt x="9131" y="550"/>
                  </a:cubicBezTo>
                  <a:cubicBezTo>
                    <a:pt x="9084" y="550"/>
                    <a:pt x="8990" y="550"/>
                    <a:pt x="8990" y="580"/>
                  </a:cubicBezTo>
                  <a:cubicBezTo>
                    <a:pt x="8990" y="580"/>
                    <a:pt x="8849" y="641"/>
                    <a:pt x="8802" y="641"/>
                  </a:cubicBezTo>
                  <a:cubicBezTo>
                    <a:pt x="8802" y="611"/>
                    <a:pt x="8849" y="580"/>
                    <a:pt x="8849" y="580"/>
                  </a:cubicBezTo>
                  <a:cubicBezTo>
                    <a:pt x="8849" y="580"/>
                    <a:pt x="8849" y="520"/>
                    <a:pt x="8849" y="520"/>
                  </a:cubicBezTo>
                  <a:cubicBezTo>
                    <a:pt x="8896" y="490"/>
                    <a:pt x="8849" y="490"/>
                    <a:pt x="8802" y="490"/>
                  </a:cubicBezTo>
                  <a:cubicBezTo>
                    <a:pt x="8802" y="520"/>
                    <a:pt x="8755" y="520"/>
                    <a:pt x="8755" y="550"/>
                  </a:cubicBezTo>
                  <a:cubicBezTo>
                    <a:pt x="8755" y="580"/>
                    <a:pt x="8708" y="580"/>
                    <a:pt x="8708" y="580"/>
                  </a:cubicBezTo>
                  <a:cubicBezTo>
                    <a:pt x="8708" y="611"/>
                    <a:pt x="8661" y="641"/>
                    <a:pt x="8614" y="641"/>
                  </a:cubicBezTo>
                  <a:cubicBezTo>
                    <a:pt x="8567" y="641"/>
                    <a:pt x="8520" y="641"/>
                    <a:pt x="8520" y="611"/>
                  </a:cubicBezTo>
                  <a:cubicBezTo>
                    <a:pt x="8473" y="550"/>
                    <a:pt x="8426" y="520"/>
                    <a:pt x="8426" y="490"/>
                  </a:cubicBezTo>
                  <a:cubicBezTo>
                    <a:pt x="8426" y="430"/>
                    <a:pt x="8426" y="369"/>
                    <a:pt x="8379" y="339"/>
                  </a:cubicBezTo>
                  <a:cubicBezTo>
                    <a:pt x="8379" y="339"/>
                    <a:pt x="8285" y="309"/>
                    <a:pt x="8285" y="309"/>
                  </a:cubicBezTo>
                  <a:cubicBezTo>
                    <a:pt x="8285" y="339"/>
                    <a:pt x="8238" y="339"/>
                    <a:pt x="8285" y="369"/>
                  </a:cubicBezTo>
                  <a:cubicBezTo>
                    <a:pt x="8285" y="369"/>
                    <a:pt x="8285" y="399"/>
                    <a:pt x="8285" y="430"/>
                  </a:cubicBezTo>
                  <a:cubicBezTo>
                    <a:pt x="8332" y="430"/>
                    <a:pt x="8332" y="460"/>
                    <a:pt x="8332" y="460"/>
                  </a:cubicBezTo>
                  <a:cubicBezTo>
                    <a:pt x="8285" y="460"/>
                    <a:pt x="8238" y="460"/>
                    <a:pt x="8238" y="460"/>
                  </a:cubicBezTo>
                  <a:cubicBezTo>
                    <a:pt x="8238" y="490"/>
                    <a:pt x="8238" y="520"/>
                    <a:pt x="8191" y="520"/>
                  </a:cubicBezTo>
                  <a:cubicBezTo>
                    <a:pt x="8144" y="520"/>
                    <a:pt x="8097" y="580"/>
                    <a:pt x="8097" y="580"/>
                  </a:cubicBezTo>
                  <a:cubicBezTo>
                    <a:pt x="8051" y="580"/>
                    <a:pt x="8051" y="550"/>
                    <a:pt x="8004" y="550"/>
                  </a:cubicBezTo>
                  <a:cubicBezTo>
                    <a:pt x="7957" y="550"/>
                    <a:pt x="7863" y="611"/>
                    <a:pt x="7910" y="550"/>
                  </a:cubicBezTo>
                  <a:cubicBezTo>
                    <a:pt x="7910" y="520"/>
                    <a:pt x="7957" y="520"/>
                    <a:pt x="7910" y="490"/>
                  </a:cubicBezTo>
                  <a:cubicBezTo>
                    <a:pt x="7910" y="460"/>
                    <a:pt x="7910" y="430"/>
                    <a:pt x="7863" y="460"/>
                  </a:cubicBezTo>
                  <a:cubicBezTo>
                    <a:pt x="7816" y="490"/>
                    <a:pt x="7675" y="520"/>
                    <a:pt x="7628" y="550"/>
                  </a:cubicBezTo>
                  <a:cubicBezTo>
                    <a:pt x="7628" y="550"/>
                    <a:pt x="7487" y="671"/>
                    <a:pt x="7440" y="671"/>
                  </a:cubicBezTo>
                  <a:cubicBezTo>
                    <a:pt x="7440" y="671"/>
                    <a:pt x="7299" y="701"/>
                    <a:pt x="7346" y="701"/>
                  </a:cubicBezTo>
                  <a:cubicBezTo>
                    <a:pt x="7393" y="671"/>
                    <a:pt x="7534" y="580"/>
                    <a:pt x="7487" y="580"/>
                  </a:cubicBezTo>
                  <a:cubicBezTo>
                    <a:pt x="7487" y="580"/>
                    <a:pt x="7487" y="550"/>
                    <a:pt x="7440" y="550"/>
                  </a:cubicBezTo>
                  <a:cubicBezTo>
                    <a:pt x="7440" y="580"/>
                    <a:pt x="7299" y="641"/>
                    <a:pt x="7252" y="671"/>
                  </a:cubicBezTo>
                  <a:cubicBezTo>
                    <a:pt x="7158" y="701"/>
                    <a:pt x="7017" y="731"/>
                    <a:pt x="6971" y="761"/>
                  </a:cubicBezTo>
                  <a:cubicBezTo>
                    <a:pt x="6971" y="761"/>
                    <a:pt x="6924" y="822"/>
                    <a:pt x="6924" y="792"/>
                  </a:cubicBezTo>
                  <a:cubicBezTo>
                    <a:pt x="6877" y="792"/>
                    <a:pt x="6924" y="761"/>
                    <a:pt x="6877" y="761"/>
                  </a:cubicBezTo>
                  <a:cubicBezTo>
                    <a:pt x="6830" y="792"/>
                    <a:pt x="6830" y="822"/>
                    <a:pt x="6783" y="822"/>
                  </a:cubicBezTo>
                  <a:cubicBezTo>
                    <a:pt x="6783" y="822"/>
                    <a:pt x="6736" y="792"/>
                    <a:pt x="6689" y="792"/>
                  </a:cubicBezTo>
                  <a:cubicBezTo>
                    <a:pt x="6689" y="822"/>
                    <a:pt x="6642" y="852"/>
                    <a:pt x="6642" y="822"/>
                  </a:cubicBezTo>
                  <a:cubicBezTo>
                    <a:pt x="6595" y="792"/>
                    <a:pt x="6548" y="792"/>
                    <a:pt x="6548" y="792"/>
                  </a:cubicBezTo>
                  <a:cubicBezTo>
                    <a:pt x="6548" y="822"/>
                    <a:pt x="6501" y="822"/>
                    <a:pt x="6454" y="822"/>
                  </a:cubicBezTo>
                  <a:cubicBezTo>
                    <a:pt x="6454" y="822"/>
                    <a:pt x="6360" y="761"/>
                    <a:pt x="6313" y="731"/>
                  </a:cubicBezTo>
                  <a:cubicBezTo>
                    <a:pt x="6313" y="731"/>
                    <a:pt x="6313" y="701"/>
                    <a:pt x="6313" y="701"/>
                  </a:cubicBezTo>
                  <a:cubicBezTo>
                    <a:pt x="6266" y="671"/>
                    <a:pt x="6266" y="611"/>
                    <a:pt x="6219" y="611"/>
                  </a:cubicBezTo>
                  <a:cubicBezTo>
                    <a:pt x="6172" y="611"/>
                    <a:pt x="6125" y="611"/>
                    <a:pt x="6078" y="611"/>
                  </a:cubicBezTo>
                  <a:cubicBezTo>
                    <a:pt x="6078" y="611"/>
                    <a:pt x="6031" y="611"/>
                    <a:pt x="6031" y="611"/>
                  </a:cubicBezTo>
                  <a:cubicBezTo>
                    <a:pt x="6031" y="611"/>
                    <a:pt x="6031" y="611"/>
                    <a:pt x="6031" y="611"/>
                  </a:cubicBezTo>
                  <a:cubicBezTo>
                    <a:pt x="5984" y="611"/>
                    <a:pt x="5984" y="611"/>
                    <a:pt x="5984" y="611"/>
                  </a:cubicBezTo>
                  <a:cubicBezTo>
                    <a:pt x="5937" y="611"/>
                    <a:pt x="5891" y="611"/>
                    <a:pt x="5891" y="611"/>
                  </a:cubicBezTo>
                  <a:cubicBezTo>
                    <a:pt x="5891" y="611"/>
                    <a:pt x="5891" y="611"/>
                    <a:pt x="5891" y="611"/>
                  </a:cubicBezTo>
                  <a:cubicBezTo>
                    <a:pt x="5844" y="580"/>
                    <a:pt x="5844" y="580"/>
                    <a:pt x="5844" y="580"/>
                  </a:cubicBezTo>
                  <a:cubicBezTo>
                    <a:pt x="5797" y="580"/>
                    <a:pt x="5609" y="520"/>
                    <a:pt x="5609" y="490"/>
                  </a:cubicBezTo>
                  <a:cubicBezTo>
                    <a:pt x="5562" y="490"/>
                    <a:pt x="5562" y="490"/>
                    <a:pt x="5421" y="490"/>
                  </a:cubicBezTo>
                  <a:cubicBezTo>
                    <a:pt x="5327" y="520"/>
                    <a:pt x="5186" y="520"/>
                    <a:pt x="5092" y="490"/>
                  </a:cubicBezTo>
                  <a:cubicBezTo>
                    <a:pt x="4998" y="490"/>
                    <a:pt x="4857" y="490"/>
                    <a:pt x="4811" y="460"/>
                  </a:cubicBezTo>
                  <a:cubicBezTo>
                    <a:pt x="4811" y="460"/>
                    <a:pt x="4811" y="430"/>
                    <a:pt x="4764" y="430"/>
                  </a:cubicBezTo>
                  <a:cubicBezTo>
                    <a:pt x="4717" y="430"/>
                    <a:pt x="4529" y="399"/>
                    <a:pt x="4482" y="399"/>
                  </a:cubicBezTo>
                  <a:cubicBezTo>
                    <a:pt x="4435" y="399"/>
                    <a:pt x="4294" y="369"/>
                    <a:pt x="4294" y="399"/>
                  </a:cubicBezTo>
                  <a:cubicBezTo>
                    <a:pt x="4247" y="399"/>
                    <a:pt x="4200" y="430"/>
                    <a:pt x="4153" y="399"/>
                  </a:cubicBezTo>
                  <a:cubicBezTo>
                    <a:pt x="4106" y="399"/>
                    <a:pt x="4153" y="399"/>
                    <a:pt x="4106" y="369"/>
                  </a:cubicBezTo>
                  <a:cubicBezTo>
                    <a:pt x="4059" y="369"/>
                    <a:pt x="4012" y="339"/>
                    <a:pt x="4059" y="339"/>
                  </a:cubicBezTo>
                  <a:cubicBezTo>
                    <a:pt x="4059" y="309"/>
                    <a:pt x="4153" y="279"/>
                    <a:pt x="4106" y="279"/>
                  </a:cubicBezTo>
                  <a:cubicBezTo>
                    <a:pt x="4059" y="279"/>
                    <a:pt x="3871" y="309"/>
                    <a:pt x="3871" y="309"/>
                  </a:cubicBezTo>
                  <a:cubicBezTo>
                    <a:pt x="3824" y="309"/>
                    <a:pt x="3731" y="309"/>
                    <a:pt x="3731" y="279"/>
                  </a:cubicBezTo>
                  <a:cubicBezTo>
                    <a:pt x="3777" y="249"/>
                    <a:pt x="3824" y="249"/>
                    <a:pt x="3824" y="218"/>
                  </a:cubicBezTo>
                  <a:cubicBezTo>
                    <a:pt x="3777" y="218"/>
                    <a:pt x="3731" y="218"/>
                    <a:pt x="3684" y="249"/>
                  </a:cubicBezTo>
                  <a:cubicBezTo>
                    <a:pt x="3637" y="279"/>
                    <a:pt x="3590" y="339"/>
                    <a:pt x="3590" y="309"/>
                  </a:cubicBezTo>
                  <a:cubicBezTo>
                    <a:pt x="3590" y="279"/>
                    <a:pt x="3637" y="218"/>
                    <a:pt x="3637" y="218"/>
                  </a:cubicBezTo>
                  <a:cubicBezTo>
                    <a:pt x="3590" y="218"/>
                    <a:pt x="3590" y="188"/>
                    <a:pt x="3543" y="188"/>
                  </a:cubicBezTo>
                  <a:cubicBezTo>
                    <a:pt x="3543" y="188"/>
                    <a:pt x="3496" y="158"/>
                    <a:pt x="3449" y="158"/>
                  </a:cubicBezTo>
                  <a:cubicBezTo>
                    <a:pt x="3402" y="158"/>
                    <a:pt x="3355" y="249"/>
                    <a:pt x="3261" y="279"/>
                  </a:cubicBezTo>
                  <a:cubicBezTo>
                    <a:pt x="3167" y="309"/>
                    <a:pt x="2979" y="339"/>
                    <a:pt x="2932" y="339"/>
                  </a:cubicBezTo>
                  <a:cubicBezTo>
                    <a:pt x="2885" y="309"/>
                    <a:pt x="2838" y="309"/>
                    <a:pt x="2791" y="309"/>
                  </a:cubicBezTo>
                  <a:cubicBezTo>
                    <a:pt x="2791" y="339"/>
                    <a:pt x="2697" y="399"/>
                    <a:pt x="2651" y="399"/>
                  </a:cubicBezTo>
                  <a:cubicBezTo>
                    <a:pt x="2604" y="399"/>
                    <a:pt x="2510" y="430"/>
                    <a:pt x="2416" y="430"/>
                  </a:cubicBezTo>
                  <a:cubicBezTo>
                    <a:pt x="2275" y="430"/>
                    <a:pt x="2322" y="460"/>
                    <a:pt x="2275" y="460"/>
                  </a:cubicBezTo>
                  <a:cubicBezTo>
                    <a:pt x="2228" y="490"/>
                    <a:pt x="2181" y="550"/>
                    <a:pt x="2181" y="550"/>
                  </a:cubicBezTo>
                  <a:cubicBezTo>
                    <a:pt x="2134" y="580"/>
                    <a:pt x="1993" y="671"/>
                    <a:pt x="1946" y="701"/>
                  </a:cubicBezTo>
                  <a:cubicBezTo>
                    <a:pt x="1899" y="731"/>
                    <a:pt x="1758" y="792"/>
                    <a:pt x="1711" y="822"/>
                  </a:cubicBezTo>
                  <a:cubicBezTo>
                    <a:pt x="1711" y="822"/>
                    <a:pt x="1664" y="792"/>
                    <a:pt x="1617" y="822"/>
                  </a:cubicBezTo>
                  <a:cubicBezTo>
                    <a:pt x="1571" y="822"/>
                    <a:pt x="1477" y="822"/>
                    <a:pt x="1383" y="822"/>
                  </a:cubicBezTo>
                  <a:cubicBezTo>
                    <a:pt x="1289" y="822"/>
                    <a:pt x="1289" y="912"/>
                    <a:pt x="1242" y="912"/>
                  </a:cubicBezTo>
                  <a:cubicBezTo>
                    <a:pt x="1242" y="912"/>
                    <a:pt x="1195" y="912"/>
                    <a:pt x="1195" y="942"/>
                  </a:cubicBezTo>
                  <a:cubicBezTo>
                    <a:pt x="1195" y="942"/>
                    <a:pt x="1242" y="973"/>
                    <a:pt x="1242" y="1003"/>
                  </a:cubicBezTo>
                  <a:cubicBezTo>
                    <a:pt x="1289" y="1033"/>
                    <a:pt x="1289" y="1003"/>
                    <a:pt x="1336" y="1033"/>
                  </a:cubicBezTo>
                  <a:cubicBezTo>
                    <a:pt x="1336" y="1063"/>
                    <a:pt x="1383" y="1093"/>
                    <a:pt x="1430" y="1093"/>
                  </a:cubicBezTo>
                  <a:cubicBezTo>
                    <a:pt x="1430" y="1123"/>
                    <a:pt x="1477" y="1123"/>
                    <a:pt x="1477" y="1154"/>
                  </a:cubicBezTo>
                  <a:cubicBezTo>
                    <a:pt x="1430" y="1184"/>
                    <a:pt x="1477" y="1214"/>
                    <a:pt x="1477" y="1244"/>
                  </a:cubicBezTo>
                  <a:cubicBezTo>
                    <a:pt x="1477" y="1274"/>
                    <a:pt x="1524" y="1274"/>
                    <a:pt x="1571" y="1274"/>
                  </a:cubicBezTo>
                  <a:cubicBezTo>
                    <a:pt x="1617" y="1274"/>
                    <a:pt x="1758" y="1274"/>
                    <a:pt x="1758" y="1304"/>
                  </a:cubicBezTo>
                  <a:cubicBezTo>
                    <a:pt x="1758" y="1335"/>
                    <a:pt x="1758" y="1335"/>
                    <a:pt x="1805" y="1365"/>
                  </a:cubicBezTo>
                  <a:cubicBezTo>
                    <a:pt x="1852" y="1365"/>
                    <a:pt x="1993" y="1365"/>
                    <a:pt x="1946" y="1395"/>
                  </a:cubicBezTo>
                  <a:cubicBezTo>
                    <a:pt x="1946" y="1395"/>
                    <a:pt x="1899" y="1425"/>
                    <a:pt x="1852" y="1395"/>
                  </a:cubicBezTo>
                  <a:cubicBezTo>
                    <a:pt x="1805" y="1395"/>
                    <a:pt x="1711" y="1395"/>
                    <a:pt x="1711" y="1365"/>
                  </a:cubicBezTo>
                  <a:cubicBezTo>
                    <a:pt x="1664" y="1335"/>
                    <a:pt x="1664" y="1365"/>
                    <a:pt x="1664" y="1395"/>
                  </a:cubicBezTo>
                  <a:cubicBezTo>
                    <a:pt x="1664" y="1425"/>
                    <a:pt x="1617" y="1455"/>
                    <a:pt x="1664" y="1455"/>
                  </a:cubicBezTo>
                  <a:cubicBezTo>
                    <a:pt x="1664" y="1425"/>
                    <a:pt x="1711" y="1395"/>
                    <a:pt x="1758" y="1425"/>
                  </a:cubicBezTo>
                  <a:cubicBezTo>
                    <a:pt x="1805" y="1455"/>
                    <a:pt x="1805" y="1485"/>
                    <a:pt x="1805" y="1485"/>
                  </a:cubicBezTo>
                  <a:cubicBezTo>
                    <a:pt x="1758" y="1485"/>
                    <a:pt x="1711" y="1455"/>
                    <a:pt x="1711" y="1485"/>
                  </a:cubicBezTo>
                  <a:cubicBezTo>
                    <a:pt x="1664" y="1516"/>
                    <a:pt x="1664" y="1546"/>
                    <a:pt x="1617" y="1546"/>
                  </a:cubicBezTo>
                  <a:cubicBezTo>
                    <a:pt x="1571" y="1546"/>
                    <a:pt x="1524" y="1516"/>
                    <a:pt x="1524" y="1516"/>
                  </a:cubicBezTo>
                  <a:cubicBezTo>
                    <a:pt x="1524" y="1516"/>
                    <a:pt x="1430" y="1546"/>
                    <a:pt x="1430" y="1546"/>
                  </a:cubicBezTo>
                  <a:cubicBezTo>
                    <a:pt x="1430" y="1546"/>
                    <a:pt x="1430" y="1516"/>
                    <a:pt x="1383" y="1516"/>
                  </a:cubicBezTo>
                  <a:cubicBezTo>
                    <a:pt x="1383" y="1516"/>
                    <a:pt x="1336" y="1516"/>
                    <a:pt x="1289" y="1516"/>
                  </a:cubicBezTo>
                  <a:cubicBezTo>
                    <a:pt x="1289" y="1485"/>
                    <a:pt x="1289" y="1455"/>
                    <a:pt x="1336" y="1425"/>
                  </a:cubicBezTo>
                  <a:cubicBezTo>
                    <a:pt x="1336" y="1425"/>
                    <a:pt x="1383" y="1365"/>
                    <a:pt x="1383" y="1365"/>
                  </a:cubicBezTo>
                  <a:cubicBezTo>
                    <a:pt x="1336" y="1365"/>
                    <a:pt x="1195" y="1365"/>
                    <a:pt x="1148" y="1395"/>
                  </a:cubicBezTo>
                  <a:cubicBezTo>
                    <a:pt x="1148" y="1395"/>
                    <a:pt x="1054" y="1425"/>
                    <a:pt x="1007" y="1425"/>
                  </a:cubicBezTo>
                  <a:cubicBezTo>
                    <a:pt x="960" y="1455"/>
                    <a:pt x="913" y="1455"/>
                    <a:pt x="913" y="1485"/>
                  </a:cubicBezTo>
                  <a:cubicBezTo>
                    <a:pt x="913" y="1485"/>
                    <a:pt x="866" y="1516"/>
                    <a:pt x="866" y="1516"/>
                  </a:cubicBezTo>
                  <a:cubicBezTo>
                    <a:pt x="819" y="1485"/>
                    <a:pt x="725" y="1546"/>
                    <a:pt x="678" y="1546"/>
                  </a:cubicBezTo>
                  <a:cubicBezTo>
                    <a:pt x="631" y="1546"/>
                    <a:pt x="584" y="1546"/>
                    <a:pt x="584" y="1576"/>
                  </a:cubicBezTo>
                  <a:cubicBezTo>
                    <a:pt x="537" y="1576"/>
                    <a:pt x="537" y="1606"/>
                    <a:pt x="491" y="1606"/>
                  </a:cubicBezTo>
                  <a:cubicBezTo>
                    <a:pt x="491" y="1606"/>
                    <a:pt x="491" y="1636"/>
                    <a:pt x="537" y="1636"/>
                  </a:cubicBezTo>
                  <a:cubicBezTo>
                    <a:pt x="584" y="1666"/>
                    <a:pt x="631" y="1636"/>
                    <a:pt x="584" y="1697"/>
                  </a:cubicBezTo>
                  <a:cubicBezTo>
                    <a:pt x="584" y="1727"/>
                    <a:pt x="584" y="1757"/>
                    <a:pt x="584" y="1787"/>
                  </a:cubicBezTo>
                  <a:cubicBezTo>
                    <a:pt x="631" y="1787"/>
                    <a:pt x="537" y="1878"/>
                    <a:pt x="631" y="1878"/>
                  </a:cubicBezTo>
                  <a:cubicBezTo>
                    <a:pt x="678" y="1878"/>
                    <a:pt x="678" y="1908"/>
                    <a:pt x="819" y="1908"/>
                  </a:cubicBezTo>
                  <a:cubicBezTo>
                    <a:pt x="913" y="1878"/>
                    <a:pt x="960" y="1878"/>
                    <a:pt x="1007" y="1878"/>
                  </a:cubicBezTo>
                  <a:cubicBezTo>
                    <a:pt x="1101" y="1878"/>
                    <a:pt x="1101" y="1878"/>
                    <a:pt x="1148" y="1878"/>
                  </a:cubicBezTo>
                  <a:cubicBezTo>
                    <a:pt x="1148" y="1847"/>
                    <a:pt x="1148" y="1878"/>
                    <a:pt x="1195" y="1878"/>
                  </a:cubicBezTo>
                  <a:cubicBezTo>
                    <a:pt x="1289" y="1878"/>
                    <a:pt x="1383" y="1787"/>
                    <a:pt x="1430" y="1787"/>
                  </a:cubicBezTo>
                  <a:cubicBezTo>
                    <a:pt x="1477" y="1787"/>
                    <a:pt x="1477" y="1817"/>
                    <a:pt x="1524" y="1817"/>
                  </a:cubicBezTo>
                  <a:cubicBezTo>
                    <a:pt x="1524" y="1787"/>
                    <a:pt x="1571" y="1787"/>
                    <a:pt x="1524" y="1817"/>
                  </a:cubicBezTo>
                  <a:cubicBezTo>
                    <a:pt x="1524" y="1847"/>
                    <a:pt x="1477" y="1878"/>
                    <a:pt x="1477" y="1878"/>
                  </a:cubicBezTo>
                  <a:cubicBezTo>
                    <a:pt x="1430" y="1878"/>
                    <a:pt x="1524" y="1908"/>
                    <a:pt x="1477" y="1938"/>
                  </a:cubicBezTo>
                  <a:cubicBezTo>
                    <a:pt x="1477" y="1968"/>
                    <a:pt x="1430" y="2028"/>
                    <a:pt x="1383" y="2059"/>
                  </a:cubicBezTo>
                  <a:cubicBezTo>
                    <a:pt x="1336" y="2089"/>
                    <a:pt x="1242" y="2089"/>
                    <a:pt x="1195" y="2089"/>
                  </a:cubicBezTo>
                  <a:cubicBezTo>
                    <a:pt x="1148" y="2089"/>
                    <a:pt x="1101" y="2119"/>
                    <a:pt x="1054" y="2149"/>
                  </a:cubicBezTo>
                  <a:cubicBezTo>
                    <a:pt x="1007" y="2149"/>
                    <a:pt x="866" y="2179"/>
                    <a:pt x="866" y="2179"/>
                  </a:cubicBezTo>
                  <a:cubicBezTo>
                    <a:pt x="866" y="2149"/>
                    <a:pt x="866" y="2149"/>
                    <a:pt x="819" y="2149"/>
                  </a:cubicBezTo>
                  <a:cubicBezTo>
                    <a:pt x="772" y="2149"/>
                    <a:pt x="725" y="2119"/>
                    <a:pt x="678" y="2149"/>
                  </a:cubicBezTo>
                  <a:cubicBezTo>
                    <a:pt x="631" y="2179"/>
                    <a:pt x="584" y="2240"/>
                    <a:pt x="537" y="2270"/>
                  </a:cubicBezTo>
                  <a:cubicBezTo>
                    <a:pt x="491" y="2300"/>
                    <a:pt x="303" y="2360"/>
                    <a:pt x="303" y="2390"/>
                  </a:cubicBezTo>
                  <a:cubicBezTo>
                    <a:pt x="256" y="2421"/>
                    <a:pt x="256" y="2451"/>
                    <a:pt x="209" y="2451"/>
                  </a:cubicBezTo>
                  <a:cubicBezTo>
                    <a:pt x="162" y="2481"/>
                    <a:pt x="115" y="2511"/>
                    <a:pt x="162" y="2511"/>
                  </a:cubicBezTo>
                  <a:cubicBezTo>
                    <a:pt x="162" y="2511"/>
                    <a:pt x="256" y="2481"/>
                    <a:pt x="256" y="2511"/>
                  </a:cubicBezTo>
                  <a:cubicBezTo>
                    <a:pt x="209" y="2511"/>
                    <a:pt x="162" y="2541"/>
                    <a:pt x="162" y="2571"/>
                  </a:cubicBezTo>
                  <a:cubicBezTo>
                    <a:pt x="115" y="2571"/>
                    <a:pt x="209" y="2602"/>
                    <a:pt x="256" y="2602"/>
                  </a:cubicBezTo>
                  <a:cubicBezTo>
                    <a:pt x="303" y="2632"/>
                    <a:pt x="303" y="2632"/>
                    <a:pt x="397" y="2662"/>
                  </a:cubicBezTo>
                  <a:cubicBezTo>
                    <a:pt x="444" y="2662"/>
                    <a:pt x="491" y="2662"/>
                    <a:pt x="444" y="2662"/>
                  </a:cubicBezTo>
                  <a:cubicBezTo>
                    <a:pt x="444" y="2692"/>
                    <a:pt x="350" y="2692"/>
                    <a:pt x="350" y="2722"/>
                  </a:cubicBezTo>
                  <a:cubicBezTo>
                    <a:pt x="303" y="2783"/>
                    <a:pt x="256" y="2813"/>
                    <a:pt x="303" y="2813"/>
                  </a:cubicBezTo>
                  <a:cubicBezTo>
                    <a:pt x="350" y="2813"/>
                    <a:pt x="303" y="2813"/>
                    <a:pt x="350" y="2843"/>
                  </a:cubicBezTo>
                  <a:cubicBezTo>
                    <a:pt x="350" y="2873"/>
                    <a:pt x="444" y="2843"/>
                    <a:pt x="491" y="2843"/>
                  </a:cubicBezTo>
                  <a:cubicBezTo>
                    <a:pt x="537" y="2843"/>
                    <a:pt x="631" y="2843"/>
                    <a:pt x="584" y="2813"/>
                  </a:cubicBezTo>
                  <a:cubicBezTo>
                    <a:pt x="584" y="2783"/>
                    <a:pt x="631" y="2722"/>
                    <a:pt x="678" y="2722"/>
                  </a:cubicBezTo>
                  <a:cubicBezTo>
                    <a:pt x="678" y="2722"/>
                    <a:pt x="678" y="2813"/>
                    <a:pt x="678" y="2843"/>
                  </a:cubicBezTo>
                  <a:cubicBezTo>
                    <a:pt x="678" y="2843"/>
                    <a:pt x="631" y="2873"/>
                    <a:pt x="584" y="2903"/>
                  </a:cubicBezTo>
                  <a:cubicBezTo>
                    <a:pt x="537" y="2933"/>
                    <a:pt x="537" y="2933"/>
                    <a:pt x="584" y="2964"/>
                  </a:cubicBezTo>
                  <a:cubicBezTo>
                    <a:pt x="584" y="2994"/>
                    <a:pt x="584" y="2994"/>
                    <a:pt x="584" y="3024"/>
                  </a:cubicBezTo>
                  <a:cubicBezTo>
                    <a:pt x="537" y="3024"/>
                    <a:pt x="537" y="3054"/>
                    <a:pt x="491" y="3054"/>
                  </a:cubicBezTo>
                  <a:cubicBezTo>
                    <a:pt x="444" y="3054"/>
                    <a:pt x="350" y="3084"/>
                    <a:pt x="444" y="3084"/>
                  </a:cubicBezTo>
                  <a:cubicBezTo>
                    <a:pt x="491" y="3084"/>
                    <a:pt x="537" y="3114"/>
                    <a:pt x="584" y="3084"/>
                  </a:cubicBezTo>
                  <a:cubicBezTo>
                    <a:pt x="631" y="3084"/>
                    <a:pt x="772" y="3024"/>
                    <a:pt x="819" y="3024"/>
                  </a:cubicBezTo>
                  <a:cubicBezTo>
                    <a:pt x="913" y="3024"/>
                    <a:pt x="913" y="3054"/>
                    <a:pt x="960" y="3054"/>
                  </a:cubicBezTo>
                  <a:cubicBezTo>
                    <a:pt x="1007" y="3054"/>
                    <a:pt x="1007" y="3024"/>
                    <a:pt x="1007" y="3054"/>
                  </a:cubicBezTo>
                  <a:cubicBezTo>
                    <a:pt x="1054" y="3054"/>
                    <a:pt x="1054" y="3114"/>
                    <a:pt x="1101" y="3084"/>
                  </a:cubicBezTo>
                  <a:cubicBezTo>
                    <a:pt x="1148" y="3084"/>
                    <a:pt x="1101" y="3054"/>
                    <a:pt x="1101" y="3054"/>
                  </a:cubicBezTo>
                  <a:cubicBezTo>
                    <a:pt x="1148" y="3024"/>
                    <a:pt x="1195" y="2964"/>
                    <a:pt x="1242" y="2994"/>
                  </a:cubicBezTo>
                  <a:cubicBezTo>
                    <a:pt x="1242" y="2994"/>
                    <a:pt x="1195" y="3054"/>
                    <a:pt x="1242" y="3054"/>
                  </a:cubicBezTo>
                  <a:cubicBezTo>
                    <a:pt x="1289" y="3054"/>
                    <a:pt x="1430" y="3024"/>
                    <a:pt x="1477" y="2994"/>
                  </a:cubicBezTo>
                  <a:cubicBezTo>
                    <a:pt x="1477" y="2994"/>
                    <a:pt x="1524" y="2964"/>
                    <a:pt x="1524" y="2994"/>
                  </a:cubicBezTo>
                  <a:cubicBezTo>
                    <a:pt x="1477" y="3024"/>
                    <a:pt x="1430" y="3054"/>
                    <a:pt x="1383" y="3084"/>
                  </a:cubicBezTo>
                  <a:cubicBezTo>
                    <a:pt x="1336" y="3114"/>
                    <a:pt x="1242" y="3145"/>
                    <a:pt x="1242" y="3175"/>
                  </a:cubicBezTo>
                  <a:cubicBezTo>
                    <a:pt x="1195" y="3205"/>
                    <a:pt x="1148" y="3235"/>
                    <a:pt x="1101" y="3295"/>
                  </a:cubicBezTo>
                  <a:cubicBezTo>
                    <a:pt x="1007" y="3356"/>
                    <a:pt x="960" y="3416"/>
                    <a:pt x="913" y="3416"/>
                  </a:cubicBezTo>
                  <a:cubicBezTo>
                    <a:pt x="866" y="3416"/>
                    <a:pt x="725" y="3416"/>
                    <a:pt x="678" y="3446"/>
                  </a:cubicBezTo>
                  <a:cubicBezTo>
                    <a:pt x="631" y="3476"/>
                    <a:pt x="537" y="3567"/>
                    <a:pt x="491" y="3567"/>
                  </a:cubicBezTo>
                  <a:cubicBezTo>
                    <a:pt x="444" y="3567"/>
                    <a:pt x="491" y="3537"/>
                    <a:pt x="397" y="3567"/>
                  </a:cubicBezTo>
                  <a:cubicBezTo>
                    <a:pt x="350" y="3567"/>
                    <a:pt x="256" y="3567"/>
                    <a:pt x="162" y="3597"/>
                  </a:cubicBezTo>
                  <a:cubicBezTo>
                    <a:pt x="68" y="3627"/>
                    <a:pt x="68" y="3657"/>
                    <a:pt x="21" y="3657"/>
                  </a:cubicBezTo>
                  <a:cubicBezTo>
                    <a:pt x="21" y="3688"/>
                    <a:pt x="-26" y="3688"/>
                    <a:pt x="21" y="3718"/>
                  </a:cubicBezTo>
                  <a:cubicBezTo>
                    <a:pt x="115" y="3718"/>
                    <a:pt x="115" y="3718"/>
                    <a:pt x="162" y="3688"/>
                  </a:cubicBezTo>
                  <a:cubicBezTo>
                    <a:pt x="162" y="3657"/>
                    <a:pt x="256" y="3627"/>
                    <a:pt x="256" y="3627"/>
                  </a:cubicBezTo>
                  <a:cubicBezTo>
                    <a:pt x="256" y="3657"/>
                    <a:pt x="209" y="3688"/>
                    <a:pt x="256" y="3657"/>
                  </a:cubicBezTo>
                  <a:cubicBezTo>
                    <a:pt x="350" y="3657"/>
                    <a:pt x="444" y="3627"/>
                    <a:pt x="537" y="3597"/>
                  </a:cubicBezTo>
                  <a:cubicBezTo>
                    <a:pt x="584" y="3597"/>
                    <a:pt x="584" y="3567"/>
                    <a:pt x="678" y="3567"/>
                  </a:cubicBezTo>
                  <a:cubicBezTo>
                    <a:pt x="772" y="3567"/>
                    <a:pt x="819" y="3537"/>
                    <a:pt x="866" y="3507"/>
                  </a:cubicBezTo>
                  <a:cubicBezTo>
                    <a:pt x="960" y="3476"/>
                    <a:pt x="1336" y="3386"/>
                    <a:pt x="1383" y="3386"/>
                  </a:cubicBezTo>
                  <a:cubicBezTo>
                    <a:pt x="1430" y="3356"/>
                    <a:pt x="1383" y="3356"/>
                    <a:pt x="1477" y="3326"/>
                  </a:cubicBezTo>
                  <a:cubicBezTo>
                    <a:pt x="1571" y="3295"/>
                    <a:pt x="1617" y="3235"/>
                    <a:pt x="1711" y="3205"/>
                  </a:cubicBezTo>
                  <a:cubicBezTo>
                    <a:pt x="1805" y="3175"/>
                    <a:pt x="1852" y="3205"/>
                    <a:pt x="1899" y="3175"/>
                  </a:cubicBezTo>
                  <a:cubicBezTo>
                    <a:pt x="1946" y="3175"/>
                    <a:pt x="1899" y="3145"/>
                    <a:pt x="1946" y="3145"/>
                  </a:cubicBezTo>
                  <a:cubicBezTo>
                    <a:pt x="1993" y="3114"/>
                    <a:pt x="2134" y="3024"/>
                    <a:pt x="2134" y="3024"/>
                  </a:cubicBezTo>
                  <a:cubicBezTo>
                    <a:pt x="2181" y="2994"/>
                    <a:pt x="2181" y="2994"/>
                    <a:pt x="2134" y="2994"/>
                  </a:cubicBezTo>
                  <a:cubicBezTo>
                    <a:pt x="2087" y="2964"/>
                    <a:pt x="1993" y="2964"/>
                    <a:pt x="2087" y="2933"/>
                  </a:cubicBezTo>
                  <a:cubicBezTo>
                    <a:pt x="2181" y="2903"/>
                    <a:pt x="2228" y="2843"/>
                    <a:pt x="2275" y="2843"/>
                  </a:cubicBezTo>
                  <a:cubicBezTo>
                    <a:pt x="2369" y="2843"/>
                    <a:pt x="2369" y="2783"/>
                    <a:pt x="2416" y="2752"/>
                  </a:cubicBezTo>
                  <a:cubicBezTo>
                    <a:pt x="2416" y="2722"/>
                    <a:pt x="2510" y="2662"/>
                    <a:pt x="2604" y="2632"/>
                  </a:cubicBezTo>
                  <a:cubicBezTo>
                    <a:pt x="2651" y="2632"/>
                    <a:pt x="2744" y="2602"/>
                    <a:pt x="2791" y="2602"/>
                  </a:cubicBezTo>
                  <a:cubicBezTo>
                    <a:pt x="2791" y="2571"/>
                    <a:pt x="2885" y="2511"/>
                    <a:pt x="2932" y="2541"/>
                  </a:cubicBezTo>
                  <a:cubicBezTo>
                    <a:pt x="2932" y="2541"/>
                    <a:pt x="2932" y="2541"/>
                    <a:pt x="2979" y="2541"/>
                  </a:cubicBezTo>
                  <a:cubicBezTo>
                    <a:pt x="3026" y="2541"/>
                    <a:pt x="3120" y="2481"/>
                    <a:pt x="3120" y="2511"/>
                  </a:cubicBezTo>
                  <a:cubicBezTo>
                    <a:pt x="3073" y="2541"/>
                    <a:pt x="3026" y="2571"/>
                    <a:pt x="3026" y="2571"/>
                  </a:cubicBezTo>
                  <a:cubicBezTo>
                    <a:pt x="3026" y="2602"/>
                    <a:pt x="3120" y="2632"/>
                    <a:pt x="3073" y="2632"/>
                  </a:cubicBezTo>
                  <a:cubicBezTo>
                    <a:pt x="3026" y="2632"/>
                    <a:pt x="2932" y="2632"/>
                    <a:pt x="2932" y="2632"/>
                  </a:cubicBezTo>
                  <a:cubicBezTo>
                    <a:pt x="2885" y="2632"/>
                    <a:pt x="2932" y="2602"/>
                    <a:pt x="2838" y="2602"/>
                  </a:cubicBezTo>
                  <a:cubicBezTo>
                    <a:pt x="2791" y="2632"/>
                    <a:pt x="2744" y="2632"/>
                    <a:pt x="2744" y="2662"/>
                  </a:cubicBezTo>
                  <a:cubicBezTo>
                    <a:pt x="2697" y="2662"/>
                    <a:pt x="2604" y="2783"/>
                    <a:pt x="2557" y="2813"/>
                  </a:cubicBezTo>
                  <a:cubicBezTo>
                    <a:pt x="2510" y="2843"/>
                    <a:pt x="2510" y="2873"/>
                    <a:pt x="2557" y="2843"/>
                  </a:cubicBezTo>
                  <a:cubicBezTo>
                    <a:pt x="2604" y="2843"/>
                    <a:pt x="2651" y="2843"/>
                    <a:pt x="2651" y="2843"/>
                  </a:cubicBezTo>
                  <a:cubicBezTo>
                    <a:pt x="2604" y="2843"/>
                    <a:pt x="2510" y="2903"/>
                    <a:pt x="2510" y="2903"/>
                  </a:cubicBezTo>
                  <a:cubicBezTo>
                    <a:pt x="2463" y="2933"/>
                    <a:pt x="2604" y="2933"/>
                    <a:pt x="2651" y="2903"/>
                  </a:cubicBezTo>
                  <a:cubicBezTo>
                    <a:pt x="2697" y="2873"/>
                    <a:pt x="2697" y="2903"/>
                    <a:pt x="2791" y="2873"/>
                  </a:cubicBezTo>
                  <a:cubicBezTo>
                    <a:pt x="2838" y="2843"/>
                    <a:pt x="2932" y="2813"/>
                    <a:pt x="2979" y="2813"/>
                  </a:cubicBezTo>
                  <a:cubicBezTo>
                    <a:pt x="3073" y="2813"/>
                    <a:pt x="3167" y="2813"/>
                    <a:pt x="3214" y="2783"/>
                  </a:cubicBezTo>
                  <a:cubicBezTo>
                    <a:pt x="3308" y="2752"/>
                    <a:pt x="3402" y="2752"/>
                    <a:pt x="3402" y="2722"/>
                  </a:cubicBezTo>
                  <a:cubicBezTo>
                    <a:pt x="3402" y="2722"/>
                    <a:pt x="3308" y="2692"/>
                    <a:pt x="3261" y="2662"/>
                  </a:cubicBezTo>
                  <a:cubicBezTo>
                    <a:pt x="3261" y="2662"/>
                    <a:pt x="3308" y="2602"/>
                    <a:pt x="3308" y="2602"/>
                  </a:cubicBezTo>
                  <a:cubicBezTo>
                    <a:pt x="3355" y="2602"/>
                    <a:pt x="3355" y="2602"/>
                    <a:pt x="3402" y="2602"/>
                  </a:cubicBezTo>
                  <a:cubicBezTo>
                    <a:pt x="3449" y="2602"/>
                    <a:pt x="3449" y="2632"/>
                    <a:pt x="3496" y="2632"/>
                  </a:cubicBezTo>
                  <a:cubicBezTo>
                    <a:pt x="3543" y="2602"/>
                    <a:pt x="3590" y="2602"/>
                    <a:pt x="3590" y="2632"/>
                  </a:cubicBezTo>
                  <a:cubicBezTo>
                    <a:pt x="3590" y="2632"/>
                    <a:pt x="3543" y="2662"/>
                    <a:pt x="3590" y="2662"/>
                  </a:cubicBezTo>
                  <a:cubicBezTo>
                    <a:pt x="3637" y="2662"/>
                    <a:pt x="3637" y="2662"/>
                    <a:pt x="3684" y="2662"/>
                  </a:cubicBezTo>
                  <a:cubicBezTo>
                    <a:pt x="3684" y="2692"/>
                    <a:pt x="3731" y="2722"/>
                    <a:pt x="3777" y="2722"/>
                  </a:cubicBezTo>
                  <a:cubicBezTo>
                    <a:pt x="3824" y="2722"/>
                    <a:pt x="3871" y="2722"/>
                    <a:pt x="3918" y="2722"/>
                  </a:cubicBezTo>
                  <a:cubicBezTo>
                    <a:pt x="3918" y="2752"/>
                    <a:pt x="3918" y="2783"/>
                    <a:pt x="3965" y="2783"/>
                  </a:cubicBezTo>
                  <a:cubicBezTo>
                    <a:pt x="4012" y="2783"/>
                    <a:pt x="4106" y="2783"/>
                    <a:pt x="4247" y="2783"/>
                  </a:cubicBezTo>
                  <a:cubicBezTo>
                    <a:pt x="4341" y="2783"/>
                    <a:pt x="4482" y="2843"/>
                    <a:pt x="4529" y="2843"/>
                  </a:cubicBezTo>
                  <a:cubicBezTo>
                    <a:pt x="4576" y="2843"/>
                    <a:pt x="4764" y="2783"/>
                    <a:pt x="4764" y="2783"/>
                  </a:cubicBezTo>
                  <a:cubicBezTo>
                    <a:pt x="4764" y="2813"/>
                    <a:pt x="4670" y="2843"/>
                    <a:pt x="4717" y="2873"/>
                  </a:cubicBezTo>
                  <a:cubicBezTo>
                    <a:pt x="4717" y="2903"/>
                    <a:pt x="4764" y="2964"/>
                    <a:pt x="4857" y="2964"/>
                  </a:cubicBezTo>
                  <a:cubicBezTo>
                    <a:pt x="4904" y="2964"/>
                    <a:pt x="4951" y="2964"/>
                    <a:pt x="4951" y="2994"/>
                  </a:cubicBezTo>
                  <a:cubicBezTo>
                    <a:pt x="4951" y="3024"/>
                    <a:pt x="4904" y="3084"/>
                    <a:pt x="4951" y="3084"/>
                  </a:cubicBezTo>
                  <a:cubicBezTo>
                    <a:pt x="4998" y="3084"/>
                    <a:pt x="5045" y="3084"/>
                    <a:pt x="5045" y="3114"/>
                  </a:cubicBezTo>
                  <a:cubicBezTo>
                    <a:pt x="5092" y="3114"/>
                    <a:pt x="5092" y="3145"/>
                    <a:pt x="5139" y="3114"/>
                  </a:cubicBezTo>
                  <a:cubicBezTo>
                    <a:pt x="5186" y="3114"/>
                    <a:pt x="5233" y="3084"/>
                    <a:pt x="5186" y="3054"/>
                  </a:cubicBezTo>
                  <a:cubicBezTo>
                    <a:pt x="5186" y="3054"/>
                    <a:pt x="5186" y="2994"/>
                    <a:pt x="5186" y="2994"/>
                  </a:cubicBezTo>
                  <a:cubicBezTo>
                    <a:pt x="5233" y="2994"/>
                    <a:pt x="5280" y="3024"/>
                    <a:pt x="5280" y="3054"/>
                  </a:cubicBezTo>
                  <a:cubicBezTo>
                    <a:pt x="5280" y="3114"/>
                    <a:pt x="5327" y="3145"/>
                    <a:pt x="5327" y="3145"/>
                  </a:cubicBezTo>
                  <a:cubicBezTo>
                    <a:pt x="5327" y="3145"/>
                    <a:pt x="5374" y="3024"/>
                    <a:pt x="5374" y="3024"/>
                  </a:cubicBezTo>
                  <a:cubicBezTo>
                    <a:pt x="5374" y="2994"/>
                    <a:pt x="5374" y="2903"/>
                    <a:pt x="5421" y="2903"/>
                  </a:cubicBezTo>
                  <a:cubicBezTo>
                    <a:pt x="5468" y="2903"/>
                    <a:pt x="5468" y="2964"/>
                    <a:pt x="5468" y="2994"/>
                  </a:cubicBezTo>
                  <a:cubicBezTo>
                    <a:pt x="5468" y="3024"/>
                    <a:pt x="5421" y="3114"/>
                    <a:pt x="5421" y="3114"/>
                  </a:cubicBezTo>
                  <a:cubicBezTo>
                    <a:pt x="5468" y="3145"/>
                    <a:pt x="5515" y="3145"/>
                    <a:pt x="5562" y="3145"/>
                  </a:cubicBezTo>
                  <a:cubicBezTo>
                    <a:pt x="5609" y="3145"/>
                    <a:pt x="5609" y="3175"/>
                    <a:pt x="5656" y="3205"/>
                  </a:cubicBezTo>
                  <a:cubicBezTo>
                    <a:pt x="5703" y="3235"/>
                    <a:pt x="5703" y="3265"/>
                    <a:pt x="5656" y="3295"/>
                  </a:cubicBezTo>
                  <a:cubicBezTo>
                    <a:pt x="5656" y="3326"/>
                    <a:pt x="5750" y="3326"/>
                    <a:pt x="5750" y="3356"/>
                  </a:cubicBezTo>
                  <a:cubicBezTo>
                    <a:pt x="5750" y="3386"/>
                    <a:pt x="5703" y="3416"/>
                    <a:pt x="5750" y="3446"/>
                  </a:cubicBezTo>
                  <a:cubicBezTo>
                    <a:pt x="5750" y="3476"/>
                    <a:pt x="5844" y="3476"/>
                    <a:pt x="5844" y="3507"/>
                  </a:cubicBezTo>
                  <a:cubicBezTo>
                    <a:pt x="5797" y="3537"/>
                    <a:pt x="5750" y="3567"/>
                    <a:pt x="5797" y="3567"/>
                  </a:cubicBezTo>
                  <a:cubicBezTo>
                    <a:pt x="5891" y="3537"/>
                    <a:pt x="5937" y="3537"/>
                    <a:pt x="5937" y="3537"/>
                  </a:cubicBezTo>
                  <a:cubicBezTo>
                    <a:pt x="5984" y="3537"/>
                    <a:pt x="5984" y="3597"/>
                    <a:pt x="5937" y="3627"/>
                  </a:cubicBezTo>
                  <a:cubicBezTo>
                    <a:pt x="5937" y="3657"/>
                    <a:pt x="5984" y="3688"/>
                    <a:pt x="5937" y="3688"/>
                  </a:cubicBezTo>
                  <a:cubicBezTo>
                    <a:pt x="5891" y="3718"/>
                    <a:pt x="5891" y="3748"/>
                    <a:pt x="5937" y="3748"/>
                  </a:cubicBezTo>
                  <a:cubicBezTo>
                    <a:pt x="5937" y="3748"/>
                    <a:pt x="6031" y="3688"/>
                    <a:pt x="6031" y="3718"/>
                  </a:cubicBezTo>
                  <a:cubicBezTo>
                    <a:pt x="6031" y="3718"/>
                    <a:pt x="6031" y="3718"/>
                    <a:pt x="6031" y="3718"/>
                  </a:cubicBezTo>
                  <a:cubicBezTo>
                    <a:pt x="5984" y="3748"/>
                    <a:pt x="5984" y="3748"/>
                    <a:pt x="5937" y="3778"/>
                  </a:cubicBezTo>
                  <a:cubicBezTo>
                    <a:pt x="5937" y="3778"/>
                    <a:pt x="5937" y="3778"/>
                    <a:pt x="5937" y="3778"/>
                  </a:cubicBezTo>
                  <a:cubicBezTo>
                    <a:pt x="5937" y="3778"/>
                    <a:pt x="5937" y="3808"/>
                    <a:pt x="5891" y="3808"/>
                  </a:cubicBezTo>
                  <a:cubicBezTo>
                    <a:pt x="5891" y="3838"/>
                    <a:pt x="5937" y="3869"/>
                    <a:pt x="5937" y="3899"/>
                  </a:cubicBezTo>
                  <a:cubicBezTo>
                    <a:pt x="5937" y="3899"/>
                    <a:pt x="5984" y="3929"/>
                    <a:pt x="5891" y="3929"/>
                  </a:cubicBezTo>
                  <a:cubicBezTo>
                    <a:pt x="5844" y="3929"/>
                    <a:pt x="5844" y="3959"/>
                    <a:pt x="5891" y="3989"/>
                  </a:cubicBezTo>
                  <a:cubicBezTo>
                    <a:pt x="5937" y="3989"/>
                    <a:pt x="5984" y="3989"/>
                    <a:pt x="6031" y="3989"/>
                  </a:cubicBezTo>
                  <a:cubicBezTo>
                    <a:pt x="6031" y="3959"/>
                    <a:pt x="6078" y="3899"/>
                    <a:pt x="6125" y="3929"/>
                  </a:cubicBezTo>
                  <a:cubicBezTo>
                    <a:pt x="6172" y="3929"/>
                    <a:pt x="6172" y="3989"/>
                    <a:pt x="6125" y="3989"/>
                  </a:cubicBezTo>
                  <a:cubicBezTo>
                    <a:pt x="6125" y="3989"/>
                    <a:pt x="6078" y="3989"/>
                    <a:pt x="6078" y="4019"/>
                  </a:cubicBezTo>
                  <a:cubicBezTo>
                    <a:pt x="6031" y="4019"/>
                    <a:pt x="6078" y="4050"/>
                    <a:pt x="6125" y="4080"/>
                  </a:cubicBezTo>
                  <a:cubicBezTo>
                    <a:pt x="6125" y="4080"/>
                    <a:pt x="6125" y="4170"/>
                    <a:pt x="6172" y="4170"/>
                  </a:cubicBezTo>
                  <a:cubicBezTo>
                    <a:pt x="6219" y="4140"/>
                    <a:pt x="6360" y="4110"/>
                    <a:pt x="6360" y="4110"/>
                  </a:cubicBezTo>
                  <a:cubicBezTo>
                    <a:pt x="6360" y="4140"/>
                    <a:pt x="6266" y="4200"/>
                    <a:pt x="6219" y="4231"/>
                  </a:cubicBezTo>
                  <a:cubicBezTo>
                    <a:pt x="6172" y="4231"/>
                    <a:pt x="6078" y="4321"/>
                    <a:pt x="6078" y="4321"/>
                  </a:cubicBezTo>
                  <a:cubicBezTo>
                    <a:pt x="6078" y="4351"/>
                    <a:pt x="6031" y="4351"/>
                    <a:pt x="6078" y="4381"/>
                  </a:cubicBezTo>
                  <a:cubicBezTo>
                    <a:pt x="6078" y="4412"/>
                    <a:pt x="6125" y="4412"/>
                    <a:pt x="6172" y="4412"/>
                  </a:cubicBezTo>
                  <a:cubicBezTo>
                    <a:pt x="6219" y="4412"/>
                    <a:pt x="6219" y="4412"/>
                    <a:pt x="6219" y="4442"/>
                  </a:cubicBezTo>
                  <a:cubicBezTo>
                    <a:pt x="6172" y="4442"/>
                    <a:pt x="6172" y="4472"/>
                    <a:pt x="6266" y="4472"/>
                  </a:cubicBezTo>
                  <a:cubicBezTo>
                    <a:pt x="6360" y="4472"/>
                    <a:pt x="6454" y="4472"/>
                    <a:pt x="6454" y="4472"/>
                  </a:cubicBezTo>
                  <a:cubicBezTo>
                    <a:pt x="6454" y="4472"/>
                    <a:pt x="6454" y="4472"/>
                    <a:pt x="6454" y="4502"/>
                  </a:cubicBezTo>
                  <a:cubicBezTo>
                    <a:pt x="6454" y="4502"/>
                    <a:pt x="6454" y="4502"/>
                    <a:pt x="6454" y="4502"/>
                  </a:cubicBezTo>
                  <a:cubicBezTo>
                    <a:pt x="6454" y="4502"/>
                    <a:pt x="6454" y="4502"/>
                    <a:pt x="6454" y="4502"/>
                  </a:cubicBezTo>
                  <a:cubicBezTo>
                    <a:pt x="6454" y="4502"/>
                    <a:pt x="6454" y="4502"/>
                    <a:pt x="6501" y="4502"/>
                  </a:cubicBezTo>
                  <a:cubicBezTo>
                    <a:pt x="6548" y="4502"/>
                    <a:pt x="6595" y="4442"/>
                    <a:pt x="6548" y="4472"/>
                  </a:cubicBezTo>
                  <a:cubicBezTo>
                    <a:pt x="6548" y="4502"/>
                    <a:pt x="6454" y="4532"/>
                    <a:pt x="6501" y="4562"/>
                  </a:cubicBezTo>
                  <a:cubicBezTo>
                    <a:pt x="6548" y="4593"/>
                    <a:pt x="6548" y="4562"/>
                    <a:pt x="6548" y="4593"/>
                  </a:cubicBezTo>
                  <a:cubicBezTo>
                    <a:pt x="6548" y="4623"/>
                    <a:pt x="6548" y="4653"/>
                    <a:pt x="6595" y="4653"/>
                  </a:cubicBezTo>
                  <a:cubicBezTo>
                    <a:pt x="6689" y="4623"/>
                    <a:pt x="6642" y="4653"/>
                    <a:pt x="6689" y="4683"/>
                  </a:cubicBezTo>
                  <a:cubicBezTo>
                    <a:pt x="6689" y="4683"/>
                    <a:pt x="6736" y="4683"/>
                    <a:pt x="6736" y="4683"/>
                  </a:cubicBezTo>
                  <a:cubicBezTo>
                    <a:pt x="6736" y="4713"/>
                    <a:pt x="6736" y="4713"/>
                    <a:pt x="6736" y="4713"/>
                  </a:cubicBezTo>
                  <a:cubicBezTo>
                    <a:pt x="6736" y="4713"/>
                    <a:pt x="6736" y="4713"/>
                    <a:pt x="6736" y="4713"/>
                  </a:cubicBezTo>
                  <a:cubicBezTo>
                    <a:pt x="6736" y="4713"/>
                    <a:pt x="6736" y="4713"/>
                    <a:pt x="6736" y="4713"/>
                  </a:cubicBezTo>
                  <a:cubicBezTo>
                    <a:pt x="6736" y="4713"/>
                    <a:pt x="6736" y="4713"/>
                    <a:pt x="6736" y="4743"/>
                  </a:cubicBezTo>
                  <a:cubicBezTo>
                    <a:pt x="6736" y="4743"/>
                    <a:pt x="6736" y="4743"/>
                    <a:pt x="6736" y="4743"/>
                  </a:cubicBezTo>
                  <a:cubicBezTo>
                    <a:pt x="6736" y="4774"/>
                    <a:pt x="6736" y="4834"/>
                    <a:pt x="6736" y="4864"/>
                  </a:cubicBezTo>
                  <a:cubicBezTo>
                    <a:pt x="6736" y="4864"/>
                    <a:pt x="6689" y="4924"/>
                    <a:pt x="6689" y="4924"/>
                  </a:cubicBezTo>
                  <a:cubicBezTo>
                    <a:pt x="6689" y="4894"/>
                    <a:pt x="6642" y="4864"/>
                    <a:pt x="6595" y="4864"/>
                  </a:cubicBezTo>
                  <a:cubicBezTo>
                    <a:pt x="6548" y="4864"/>
                    <a:pt x="6407" y="4864"/>
                    <a:pt x="6360" y="4864"/>
                  </a:cubicBezTo>
                  <a:cubicBezTo>
                    <a:pt x="6313" y="4834"/>
                    <a:pt x="6313" y="4864"/>
                    <a:pt x="6313" y="4894"/>
                  </a:cubicBezTo>
                  <a:cubicBezTo>
                    <a:pt x="6313" y="4924"/>
                    <a:pt x="6360" y="5075"/>
                    <a:pt x="6266" y="5136"/>
                  </a:cubicBezTo>
                  <a:cubicBezTo>
                    <a:pt x="6219" y="5226"/>
                    <a:pt x="6172" y="5377"/>
                    <a:pt x="6125" y="5407"/>
                  </a:cubicBezTo>
                  <a:cubicBezTo>
                    <a:pt x="6078" y="5437"/>
                    <a:pt x="5984" y="5618"/>
                    <a:pt x="5937" y="5649"/>
                  </a:cubicBezTo>
                  <a:cubicBezTo>
                    <a:pt x="5891" y="5679"/>
                    <a:pt x="5891" y="5739"/>
                    <a:pt x="5891" y="5769"/>
                  </a:cubicBezTo>
                  <a:cubicBezTo>
                    <a:pt x="5891" y="5799"/>
                    <a:pt x="5891" y="5799"/>
                    <a:pt x="5844" y="5860"/>
                  </a:cubicBezTo>
                  <a:cubicBezTo>
                    <a:pt x="5797" y="5920"/>
                    <a:pt x="5750" y="6041"/>
                    <a:pt x="5750" y="6101"/>
                  </a:cubicBezTo>
                  <a:cubicBezTo>
                    <a:pt x="5750" y="6131"/>
                    <a:pt x="5844" y="6192"/>
                    <a:pt x="5797" y="6222"/>
                  </a:cubicBezTo>
                  <a:cubicBezTo>
                    <a:pt x="5750" y="6282"/>
                    <a:pt x="5750" y="6312"/>
                    <a:pt x="5797" y="6342"/>
                  </a:cubicBezTo>
                  <a:cubicBezTo>
                    <a:pt x="5797" y="6373"/>
                    <a:pt x="5844" y="6433"/>
                    <a:pt x="5844" y="6493"/>
                  </a:cubicBezTo>
                  <a:cubicBezTo>
                    <a:pt x="5891" y="6523"/>
                    <a:pt x="5844" y="6584"/>
                    <a:pt x="5891" y="6614"/>
                  </a:cubicBezTo>
                  <a:cubicBezTo>
                    <a:pt x="5937" y="6644"/>
                    <a:pt x="5937" y="6735"/>
                    <a:pt x="5937" y="6795"/>
                  </a:cubicBezTo>
                  <a:cubicBezTo>
                    <a:pt x="5984" y="6855"/>
                    <a:pt x="6031" y="6855"/>
                    <a:pt x="6031" y="6916"/>
                  </a:cubicBezTo>
                  <a:cubicBezTo>
                    <a:pt x="6031" y="6946"/>
                    <a:pt x="6172" y="6916"/>
                    <a:pt x="6219" y="6946"/>
                  </a:cubicBezTo>
                  <a:cubicBezTo>
                    <a:pt x="6313" y="6976"/>
                    <a:pt x="6360" y="6976"/>
                    <a:pt x="6407" y="6976"/>
                  </a:cubicBezTo>
                  <a:cubicBezTo>
                    <a:pt x="6501" y="7006"/>
                    <a:pt x="6454" y="7036"/>
                    <a:pt x="6501" y="7066"/>
                  </a:cubicBezTo>
                  <a:cubicBezTo>
                    <a:pt x="6501" y="7066"/>
                    <a:pt x="6501" y="7066"/>
                    <a:pt x="6501" y="7066"/>
                  </a:cubicBezTo>
                  <a:cubicBezTo>
                    <a:pt x="6501" y="7066"/>
                    <a:pt x="6501" y="7066"/>
                    <a:pt x="6501" y="7066"/>
                  </a:cubicBezTo>
                  <a:cubicBezTo>
                    <a:pt x="6501" y="7097"/>
                    <a:pt x="6501" y="7097"/>
                    <a:pt x="6501" y="7097"/>
                  </a:cubicBezTo>
                  <a:cubicBezTo>
                    <a:pt x="6501" y="7097"/>
                    <a:pt x="6501" y="7097"/>
                    <a:pt x="6501" y="7097"/>
                  </a:cubicBezTo>
                  <a:cubicBezTo>
                    <a:pt x="6501" y="7127"/>
                    <a:pt x="6501" y="7127"/>
                    <a:pt x="6501" y="7127"/>
                  </a:cubicBezTo>
                  <a:cubicBezTo>
                    <a:pt x="6501" y="7157"/>
                    <a:pt x="6548" y="7157"/>
                    <a:pt x="6548" y="7157"/>
                  </a:cubicBezTo>
                  <a:cubicBezTo>
                    <a:pt x="6548" y="7157"/>
                    <a:pt x="6548" y="7157"/>
                    <a:pt x="6548" y="7187"/>
                  </a:cubicBezTo>
                  <a:cubicBezTo>
                    <a:pt x="6548" y="7187"/>
                    <a:pt x="6548" y="7187"/>
                    <a:pt x="6548" y="7187"/>
                  </a:cubicBezTo>
                  <a:cubicBezTo>
                    <a:pt x="6548" y="7217"/>
                    <a:pt x="6548" y="7217"/>
                    <a:pt x="6548" y="7217"/>
                  </a:cubicBezTo>
                  <a:cubicBezTo>
                    <a:pt x="6548" y="7217"/>
                    <a:pt x="6548" y="7247"/>
                    <a:pt x="6548" y="7247"/>
                  </a:cubicBezTo>
                  <a:cubicBezTo>
                    <a:pt x="6548" y="7247"/>
                    <a:pt x="6548" y="7247"/>
                    <a:pt x="6548" y="7278"/>
                  </a:cubicBezTo>
                  <a:cubicBezTo>
                    <a:pt x="6548" y="7278"/>
                    <a:pt x="6548" y="7278"/>
                    <a:pt x="6548" y="7278"/>
                  </a:cubicBezTo>
                  <a:cubicBezTo>
                    <a:pt x="6548" y="7278"/>
                    <a:pt x="6548" y="7308"/>
                    <a:pt x="6548" y="7308"/>
                  </a:cubicBezTo>
                  <a:cubicBezTo>
                    <a:pt x="6548" y="7308"/>
                    <a:pt x="6595" y="7308"/>
                    <a:pt x="6595" y="7308"/>
                  </a:cubicBezTo>
                  <a:cubicBezTo>
                    <a:pt x="6595" y="7338"/>
                    <a:pt x="6595" y="7338"/>
                    <a:pt x="6595" y="7338"/>
                  </a:cubicBezTo>
                  <a:cubicBezTo>
                    <a:pt x="6595" y="7398"/>
                    <a:pt x="6642" y="7489"/>
                    <a:pt x="6642" y="7549"/>
                  </a:cubicBezTo>
                  <a:cubicBezTo>
                    <a:pt x="6642" y="7609"/>
                    <a:pt x="6689" y="7640"/>
                    <a:pt x="6736" y="7670"/>
                  </a:cubicBezTo>
                  <a:cubicBezTo>
                    <a:pt x="6783" y="7700"/>
                    <a:pt x="6877" y="7730"/>
                    <a:pt x="6830" y="7790"/>
                  </a:cubicBezTo>
                  <a:cubicBezTo>
                    <a:pt x="6783" y="7851"/>
                    <a:pt x="6736" y="7881"/>
                    <a:pt x="6689" y="7881"/>
                  </a:cubicBezTo>
                  <a:cubicBezTo>
                    <a:pt x="6689" y="7881"/>
                    <a:pt x="6689" y="7911"/>
                    <a:pt x="6736" y="7941"/>
                  </a:cubicBezTo>
                  <a:cubicBezTo>
                    <a:pt x="6736" y="7941"/>
                    <a:pt x="6830" y="8002"/>
                    <a:pt x="6877" y="8002"/>
                  </a:cubicBezTo>
                  <a:cubicBezTo>
                    <a:pt x="6924" y="8002"/>
                    <a:pt x="6971" y="8002"/>
                    <a:pt x="7017" y="8032"/>
                  </a:cubicBezTo>
                  <a:cubicBezTo>
                    <a:pt x="7064" y="8062"/>
                    <a:pt x="7064" y="8122"/>
                    <a:pt x="7064" y="8152"/>
                  </a:cubicBezTo>
                  <a:cubicBezTo>
                    <a:pt x="7017" y="8213"/>
                    <a:pt x="7017" y="8243"/>
                    <a:pt x="7064" y="8273"/>
                  </a:cubicBezTo>
                  <a:cubicBezTo>
                    <a:pt x="7064" y="8303"/>
                    <a:pt x="7252" y="8394"/>
                    <a:pt x="7252" y="8454"/>
                  </a:cubicBezTo>
                  <a:cubicBezTo>
                    <a:pt x="7252" y="8484"/>
                    <a:pt x="7299" y="8545"/>
                    <a:pt x="7346" y="8514"/>
                  </a:cubicBezTo>
                  <a:cubicBezTo>
                    <a:pt x="7346" y="8514"/>
                    <a:pt x="7440" y="8514"/>
                    <a:pt x="7440" y="8454"/>
                  </a:cubicBezTo>
                  <a:cubicBezTo>
                    <a:pt x="7440" y="8424"/>
                    <a:pt x="7299" y="8303"/>
                    <a:pt x="7252" y="8303"/>
                  </a:cubicBezTo>
                  <a:cubicBezTo>
                    <a:pt x="7252" y="8273"/>
                    <a:pt x="7346" y="8273"/>
                    <a:pt x="7299" y="8243"/>
                  </a:cubicBezTo>
                  <a:cubicBezTo>
                    <a:pt x="7299" y="8183"/>
                    <a:pt x="7205" y="8152"/>
                    <a:pt x="7252" y="8122"/>
                  </a:cubicBezTo>
                  <a:cubicBezTo>
                    <a:pt x="7252" y="8122"/>
                    <a:pt x="7346" y="8122"/>
                    <a:pt x="7299" y="8092"/>
                  </a:cubicBezTo>
                  <a:cubicBezTo>
                    <a:pt x="7205" y="8032"/>
                    <a:pt x="7205" y="7971"/>
                    <a:pt x="7158" y="7941"/>
                  </a:cubicBezTo>
                  <a:cubicBezTo>
                    <a:pt x="7158" y="7881"/>
                    <a:pt x="7111" y="7881"/>
                    <a:pt x="7111" y="7821"/>
                  </a:cubicBezTo>
                  <a:cubicBezTo>
                    <a:pt x="7111" y="7760"/>
                    <a:pt x="7017" y="7670"/>
                    <a:pt x="6971" y="7670"/>
                  </a:cubicBezTo>
                  <a:cubicBezTo>
                    <a:pt x="6924" y="7640"/>
                    <a:pt x="6830" y="7579"/>
                    <a:pt x="6877" y="7549"/>
                  </a:cubicBezTo>
                  <a:cubicBezTo>
                    <a:pt x="6877" y="7519"/>
                    <a:pt x="6877" y="7459"/>
                    <a:pt x="6877" y="7428"/>
                  </a:cubicBezTo>
                  <a:cubicBezTo>
                    <a:pt x="6877" y="7398"/>
                    <a:pt x="6924" y="7368"/>
                    <a:pt x="6924" y="7338"/>
                  </a:cubicBezTo>
                  <a:cubicBezTo>
                    <a:pt x="6924" y="7338"/>
                    <a:pt x="6971" y="7308"/>
                    <a:pt x="6971" y="7308"/>
                  </a:cubicBezTo>
                  <a:cubicBezTo>
                    <a:pt x="6971" y="7338"/>
                    <a:pt x="7064" y="7368"/>
                    <a:pt x="7064" y="7368"/>
                  </a:cubicBezTo>
                  <a:cubicBezTo>
                    <a:pt x="7064" y="7368"/>
                    <a:pt x="7111" y="7368"/>
                    <a:pt x="7158" y="7398"/>
                  </a:cubicBezTo>
                  <a:cubicBezTo>
                    <a:pt x="7205" y="7428"/>
                    <a:pt x="7252" y="7398"/>
                    <a:pt x="7205" y="7428"/>
                  </a:cubicBezTo>
                  <a:cubicBezTo>
                    <a:pt x="7205" y="7489"/>
                    <a:pt x="7205" y="7519"/>
                    <a:pt x="7205" y="7549"/>
                  </a:cubicBezTo>
                  <a:cubicBezTo>
                    <a:pt x="7252" y="7549"/>
                    <a:pt x="7205" y="7640"/>
                    <a:pt x="7252" y="7640"/>
                  </a:cubicBezTo>
                  <a:cubicBezTo>
                    <a:pt x="7252" y="7670"/>
                    <a:pt x="7252" y="7730"/>
                    <a:pt x="7299" y="7760"/>
                  </a:cubicBezTo>
                  <a:cubicBezTo>
                    <a:pt x="7346" y="7821"/>
                    <a:pt x="7393" y="7821"/>
                    <a:pt x="7487" y="7881"/>
                  </a:cubicBezTo>
                  <a:cubicBezTo>
                    <a:pt x="7534" y="7911"/>
                    <a:pt x="7722" y="8032"/>
                    <a:pt x="7675" y="8032"/>
                  </a:cubicBezTo>
                  <a:cubicBezTo>
                    <a:pt x="7675" y="8062"/>
                    <a:pt x="7628" y="8092"/>
                    <a:pt x="7675" y="8122"/>
                  </a:cubicBezTo>
                  <a:cubicBezTo>
                    <a:pt x="7675" y="8152"/>
                    <a:pt x="7769" y="8183"/>
                    <a:pt x="7816" y="8213"/>
                  </a:cubicBezTo>
                  <a:cubicBezTo>
                    <a:pt x="7863" y="8243"/>
                    <a:pt x="7957" y="8303"/>
                    <a:pt x="7957" y="8333"/>
                  </a:cubicBezTo>
                  <a:cubicBezTo>
                    <a:pt x="7910" y="8364"/>
                    <a:pt x="7957" y="8394"/>
                    <a:pt x="8004" y="8454"/>
                  </a:cubicBezTo>
                  <a:cubicBezTo>
                    <a:pt x="8051" y="8484"/>
                    <a:pt x="8097" y="8545"/>
                    <a:pt x="8097" y="8605"/>
                  </a:cubicBezTo>
                  <a:cubicBezTo>
                    <a:pt x="8144" y="8635"/>
                    <a:pt x="8097" y="8756"/>
                    <a:pt x="8097" y="8786"/>
                  </a:cubicBezTo>
                  <a:cubicBezTo>
                    <a:pt x="8051" y="8786"/>
                    <a:pt x="7957" y="8846"/>
                    <a:pt x="7957" y="8876"/>
                  </a:cubicBezTo>
                  <a:cubicBezTo>
                    <a:pt x="8004" y="8876"/>
                    <a:pt x="7910" y="8907"/>
                    <a:pt x="8004" y="8967"/>
                  </a:cubicBezTo>
                  <a:cubicBezTo>
                    <a:pt x="8097" y="9027"/>
                    <a:pt x="8285" y="9118"/>
                    <a:pt x="8379" y="9148"/>
                  </a:cubicBezTo>
                  <a:cubicBezTo>
                    <a:pt x="8473" y="9178"/>
                    <a:pt x="8567" y="9148"/>
                    <a:pt x="8614" y="9178"/>
                  </a:cubicBezTo>
                  <a:cubicBezTo>
                    <a:pt x="8661" y="9208"/>
                    <a:pt x="8708" y="9238"/>
                    <a:pt x="8802" y="9269"/>
                  </a:cubicBezTo>
                  <a:cubicBezTo>
                    <a:pt x="8849" y="9269"/>
                    <a:pt x="9131" y="9329"/>
                    <a:pt x="9177" y="9359"/>
                  </a:cubicBezTo>
                  <a:cubicBezTo>
                    <a:pt x="9224" y="9389"/>
                    <a:pt x="9271" y="9419"/>
                    <a:pt x="9365" y="9419"/>
                  </a:cubicBezTo>
                  <a:cubicBezTo>
                    <a:pt x="9459" y="9450"/>
                    <a:pt x="9553" y="9480"/>
                    <a:pt x="9647" y="9480"/>
                  </a:cubicBezTo>
                  <a:cubicBezTo>
                    <a:pt x="9694" y="9450"/>
                    <a:pt x="9929" y="9359"/>
                    <a:pt x="10023" y="9389"/>
                  </a:cubicBezTo>
                  <a:cubicBezTo>
                    <a:pt x="10117" y="9389"/>
                    <a:pt x="10164" y="9389"/>
                    <a:pt x="10164" y="9419"/>
                  </a:cubicBezTo>
                  <a:cubicBezTo>
                    <a:pt x="10211" y="9450"/>
                    <a:pt x="10257" y="9540"/>
                    <a:pt x="10351" y="9600"/>
                  </a:cubicBezTo>
                  <a:cubicBezTo>
                    <a:pt x="10351" y="9600"/>
                    <a:pt x="10351" y="9600"/>
                    <a:pt x="10351" y="9631"/>
                  </a:cubicBezTo>
                  <a:cubicBezTo>
                    <a:pt x="10398" y="9631"/>
                    <a:pt x="10398" y="9631"/>
                    <a:pt x="10398" y="9661"/>
                  </a:cubicBezTo>
                  <a:cubicBezTo>
                    <a:pt x="10398" y="9661"/>
                    <a:pt x="10398" y="9661"/>
                    <a:pt x="10398" y="9661"/>
                  </a:cubicBezTo>
                  <a:cubicBezTo>
                    <a:pt x="10398" y="9661"/>
                    <a:pt x="10445" y="9661"/>
                    <a:pt x="10445" y="9661"/>
                  </a:cubicBezTo>
                  <a:cubicBezTo>
                    <a:pt x="10445" y="9661"/>
                    <a:pt x="10445" y="9661"/>
                    <a:pt x="10445" y="9661"/>
                  </a:cubicBezTo>
                  <a:cubicBezTo>
                    <a:pt x="10445" y="9661"/>
                    <a:pt x="10445" y="9661"/>
                    <a:pt x="10445" y="9661"/>
                  </a:cubicBezTo>
                  <a:cubicBezTo>
                    <a:pt x="10445" y="9661"/>
                    <a:pt x="10445" y="9661"/>
                    <a:pt x="10445" y="9661"/>
                  </a:cubicBezTo>
                  <a:cubicBezTo>
                    <a:pt x="10492" y="9661"/>
                    <a:pt x="10492" y="9661"/>
                    <a:pt x="10492" y="9661"/>
                  </a:cubicBezTo>
                  <a:cubicBezTo>
                    <a:pt x="10492" y="9691"/>
                    <a:pt x="10492" y="9691"/>
                    <a:pt x="10492" y="9691"/>
                  </a:cubicBezTo>
                  <a:cubicBezTo>
                    <a:pt x="10492" y="9691"/>
                    <a:pt x="10539" y="9691"/>
                    <a:pt x="10539" y="9691"/>
                  </a:cubicBezTo>
                  <a:cubicBezTo>
                    <a:pt x="10586" y="9691"/>
                    <a:pt x="10633" y="9691"/>
                    <a:pt x="10633" y="9691"/>
                  </a:cubicBezTo>
                  <a:cubicBezTo>
                    <a:pt x="10680" y="9691"/>
                    <a:pt x="10680" y="9691"/>
                    <a:pt x="10680" y="9691"/>
                  </a:cubicBezTo>
                  <a:cubicBezTo>
                    <a:pt x="10727" y="9691"/>
                    <a:pt x="10727" y="9691"/>
                    <a:pt x="10727" y="9691"/>
                  </a:cubicBezTo>
                  <a:cubicBezTo>
                    <a:pt x="10727" y="9691"/>
                    <a:pt x="10774" y="9691"/>
                    <a:pt x="10774" y="9691"/>
                  </a:cubicBezTo>
                  <a:cubicBezTo>
                    <a:pt x="10774" y="9691"/>
                    <a:pt x="10774" y="9691"/>
                    <a:pt x="10774" y="9691"/>
                  </a:cubicBezTo>
                  <a:cubicBezTo>
                    <a:pt x="10821" y="9721"/>
                    <a:pt x="10821" y="9721"/>
                    <a:pt x="10821" y="9721"/>
                  </a:cubicBezTo>
                  <a:cubicBezTo>
                    <a:pt x="10868" y="9721"/>
                    <a:pt x="11056" y="9812"/>
                    <a:pt x="11103" y="9812"/>
                  </a:cubicBezTo>
                  <a:cubicBezTo>
                    <a:pt x="11150" y="9812"/>
                    <a:pt x="11150" y="9812"/>
                    <a:pt x="11150" y="9812"/>
                  </a:cubicBezTo>
                  <a:cubicBezTo>
                    <a:pt x="11150" y="9812"/>
                    <a:pt x="11150" y="9812"/>
                    <a:pt x="11150" y="9812"/>
                  </a:cubicBezTo>
                  <a:cubicBezTo>
                    <a:pt x="11197" y="9812"/>
                    <a:pt x="11197" y="9812"/>
                    <a:pt x="11197" y="9812"/>
                  </a:cubicBezTo>
                  <a:cubicBezTo>
                    <a:pt x="11197" y="9812"/>
                    <a:pt x="11197" y="9812"/>
                    <a:pt x="11244" y="9812"/>
                  </a:cubicBezTo>
                  <a:cubicBezTo>
                    <a:pt x="11244" y="9812"/>
                    <a:pt x="11244" y="9812"/>
                    <a:pt x="11244" y="9812"/>
                  </a:cubicBezTo>
                  <a:cubicBezTo>
                    <a:pt x="11244" y="9812"/>
                    <a:pt x="11244" y="9812"/>
                    <a:pt x="11244" y="9812"/>
                  </a:cubicBezTo>
                  <a:cubicBezTo>
                    <a:pt x="11244" y="9812"/>
                    <a:pt x="11244" y="9812"/>
                    <a:pt x="11291" y="9812"/>
                  </a:cubicBezTo>
                  <a:cubicBezTo>
                    <a:pt x="11291" y="9812"/>
                    <a:pt x="11291" y="9812"/>
                    <a:pt x="11291" y="9812"/>
                  </a:cubicBezTo>
                  <a:cubicBezTo>
                    <a:pt x="11291" y="9812"/>
                    <a:pt x="11291" y="9812"/>
                    <a:pt x="11291" y="9812"/>
                  </a:cubicBezTo>
                  <a:cubicBezTo>
                    <a:pt x="11291" y="9812"/>
                    <a:pt x="11291" y="9812"/>
                    <a:pt x="11291" y="9812"/>
                  </a:cubicBezTo>
                  <a:cubicBezTo>
                    <a:pt x="11291" y="9812"/>
                    <a:pt x="11291" y="9812"/>
                    <a:pt x="11291" y="9812"/>
                  </a:cubicBezTo>
                  <a:cubicBezTo>
                    <a:pt x="11291" y="9812"/>
                    <a:pt x="11291" y="9812"/>
                    <a:pt x="11244" y="9842"/>
                  </a:cubicBezTo>
                  <a:cubicBezTo>
                    <a:pt x="11244" y="9842"/>
                    <a:pt x="11244" y="9842"/>
                    <a:pt x="11244" y="9842"/>
                  </a:cubicBezTo>
                  <a:cubicBezTo>
                    <a:pt x="11244" y="9842"/>
                    <a:pt x="11244" y="9842"/>
                    <a:pt x="11244" y="9842"/>
                  </a:cubicBezTo>
                  <a:cubicBezTo>
                    <a:pt x="11244" y="9842"/>
                    <a:pt x="11244" y="9842"/>
                    <a:pt x="11244" y="9842"/>
                  </a:cubicBezTo>
                  <a:cubicBezTo>
                    <a:pt x="11244" y="9842"/>
                    <a:pt x="11244" y="9872"/>
                    <a:pt x="11244" y="9872"/>
                  </a:cubicBezTo>
                  <a:cubicBezTo>
                    <a:pt x="11244" y="9872"/>
                    <a:pt x="11244" y="9872"/>
                    <a:pt x="11244" y="9872"/>
                  </a:cubicBezTo>
                  <a:cubicBezTo>
                    <a:pt x="11244" y="9902"/>
                    <a:pt x="11384" y="9932"/>
                    <a:pt x="11384" y="9962"/>
                  </a:cubicBezTo>
                  <a:cubicBezTo>
                    <a:pt x="11431" y="9993"/>
                    <a:pt x="11431" y="10023"/>
                    <a:pt x="11478" y="10023"/>
                  </a:cubicBezTo>
                  <a:cubicBezTo>
                    <a:pt x="11478" y="10053"/>
                    <a:pt x="11478" y="10053"/>
                    <a:pt x="11525" y="10053"/>
                  </a:cubicBezTo>
                  <a:cubicBezTo>
                    <a:pt x="11525" y="10053"/>
                    <a:pt x="11525" y="10053"/>
                    <a:pt x="11525" y="10053"/>
                  </a:cubicBezTo>
                  <a:cubicBezTo>
                    <a:pt x="11525" y="10083"/>
                    <a:pt x="11525" y="10083"/>
                    <a:pt x="11525" y="10083"/>
                  </a:cubicBezTo>
                  <a:cubicBezTo>
                    <a:pt x="11525" y="10083"/>
                    <a:pt x="11525" y="10083"/>
                    <a:pt x="11525" y="10083"/>
                  </a:cubicBezTo>
                  <a:cubicBezTo>
                    <a:pt x="11525" y="10113"/>
                    <a:pt x="11525" y="10113"/>
                    <a:pt x="11525" y="10143"/>
                  </a:cubicBezTo>
                  <a:cubicBezTo>
                    <a:pt x="11525" y="10174"/>
                    <a:pt x="11478" y="10204"/>
                    <a:pt x="11525" y="10234"/>
                  </a:cubicBezTo>
                  <a:cubicBezTo>
                    <a:pt x="11572" y="10264"/>
                    <a:pt x="11619" y="10294"/>
                    <a:pt x="11666" y="10264"/>
                  </a:cubicBezTo>
                  <a:cubicBezTo>
                    <a:pt x="11666" y="10234"/>
                    <a:pt x="11666" y="10234"/>
                    <a:pt x="11666" y="10264"/>
                  </a:cubicBezTo>
                  <a:cubicBezTo>
                    <a:pt x="11713" y="10294"/>
                    <a:pt x="11666" y="10324"/>
                    <a:pt x="11760" y="10324"/>
                  </a:cubicBezTo>
                  <a:cubicBezTo>
                    <a:pt x="11854" y="10355"/>
                    <a:pt x="11807" y="10385"/>
                    <a:pt x="11854" y="10415"/>
                  </a:cubicBezTo>
                  <a:cubicBezTo>
                    <a:pt x="11854" y="10415"/>
                    <a:pt x="11854" y="10415"/>
                    <a:pt x="11854" y="10415"/>
                  </a:cubicBezTo>
                  <a:cubicBezTo>
                    <a:pt x="11854" y="10415"/>
                    <a:pt x="11854" y="10415"/>
                    <a:pt x="11901" y="10415"/>
                  </a:cubicBezTo>
                  <a:cubicBezTo>
                    <a:pt x="11901" y="10415"/>
                    <a:pt x="11901" y="10445"/>
                    <a:pt x="11948" y="10445"/>
                  </a:cubicBezTo>
                  <a:cubicBezTo>
                    <a:pt x="11948" y="10445"/>
                    <a:pt x="11948" y="10445"/>
                    <a:pt x="11948" y="10445"/>
                  </a:cubicBezTo>
                  <a:cubicBezTo>
                    <a:pt x="11948" y="10445"/>
                    <a:pt x="11948" y="10445"/>
                    <a:pt x="11948" y="10445"/>
                  </a:cubicBezTo>
                  <a:cubicBezTo>
                    <a:pt x="11995" y="10445"/>
                    <a:pt x="11995" y="10445"/>
                    <a:pt x="11995" y="10445"/>
                  </a:cubicBezTo>
                  <a:cubicBezTo>
                    <a:pt x="12042" y="10475"/>
                    <a:pt x="12136" y="10445"/>
                    <a:pt x="12183" y="10475"/>
                  </a:cubicBezTo>
                  <a:cubicBezTo>
                    <a:pt x="12277" y="10505"/>
                    <a:pt x="12230" y="10566"/>
                    <a:pt x="12324" y="10566"/>
                  </a:cubicBezTo>
                  <a:cubicBezTo>
                    <a:pt x="12417" y="10566"/>
                    <a:pt x="12558" y="10566"/>
                    <a:pt x="12558" y="10566"/>
                  </a:cubicBezTo>
                  <a:cubicBezTo>
                    <a:pt x="12558" y="10536"/>
                    <a:pt x="12511" y="10475"/>
                    <a:pt x="12558" y="10475"/>
                  </a:cubicBezTo>
                  <a:cubicBezTo>
                    <a:pt x="12605" y="10445"/>
                    <a:pt x="12652" y="10415"/>
                    <a:pt x="12699" y="10385"/>
                  </a:cubicBezTo>
                  <a:cubicBezTo>
                    <a:pt x="12699" y="10385"/>
                    <a:pt x="12840" y="10355"/>
                    <a:pt x="12840" y="10385"/>
                  </a:cubicBezTo>
                  <a:cubicBezTo>
                    <a:pt x="12887" y="10385"/>
                    <a:pt x="12981" y="10415"/>
                    <a:pt x="12981" y="10475"/>
                  </a:cubicBezTo>
                  <a:cubicBezTo>
                    <a:pt x="12981" y="10505"/>
                    <a:pt x="12981" y="10596"/>
                    <a:pt x="13028" y="10626"/>
                  </a:cubicBezTo>
                  <a:cubicBezTo>
                    <a:pt x="13028" y="10626"/>
                    <a:pt x="13028" y="10626"/>
                    <a:pt x="13028" y="10626"/>
                  </a:cubicBezTo>
                  <a:cubicBezTo>
                    <a:pt x="13028" y="10656"/>
                    <a:pt x="13075" y="10656"/>
                    <a:pt x="13075" y="10656"/>
                  </a:cubicBezTo>
                  <a:cubicBezTo>
                    <a:pt x="13075" y="10656"/>
                    <a:pt x="13075" y="10656"/>
                    <a:pt x="13075" y="10656"/>
                  </a:cubicBezTo>
                  <a:cubicBezTo>
                    <a:pt x="13075" y="10656"/>
                    <a:pt x="13075" y="10656"/>
                    <a:pt x="13075" y="10686"/>
                  </a:cubicBezTo>
                  <a:cubicBezTo>
                    <a:pt x="13075" y="10686"/>
                    <a:pt x="13075" y="10686"/>
                    <a:pt x="13075" y="10686"/>
                  </a:cubicBezTo>
                  <a:cubicBezTo>
                    <a:pt x="13075" y="10686"/>
                    <a:pt x="13075" y="10686"/>
                    <a:pt x="13075" y="10717"/>
                  </a:cubicBezTo>
                  <a:cubicBezTo>
                    <a:pt x="13075" y="10717"/>
                    <a:pt x="13075" y="10717"/>
                    <a:pt x="13028" y="10747"/>
                  </a:cubicBezTo>
                  <a:cubicBezTo>
                    <a:pt x="13028" y="10807"/>
                    <a:pt x="13075" y="10837"/>
                    <a:pt x="13028" y="10837"/>
                  </a:cubicBezTo>
                  <a:cubicBezTo>
                    <a:pt x="12981" y="10868"/>
                    <a:pt x="12981" y="10898"/>
                    <a:pt x="12981" y="10928"/>
                  </a:cubicBezTo>
                  <a:cubicBezTo>
                    <a:pt x="12981" y="10928"/>
                    <a:pt x="12934" y="10958"/>
                    <a:pt x="12934" y="11018"/>
                  </a:cubicBezTo>
                  <a:cubicBezTo>
                    <a:pt x="12934" y="11049"/>
                    <a:pt x="12981" y="11079"/>
                    <a:pt x="12934" y="11109"/>
                  </a:cubicBezTo>
                  <a:cubicBezTo>
                    <a:pt x="12887" y="11139"/>
                    <a:pt x="12840" y="11199"/>
                    <a:pt x="12746" y="11199"/>
                  </a:cubicBezTo>
                  <a:cubicBezTo>
                    <a:pt x="12699" y="11199"/>
                    <a:pt x="12652" y="11230"/>
                    <a:pt x="12605" y="11230"/>
                  </a:cubicBezTo>
                  <a:cubicBezTo>
                    <a:pt x="12605" y="11230"/>
                    <a:pt x="12605" y="11320"/>
                    <a:pt x="12511" y="11350"/>
                  </a:cubicBezTo>
                  <a:cubicBezTo>
                    <a:pt x="12511" y="11380"/>
                    <a:pt x="12464" y="11380"/>
                    <a:pt x="12464" y="11380"/>
                  </a:cubicBezTo>
                  <a:cubicBezTo>
                    <a:pt x="12464" y="11411"/>
                    <a:pt x="12417" y="11411"/>
                    <a:pt x="12417" y="11411"/>
                  </a:cubicBezTo>
                  <a:cubicBezTo>
                    <a:pt x="12417" y="11441"/>
                    <a:pt x="12417" y="11441"/>
                    <a:pt x="12417" y="11441"/>
                  </a:cubicBezTo>
                  <a:cubicBezTo>
                    <a:pt x="12371" y="11441"/>
                    <a:pt x="12371" y="11441"/>
                    <a:pt x="12324" y="11471"/>
                  </a:cubicBezTo>
                  <a:cubicBezTo>
                    <a:pt x="12277" y="11471"/>
                    <a:pt x="12183" y="11501"/>
                    <a:pt x="12136" y="11561"/>
                  </a:cubicBezTo>
                  <a:cubicBezTo>
                    <a:pt x="12089" y="11622"/>
                    <a:pt x="12136" y="11622"/>
                    <a:pt x="12042" y="11622"/>
                  </a:cubicBezTo>
                  <a:cubicBezTo>
                    <a:pt x="11995" y="11652"/>
                    <a:pt x="11901" y="11712"/>
                    <a:pt x="11901" y="11742"/>
                  </a:cubicBezTo>
                  <a:cubicBezTo>
                    <a:pt x="11901" y="11773"/>
                    <a:pt x="11807" y="11893"/>
                    <a:pt x="11854" y="11923"/>
                  </a:cubicBezTo>
                  <a:cubicBezTo>
                    <a:pt x="11901" y="11954"/>
                    <a:pt x="11854" y="11984"/>
                    <a:pt x="11854" y="11984"/>
                  </a:cubicBezTo>
                  <a:cubicBezTo>
                    <a:pt x="11854" y="11984"/>
                    <a:pt x="11854" y="11984"/>
                    <a:pt x="11854" y="12014"/>
                  </a:cubicBezTo>
                  <a:cubicBezTo>
                    <a:pt x="11854" y="12014"/>
                    <a:pt x="11807" y="12014"/>
                    <a:pt x="11807" y="12014"/>
                  </a:cubicBezTo>
                  <a:cubicBezTo>
                    <a:pt x="11807" y="12014"/>
                    <a:pt x="11807" y="12014"/>
                    <a:pt x="11807" y="12014"/>
                  </a:cubicBezTo>
                  <a:cubicBezTo>
                    <a:pt x="11807" y="12014"/>
                    <a:pt x="11807" y="12014"/>
                    <a:pt x="11807" y="12014"/>
                  </a:cubicBezTo>
                  <a:cubicBezTo>
                    <a:pt x="11760" y="12014"/>
                    <a:pt x="11760" y="12014"/>
                    <a:pt x="11760" y="12014"/>
                  </a:cubicBezTo>
                  <a:cubicBezTo>
                    <a:pt x="11760" y="12044"/>
                    <a:pt x="11760" y="12044"/>
                    <a:pt x="11760" y="12044"/>
                  </a:cubicBezTo>
                  <a:cubicBezTo>
                    <a:pt x="11713" y="12044"/>
                    <a:pt x="11713" y="12044"/>
                    <a:pt x="11713" y="12044"/>
                  </a:cubicBezTo>
                  <a:cubicBezTo>
                    <a:pt x="11713" y="12044"/>
                    <a:pt x="11666" y="12074"/>
                    <a:pt x="11666" y="12074"/>
                  </a:cubicBezTo>
                  <a:cubicBezTo>
                    <a:pt x="11619" y="12104"/>
                    <a:pt x="11525" y="12135"/>
                    <a:pt x="11572" y="12165"/>
                  </a:cubicBezTo>
                  <a:cubicBezTo>
                    <a:pt x="11619" y="12195"/>
                    <a:pt x="11666" y="12225"/>
                    <a:pt x="11619" y="12225"/>
                  </a:cubicBezTo>
                  <a:cubicBezTo>
                    <a:pt x="11572" y="12255"/>
                    <a:pt x="11525" y="12285"/>
                    <a:pt x="11572" y="12285"/>
                  </a:cubicBezTo>
                  <a:cubicBezTo>
                    <a:pt x="11666" y="12316"/>
                    <a:pt x="11807" y="12376"/>
                    <a:pt x="11854" y="12436"/>
                  </a:cubicBezTo>
                  <a:cubicBezTo>
                    <a:pt x="11854" y="12466"/>
                    <a:pt x="11807" y="12466"/>
                    <a:pt x="11854" y="12527"/>
                  </a:cubicBezTo>
                  <a:cubicBezTo>
                    <a:pt x="11901" y="12557"/>
                    <a:pt x="11948" y="12647"/>
                    <a:pt x="11948" y="12678"/>
                  </a:cubicBezTo>
                  <a:cubicBezTo>
                    <a:pt x="11948" y="12708"/>
                    <a:pt x="12089" y="12979"/>
                    <a:pt x="12089" y="13040"/>
                  </a:cubicBezTo>
                  <a:cubicBezTo>
                    <a:pt x="12136" y="13100"/>
                    <a:pt x="12230" y="13130"/>
                    <a:pt x="12230" y="13221"/>
                  </a:cubicBezTo>
                  <a:cubicBezTo>
                    <a:pt x="12183" y="13281"/>
                    <a:pt x="12136" y="13341"/>
                    <a:pt x="12183" y="13432"/>
                  </a:cubicBezTo>
                  <a:cubicBezTo>
                    <a:pt x="12183" y="13522"/>
                    <a:pt x="12183" y="13613"/>
                    <a:pt x="12230" y="13643"/>
                  </a:cubicBezTo>
                  <a:cubicBezTo>
                    <a:pt x="12324" y="13673"/>
                    <a:pt x="12371" y="13764"/>
                    <a:pt x="12417" y="13794"/>
                  </a:cubicBezTo>
                  <a:cubicBezTo>
                    <a:pt x="12464" y="13824"/>
                    <a:pt x="12652" y="13914"/>
                    <a:pt x="12699" y="13914"/>
                  </a:cubicBezTo>
                  <a:cubicBezTo>
                    <a:pt x="12793" y="13945"/>
                    <a:pt x="12981" y="14035"/>
                    <a:pt x="13028" y="14065"/>
                  </a:cubicBezTo>
                  <a:cubicBezTo>
                    <a:pt x="13028" y="14095"/>
                    <a:pt x="13169" y="14126"/>
                    <a:pt x="13169" y="14186"/>
                  </a:cubicBezTo>
                  <a:cubicBezTo>
                    <a:pt x="13169" y="14186"/>
                    <a:pt x="13169" y="14216"/>
                    <a:pt x="13216" y="14246"/>
                  </a:cubicBezTo>
                  <a:cubicBezTo>
                    <a:pt x="13216" y="14246"/>
                    <a:pt x="13216" y="14246"/>
                    <a:pt x="13216" y="14276"/>
                  </a:cubicBezTo>
                  <a:cubicBezTo>
                    <a:pt x="13216" y="14276"/>
                    <a:pt x="13216" y="14276"/>
                    <a:pt x="13216" y="14276"/>
                  </a:cubicBezTo>
                  <a:cubicBezTo>
                    <a:pt x="13216" y="14276"/>
                    <a:pt x="13216" y="14307"/>
                    <a:pt x="13216" y="14307"/>
                  </a:cubicBezTo>
                  <a:cubicBezTo>
                    <a:pt x="13216" y="14307"/>
                    <a:pt x="13216" y="14307"/>
                    <a:pt x="13216" y="14307"/>
                  </a:cubicBezTo>
                  <a:cubicBezTo>
                    <a:pt x="13216" y="14337"/>
                    <a:pt x="13216" y="14337"/>
                    <a:pt x="13169" y="14367"/>
                  </a:cubicBezTo>
                  <a:cubicBezTo>
                    <a:pt x="13122" y="14397"/>
                    <a:pt x="13075" y="14457"/>
                    <a:pt x="13075" y="14518"/>
                  </a:cubicBezTo>
                  <a:cubicBezTo>
                    <a:pt x="13075" y="14548"/>
                    <a:pt x="13122" y="14578"/>
                    <a:pt x="13075" y="14669"/>
                  </a:cubicBezTo>
                  <a:cubicBezTo>
                    <a:pt x="13028" y="14729"/>
                    <a:pt x="12981" y="14910"/>
                    <a:pt x="12934" y="14940"/>
                  </a:cubicBezTo>
                  <a:cubicBezTo>
                    <a:pt x="12887" y="14940"/>
                    <a:pt x="12793" y="14970"/>
                    <a:pt x="12793" y="15000"/>
                  </a:cubicBezTo>
                  <a:cubicBezTo>
                    <a:pt x="12840" y="15061"/>
                    <a:pt x="12840" y="15121"/>
                    <a:pt x="12793" y="15212"/>
                  </a:cubicBezTo>
                  <a:cubicBezTo>
                    <a:pt x="12746" y="15272"/>
                    <a:pt x="12699" y="15362"/>
                    <a:pt x="12652" y="15423"/>
                  </a:cubicBezTo>
                  <a:cubicBezTo>
                    <a:pt x="12652" y="15453"/>
                    <a:pt x="12558" y="15634"/>
                    <a:pt x="12511" y="15664"/>
                  </a:cubicBezTo>
                  <a:cubicBezTo>
                    <a:pt x="12511" y="15694"/>
                    <a:pt x="12464" y="15845"/>
                    <a:pt x="12417" y="15875"/>
                  </a:cubicBezTo>
                  <a:cubicBezTo>
                    <a:pt x="12371" y="15875"/>
                    <a:pt x="12230" y="15996"/>
                    <a:pt x="12277" y="16056"/>
                  </a:cubicBezTo>
                  <a:cubicBezTo>
                    <a:pt x="12277" y="16086"/>
                    <a:pt x="12277" y="16086"/>
                    <a:pt x="12230" y="16147"/>
                  </a:cubicBezTo>
                  <a:cubicBezTo>
                    <a:pt x="12183" y="16207"/>
                    <a:pt x="12136" y="16388"/>
                    <a:pt x="12136" y="16449"/>
                  </a:cubicBezTo>
                  <a:cubicBezTo>
                    <a:pt x="12136" y="16539"/>
                    <a:pt x="12089" y="16660"/>
                    <a:pt x="12042" y="16720"/>
                  </a:cubicBezTo>
                  <a:cubicBezTo>
                    <a:pt x="11995" y="16780"/>
                    <a:pt x="11901" y="16841"/>
                    <a:pt x="11901" y="16871"/>
                  </a:cubicBezTo>
                  <a:cubicBezTo>
                    <a:pt x="11854" y="16931"/>
                    <a:pt x="11666" y="17142"/>
                    <a:pt x="11572" y="17233"/>
                  </a:cubicBezTo>
                  <a:cubicBezTo>
                    <a:pt x="11478" y="17293"/>
                    <a:pt x="11431" y="17414"/>
                    <a:pt x="11337" y="17474"/>
                  </a:cubicBezTo>
                  <a:cubicBezTo>
                    <a:pt x="11291" y="17535"/>
                    <a:pt x="11197" y="17565"/>
                    <a:pt x="11244" y="17625"/>
                  </a:cubicBezTo>
                  <a:cubicBezTo>
                    <a:pt x="11244" y="17685"/>
                    <a:pt x="11291" y="17716"/>
                    <a:pt x="11244" y="17776"/>
                  </a:cubicBezTo>
                  <a:cubicBezTo>
                    <a:pt x="11197" y="17836"/>
                    <a:pt x="11244" y="17836"/>
                    <a:pt x="11197" y="17927"/>
                  </a:cubicBezTo>
                  <a:cubicBezTo>
                    <a:pt x="11150" y="18017"/>
                    <a:pt x="11150" y="18017"/>
                    <a:pt x="11056" y="18108"/>
                  </a:cubicBezTo>
                  <a:cubicBezTo>
                    <a:pt x="11009" y="18198"/>
                    <a:pt x="10962" y="18289"/>
                    <a:pt x="10915" y="18379"/>
                  </a:cubicBezTo>
                  <a:cubicBezTo>
                    <a:pt x="10915" y="18440"/>
                    <a:pt x="10915" y="18530"/>
                    <a:pt x="10868" y="18530"/>
                  </a:cubicBezTo>
                  <a:cubicBezTo>
                    <a:pt x="10868" y="18530"/>
                    <a:pt x="10774" y="18651"/>
                    <a:pt x="10727" y="18681"/>
                  </a:cubicBezTo>
                  <a:cubicBezTo>
                    <a:pt x="10727" y="18741"/>
                    <a:pt x="10727" y="18832"/>
                    <a:pt x="10727" y="18832"/>
                  </a:cubicBezTo>
                  <a:cubicBezTo>
                    <a:pt x="10774" y="18832"/>
                    <a:pt x="10868" y="18711"/>
                    <a:pt x="10915" y="18681"/>
                  </a:cubicBezTo>
                  <a:cubicBezTo>
                    <a:pt x="10915" y="18651"/>
                    <a:pt x="11009" y="18621"/>
                    <a:pt x="11009" y="18560"/>
                  </a:cubicBezTo>
                  <a:cubicBezTo>
                    <a:pt x="11009" y="18530"/>
                    <a:pt x="11009" y="18470"/>
                    <a:pt x="11056" y="18500"/>
                  </a:cubicBezTo>
                  <a:cubicBezTo>
                    <a:pt x="11056" y="18530"/>
                    <a:pt x="11150" y="18470"/>
                    <a:pt x="11103" y="18530"/>
                  </a:cubicBezTo>
                  <a:cubicBezTo>
                    <a:pt x="11103" y="18621"/>
                    <a:pt x="11103" y="18621"/>
                    <a:pt x="11009" y="18711"/>
                  </a:cubicBezTo>
                  <a:cubicBezTo>
                    <a:pt x="10962" y="18802"/>
                    <a:pt x="10962" y="18922"/>
                    <a:pt x="10962" y="18922"/>
                  </a:cubicBezTo>
                  <a:cubicBezTo>
                    <a:pt x="10915" y="18952"/>
                    <a:pt x="10868" y="18983"/>
                    <a:pt x="10868" y="19013"/>
                  </a:cubicBezTo>
                  <a:cubicBezTo>
                    <a:pt x="10868" y="19043"/>
                    <a:pt x="10915" y="19103"/>
                    <a:pt x="10868" y="19133"/>
                  </a:cubicBezTo>
                  <a:cubicBezTo>
                    <a:pt x="10868" y="19133"/>
                    <a:pt x="10821" y="19224"/>
                    <a:pt x="10774" y="19224"/>
                  </a:cubicBezTo>
                  <a:cubicBezTo>
                    <a:pt x="10727" y="19224"/>
                    <a:pt x="10680" y="19254"/>
                    <a:pt x="10727" y="19314"/>
                  </a:cubicBezTo>
                  <a:cubicBezTo>
                    <a:pt x="10774" y="19345"/>
                    <a:pt x="10774" y="19345"/>
                    <a:pt x="10727" y="19375"/>
                  </a:cubicBezTo>
                  <a:cubicBezTo>
                    <a:pt x="10633" y="19405"/>
                    <a:pt x="10586" y="19495"/>
                    <a:pt x="10586" y="19495"/>
                  </a:cubicBezTo>
                  <a:cubicBezTo>
                    <a:pt x="10586" y="19495"/>
                    <a:pt x="10539" y="19556"/>
                    <a:pt x="10492" y="19526"/>
                  </a:cubicBezTo>
                  <a:cubicBezTo>
                    <a:pt x="10445" y="19495"/>
                    <a:pt x="10398" y="19526"/>
                    <a:pt x="10398" y="19495"/>
                  </a:cubicBezTo>
                  <a:cubicBezTo>
                    <a:pt x="10351" y="19465"/>
                    <a:pt x="10304" y="19435"/>
                    <a:pt x="10257" y="19465"/>
                  </a:cubicBezTo>
                  <a:cubicBezTo>
                    <a:pt x="10211" y="19495"/>
                    <a:pt x="10257" y="19556"/>
                    <a:pt x="10211" y="19556"/>
                  </a:cubicBezTo>
                  <a:cubicBezTo>
                    <a:pt x="10164" y="19586"/>
                    <a:pt x="10023" y="19797"/>
                    <a:pt x="10070" y="19767"/>
                  </a:cubicBezTo>
                  <a:cubicBezTo>
                    <a:pt x="10117" y="19707"/>
                    <a:pt x="10211" y="19676"/>
                    <a:pt x="10211" y="19737"/>
                  </a:cubicBezTo>
                  <a:cubicBezTo>
                    <a:pt x="10211" y="19767"/>
                    <a:pt x="10211" y="19827"/>
                    <a:pt x="10211" y="19888"/>
                  </a:cubicBezTo>
                  <a:cubicBezTo>
                    <a:pt x="10211" y="19918"/>
                    <a:pt x="10211" y="19978"/>
                    <a:pt x="10257" y="19978"/>
                  </a:cubicBezTo>
                  <a:cubicBezTo>
                    <a:pt x="10304" y="20008"/>
                    <a:pt x="10445" y="20008"/>
                    <a:pt x="10398" y="20038"/>
                  </a:cubicBezTo>
                  <a:cubicBezTo>
                    <a:pt x="10351" y="20069"/>
                    <a:pt x="10304" y="20008"/>
                    <a:pt x="10211" y="20038"/>
                  </a:cubicBezTo>
                  <a:cubicBezTo>
                    <a:pt x="10117" y="20069"/>
                    <a:pt x="10164" y="20129"/>
                    <a:pt x="10164" y="20159"/>
                  </a:cubicBezTo>
                  <a:cubicBezTo>
                    <a:pt x="10164" y="20189"/>
                    <a:pt x="10117" y="20250"/>
                    <a:pt x="10070" y="20280"/>
                  </a:cubicBezTo>
                  <a:cubicBezTo>
                    <a:pt x="10070" y="20280"/>
                    <a:pt x="10023" y="20370"/>
                    <a:pt x="10070" y="20400"/>
                  </a:cubicBezTo>
                  <a:cubicBezTo>
                    <a:pt x="10117" y="20400"/>
                    <a:pt x="10164" y="20431"/>
                    <a:pt x="10070" y="20461"/>
                  </a:cubicBezTo>
                  <a:cubicBezTo>
                    <a:pt x="9976" y="20491"/>
                    <a:pt x="9976" y="20521"/>
                    <a:pt x="10023" y="20581"/>
                  </a:cubicBezTo>
                  <a:cubicBezTo>
                    <a:pt x="10023" y="20642"/>
                    <a:pt x="10023" y="20672"/>
                    <a:pt x="9976" y="20702"/>
                  </a:cubicBezTo>
                  <a:cubicBezTo>
                    <a:pt x="9882" y="20702"/>
                    <a:pt x="9929" y="20823"/>
                    <a:pt x="9929" y="20823"/>
                  </a:cubicBezTo>
                  <a:cubicBezTo>
                    <a:pt x="9882" y="20853"/>
                    <a:pt x="9882" y="20883"/>
                    <a:pt x="9882" y="20913"/>
                  </a:cubicBezTo>
                  <a:cubicBezTo>
                    <a:pt x="9929" y="20974"/>
                    <a:pt x="9929" y="21004"/>
                    <a:pt x="9882" y="21034"/>
                  </a:cubicBezTo>
                  <a:cubicBezTo>
                    <a:pt x="9788" y="21064"/>
                    <a:pt x="9835" y="21155"/>
                    <a:pt x="9788" y="21155"/>
                  </a:cubicBezTo>
                  <a:cubicBezTo>
                    <a:pt x="9741" y="21185"/>
                    <a:pt x="9835" y="21185"/>
                    <a:pt x="9788" y="21245"/>
                  </a:cubicBezTo>
                  <a:cubicBezTo>
                    <a:pt x="9741" y="21275"/>
                    <a:pt x="9741" y="21396"/>
                    <a:pt x="9788" y="21366"/>
                  </a:cubicBezTo>
                  <a:cubicBezTo>
                    <a:pt x="9835" y="21336"/>
                    <a:pt x="9929" y="21245"/>
                    <a:pt x="9976" y="21215"/>
                  </a:cubicBezTo>
                  <a:cubicBezTo>
                    <a:pt x="9976" y="21215"/>
                    <a:pt x="9882" y="21305"/>
                    <a:pt x="9882" y="21366"/>
                  </a:cubicBezTo>
                  <a:cubicBezTo>
                    <a:pt x="9835" y="21396"/>
                    <a:pt x="9788" y="21486"/>
                    <a:pt x="9835" y="21486"/>
                  </a:cubicBezTo>
                  <a:cubicBezTo>
                    <a:pt x="9882" y="21517"/>
                    <a:pt x="10023" y="21486"/>
                    <a:pt x="9976" y="21517"/>
                  </a:cubicBezTo>
                  <a:cubicBezTo>
                    <a:pt x="9882" y="21577"/>
                    <a:pt x="10023" y="21517"/>
                    <a:pt x="10117" y="21486"/>
                  </a:cubicBezTo>
                  <a:cubicBezTo>
                    <a:pt x="10211" y="21426"/>
                    <a:pt x="10351" y="21336"/>
                    <a:pt x="10398" y="21396"/>
                  </a:cubicBezTo>
                  <a:cubicBezTo>
                    <a:pt x="10398" y="21426"/>
                    <a:pt x="10257" y="21486"/>
                    <a:pt x="10351" y="21486"/>
                  </a:cubicBezTo>
                  <a:cubicBezTo>
                    <a:pt x="10445" y="21486"/>
                    <a:pt x="10492" y="21486"/>
                    <a:pt x="10539" y="21426"/>
                  </a:cubicBezTo>
                  <a:cubicBezTo>
                    <a:pt x="10586" y="21366"/>
                    <a:pt x="10680" y="21336"/>
                    <a:pt x="10774" y="21336"/>
                  </a:cubicBezTo>
                  <a:cubicBezTo>
                    <a:pt x="10868" y="21305"/>
                    <a:pt x="10915" y="21275"/>
                    <a:pt x="10962" y="21245"/>
                  </a:cubicBezTo>
                  <a:cubicBezTo>
                    <a:pt x="10962" y="21245"/>
                    <a:pt x="10962" y="21245"/>
                    <a:pt x="11009" y="21245"/>
                  </a:cubicBezTo>
                  <a:cubicBezTo>
                    <a:pt x="11009" y="21215"/>
                    <a:pt x="11009" y="21215"/>
                    <a:pt x="11009" y="21215"/>
                  </a:cubicBezTo>
                  <a:cubicBezTo>
                    <a:pt x="11009" y="21215"/>
                    <a:pt x="11009" y="21215"/>
                    <a:pt x="11009" y="21215"/>
                  </a:cubicBezTo>
                  <a:cubicBezTo>
                    <a:pt x="11056" y="21215"/>
                    <a:pt x="11056" y="21215"/>
                    <a:pt x="11056" y="21215"/>
                  </a:cubicBezTo>
                  <a:cubicBezTo>
                    <a:pt x="11056" y="21215"/>
                    <a:pt x="11056" y="21215"/>
                    <a:pt x="11056" y="21245"/>
                  </a:cubicBezTo>
                  <a:cubicBezTo>
                    <a:pt x="11103" y="21245"/>
                    <a:pt x="11103" y="21245"/>
                    <a:pt x="11103" y="21245"/>
                  </a:cubicBezTo>
                  <a:cubicBezTo>
                    <a:pt x="11103" y="21245"/>
                    <a:pt x="11103" y="21245"/>
                    <a:pt x="11103" y="21245"/>
                  </a:cubicBezTo>
                  <a:cubicBezTo>
                    <a:pt x="11103" y="21245"/>
                    <a:pt x="11150" y="21275"/>
                    <a:pt x="11150" y="21275"/>
                  </a:cubicBezTo>
                  <a:cubicBezTo>
                    <a:pt x="11150" y="21275"/>
                    <a:pt x="11150" y="21275"/>
                    <a:pt x="11150" y="21275"/>
                  </a:cubicBezTo>
                  <a:cubicBezTo>
                    <a:pt x="11150" y="21275"/>
                    <a:pt x="11150" y="21275"/>
                    <a:pt x="11150" y="21275"/>
                  </a:cubicBezTo>
                  <a:cubicBezTo>
                    <a:pt x="11150" y="21275"/>
                    <a:pt x="11150" y="21275"/>
                    <a:pt x="11150" y="21275"/>
                  </a:cubicBezTo>
                  <a:cubicBezTo>
                    <a:pt x="11150" y="21275"/>
                    <a:pt x="11150" y="21275"/>
                    <a:pt x="11150" y="21275"/>
                  </a:cubicBezTo>
                  <a:cubicBezTo>
                    <a:pt x="11150" y="21275"/>
                    <a:pt x="11150" y="21275"/>
                    <a:pt x="11150" y="21275"/>
                  </a:cubicBezTo>
                  <a:cubicBezTo>
                    <a:pt x="11150" y="21275"/>
                    <a:pt x="11150" y="21275"/>
                    <a:pt x="11150" y="21275"/>
                  </a:cubicBezTo>
                  <a:cubicBezTo>
                    <a:pt x="11197" y="21275"/>
                    <a:pt x="11197" y="21275"/>
                    <a:pt x="11197" y="21275"/>
                  </a:cubicBezTo>
                  <a:cubicBezTo>
                    <a:pt x="11197" y="21275"/>
                    <a:pt x="11197" y="21275"/>
                    <a:pt x="11197" y="21245"/>
                  </a:cubicBezTo>
                  <a:cubicBezTo>
                    <a:pt x="11197" y="21245"/>
                    <a:pt x="11197" y="21245"/>
                    <a:pt x="11150" y="21245"/>
                  </a:cubicBezTo>
                  <a:cubicBezTo>
                    <a:pt x="11150" y="21155"/>
                    <a:pt x="11150" y="21094"/>
                    <a:pt x="11150" y="21064"/>
                  </a:cubicBezTo>
                  <a:cubicBezTo>
                    <a:pt x="11197" y="21004"/>
                    <a:pt x="11103" y="20913"/>
                    <a:pt x="11150" y="20883"/>
                  </a:cubicBezTo>
                  <a:cubicBezTo>
                    <a:pt x="11197" y="20823"/>
                    <a:pt x="11291" y="20883"/>
                    <a:pt x="11291" y="20823"/>
                  </a:cubicBezTo>
                  <a:cubicBezTo>
                    <a:pt x="11291" y="20762"/>
                    <a:pt x="11244" y="20732"/>
                    <a:pt x="11291" y="20732"/>
                  </a:cubicBezTo>
                  <a:cubicBezTo>
                    <a:pt x="11337" y="20702"/>
                    <a:pt x="11291" y="20762"/>
                    <a:pt x="11384" y="20732"/>
                  </a:cubicBezTo>
                  <a:cubicBezTo>
                    <a:pt x="11478" y="20732"/>
                    <a:pt x="11478" y="20672"/>
                    <a:pt x="11525" y="20642"/>
                  </a:cubicBezTo>
                  <a:cubicBezTo>
                    <a:pt x="11619" y="20612"/>
                    <a:pt x="11713" y="20491"/>
                    <a:pt x="11713" y="20400"/>
                  </a:cubicBezTo>
                  <a:cubicBezTo>
                    <a:pt x="11713" y="20340"/>
                    <a:pt x="11901" y="20189"/>
                    <a:pt x="11995" y="20159"/>
                  </a:cubicBezTo>
                  <a:cubicBezTo>
                    <a:pt x="12089" y="20159"/>
                    <a:pt x="12183" y="20099"/>
                    <a:pt x="12230" y="20069"/>
                  </a:cubicBezTo>
                  <a:cubicBezTo>
                    <a:pt x="12277" y="20069"/>
                    <a:pt x="12371" y="19857"/>
                    <a:pt x="12324" y="19827"/>
                  </a:cubicBezTo>
                  <a:cubicBezTo>
                    <a:pt x="12277" y="19797"/>
                    <a:pt x="12230" y="19767"/>
                    <a:pt x="12136" y="19737"/>
                  </a:cubicBezTo>
                  <a:cubicBezTo>
                    <a:pt x="12089" y="19707"/>
                    <a:pt x="11948" y="19586"/>
                    <a:pt x="11995" y="19526"/>
                  </a:cubicBezTo>
                  <a:cubicBezTo>
                    <a:pt x="12042" y="19495"/>
                    <a:pt x="12089" y="19435"/>
                    <a:pt x="12183" y="19375"/>
                  </a:cubicBezTo>
                  <a:cubicBezTo>
                    <a:pt x="12277" y="19314"/>
                    <a:pt x="12511" y="19254"/>
                    <a:pt x="12558" y="19254"/>
                  </a:cubicBezTo>
                  <a:cubicBezTo>
                    <a:pt x="12605" y="19254"/>
                    <a:pt x="12605" y="19224"/>
                    <a:pt x="12652" y="19194"/>
                  </a:cubicBezTo>
                  <a:cubicBezTo>
                    <a:pt x="12699" y="19164"/>
                    <a:pt x="12746" y="19133"/>
                    <a:pt x="12746" y="19103"/>
                  </a:cubicBezTo>
                  <a:cubicBezTo>
                    <a:pt x="12746" y="19073"/>
                    <a:pt x="12793" y="18922"/>
                    <a:pt x="12840" y="18892"/>
                  </a:cubicBezTo>
                  <a:cubicBezTo>
                    <a:pt x="12887" y="18862"/>
                    <a:pt x="13122" y="18771"/>
                    <a:pt x="13075" y="18741"/>
                  </a:cubicBezTo>
                  <a:cubicBezTo>
                    <a:pt x="13028" y="18741"/>
                    <a:pt x="12934" y="18741"/>
                    <a:pt x="12981" y="18711"/>
                  </a:cubicBezTo>
                  <a:cubicBezTo>
                    <a:pt x="13028" y="18681"/>
                    <a:pt x="13169" y="18621"/>
                    <a:pt x="13122" y="18590"/>
                  </a:cubicBezTo>
                  <a:cubicBezTo>
                    <a:pt x="13075" y="18560"/>
                    <a:pt x="13028" y="18470"/>
                    <a:pt x="13028" y="18409"/>
                  </a:cubicBezTo>
                  <a:cubicBezTo>
                    <a:pt x="13028" y="18319"/>
                    <a:pt x="13075" y="18259"/>
                    <a:pt x="13169" y="18289"/>
                  </a:cubicBezTo>
                  <a:cubicBezTo>
                    <a:pt x="13216" y="18319"/>
                    <a:pt x="13357" y="18379"/>
                    <a:pt x="13451" y="18379"/>
                  </a:cubicBezTo>
                  <a:cubicBezTo>
                    <a:pt x="13591" y="18349"/>
                    <a:pt x="13638" y="18349"/>
                    <a:pt x="13732" y="18319"/>
                  </a:cubicBezTo>
                  <a:cubicBezTo>
                    <a:pt x="13779" y="18259"/>
                    <a:pt x="13779" y="18168"/>
                    <a:pt x="13779" y="18108"/>
                  </a:cubicBezTo>
                  <a:cubicBezTo>
                    <a:pt x="13826" y="18078"/>
                    <a:pt x="13826" y="17957"/>
                    <a:pt x="13873" y="17927"/>
                  </a:cubicBezTo>
                  <a:cubicBezTo>
                    <a:pt x="13967" y="17897"/>
                    <a:pt x="13967" y="17897"/>
                    <a:pt x="14108" y="17897"/>
                  </a:cubicBezTo>
                  <a:cubicBezTo>
                    <a:pt x="14249" y="17897"/>
                    <a:pt x="14390" y="17866"/>
                    <a:pt x="14531" y="17836"/>
                  </a:cubicBezTo>
                  <a:cubicBezTo>
                    <a:pt x="14624" y="17836"/>
                    <a:pt x="15000" y="17746"/>
                    <a:pt x="15094" y="17655"/>
                  </a:cubicBezTo>
                  <a:cubicBezTo>
                    <a:pt x="15235" y="17565"/>
                    <a:pt x="15329" y="17474"/>
                    <a:pt x="15329" y="17414"/>
                  </a:cubicBezTo>
                  <a:cubicBezTo>
                    <a:pt x="15329" y="17354"/>
                    <a:pt x="15329" y="17323"/>
                    <a:pt x="15282" y="17323"/>
                  </a:cubicBezTo>
                  <a:cubicBezTo>
                    <a:pt x="15235" y="17323"/>
                    <a:pt x="15188" y="17293"/>
                    <a:pt x="15235" y="17263"/>
                  </a:cubicBezTo>
                  <a:cubicBezTo>
                    <a:pt x="15235" y="17203"/>
                    <a:pt x="15329" y="17173"/>
                    <a:pt x="15282" y="17142"/>
                  </a:cubicBezTo>
                  <a:cubicBezTo>
                    <a:pt x="15235" y="17082"/>
                    <a:pt x="15094" y="16992"/>
                    <a:pt x="15047" y="16961"/>
                  </a:cubicBezTo>
                  <a:cubicBezTo>
                    <a:pt x="15047" y="16931"/>
                    <a:pt x="15000" y="16871"/>
                    <a:pt x="15047" y="16871"/>
                  </a:cubicBezTo>
                  <a:cubicBezTo>
                    <a:pt x="15047" y="16871"/>
                    <a:pt x="15047" y="16871"/>
                    <a:pt x="15094" y="16871"/>
                  </a:cubicBezTo>
                  <a:cubicBezTo>
                    <a:pt x="15094" y="16871"/>
                    <a:pt x="15094" y="16871"/>
                    <a:pt x="15094" y="16871"/>
                  </a:cubicBezTo>
                  <a:cubicBezTo>
                    <a:pt x="15094" y="16871"/>
                    <a:pt x="15141" y="16901"/>
                    <a:pt x="15141" y="16901"/>
                  </a:cubicBezTo>
                  <a:cubicBezTo>
                    <a:pt x="15141" y="16901"/>
                    <a:pt x="15141" y="16901"/>
                    <a:pt x="15141" y="16901"/>
                  </a:cubicBezTo>
                  <a:cubicBezTo>
                    <a:pt x="15188" y="16901"/>
                    <a:pt x="15188" y="16901"/>
                    <a:pt x="15188" y="16901"/>
                  </a:cubicBezTo>
                  <a:cubicBezTo>
                    <a:pt x="15188" y="16901"/>
                    <a:pt x="15188" y="16931"/>
                    <a:pt x="15188" y="16931"/>
                  </a:cubicBezTo>
                  <a:cubicBezTo>
                    <a:pt x="15235" y="16931"/>
                    <a:pt x="15235" y="16931"/>
                    <a:pt x="15235" y="16931"/>
                  </a:cubicBezTo>
                  <a:cubicBezTo>
                    <a:pt x="15235" y="16961"/>
                    <a:pt x="15376" y="16931"/>
                    <a:pt x="15423" y="16961"/>
                  </a:cubicBezTo>
                  <a:cubicBezTo>
                    <a:pt x="15423" y="16992"/>
                    <a:pt x="15470" y="17022"/>
                    <a:pt x="15564" y="17022"/>
                  </a:cubicBezTo>
                  <a:cubicBezTo>
                    <a:pt x="15704" y="17022"/>
                    <a:pt x="15986" y="17022"/>
                    <a:pt x="16033" y="16992"/>
                  </a:cubicBezTo>
                  <a:cubicBezTo>
                    <a:pt x="16127" y="16931"/>
                    <a:pt x="16221" y="16871"/>
                    <a:pt x="16315" y="16811"/>
                  </a:cubicBezTo>
                  <a:cubicBezTo>
                    <a:pt x="16315" y="16811"/>
                    <a:pt x="16362" y="16780"/>
                    <a:pt x="16362" y="16750"/>
                  </a:cubicBezTo>
                  <a:cubicBezTo>
                    <a:pt x="16362" y="16750"/>
                    <a:pt x="16362" y="16750"/>
                    <a:pt x="16362" y="16750"/>
                  </a:cubicBezTo>
                  <a:cubicBezTo>
                    <a:pt x="16409" y="16720"/>
                    <a:pt x="16409" y="16720"/>
                    <a:pt x="16409" y="16690"/>
                  </a:cubicBezTo>
                  <a:cubicBezTo>
                    <a:pt x="16409" y="16690"/>
                    <a:pt x="16409" y="16690"/>
                    <a:pt x="16456" y="16690"/>
                  </a:cubicBezTo>
                  <a:cubicBezTo>
                    <a:pt x="16456" y="16690"/>
                    <a:pt x="16456" y="16660"/>
                    <a:pt x="16456" y="16660"/>
                  </a:cubicBezTo>
                  <a:cubicBezTo>
                    <a:pt x="16456" y="16660"/>
                    <a:pt x="16456" y="16660"/>
                    <a:pt x="16456" y="16660"/>
                  </a:cubicBezTo>
                  <a:cubicBezTo>
                    <a:pt x="16456" y="16630"/>
                    <a:pt x="16456" y="16630"/>
                    <a:pt x="16456" y="16630"/>
                  </a:cubicBezTo>
                  <a:cubicBezTo>
                    <a:pt x="16503" y="16630"/>
                    <a:pt x="16503" y="16599"/>
                    <a:pt x="16503" y="16599"/>
                  </a:cubicBezTo>
                  <a:cubicBezTo>
                    <a:pt x="16503" y="16569"/>
                    <a:pt x="16550" y="16539"/>
                    <a:pt x="16597" y="16509"/>
                  </a:cubicBezTo>
                  <a:cubicBezTo>
                    <a:pt x="16644" y="16479"/>
                    <a:pt x="16737" y="16479"/>
                    <a:pt x="16784" y="16388"/>
                  </a:cubicBezTo>
                  <a:cubicBezTo>
                    <a:pt x="16784" y="16298"/>
                    <a:pt x="16831" y="16237"/>
                    <a:pt x="16878" y="16207"/>
                  </a:cubicBezTo>
                  <a:cubicBezTo>
                    <a:pt x="16925" y="16147"/>
                    <a:pt x="17019" y="16147"/>
                    <a:pt x="17019" y="16177"/>
                  </a:cubicBezTo>
                  <a:cubicBezTo>
                    <a:pt x="16972" y="16207"/>
                    <a:pt x="16831" y="16328"/>
                    <a:pt x="16878" y="16328"/>
                  </a:cubicBezTo>
                  <a:cubicBezTo>
                    <a:pt x="16925" y="16298"/>
                    <a:pt x="17113" y="16207"/>
                    <a:pt x="17160" y="16147"/>
                  </a:cubicBezTo>
                  <a:cubicBezTo>
                    <a:pt x="17254" y="16117"/>
                    <a:pt x="17395" y="15905"/>
                    <a:pt x="17442" y="15875"/>
                  </a:cubicBezTo>
                  <a:cubicBezTo>
                    <a:pt x="17536" y="15845"/>
                    <a:pt x="17583" y="15845"/>
                    <a:pt x="17630" y="15815"/>
                  </a:cubicBezTo>
                  <a:cubicBezTo>
                    <a:pt x="17677" y="15755"/>
                    <a:pt x="17677" y="15694"/>
                    <a:pt x="17724" y="15664"/>
                  </a:cubicBezTo>
                  <a:cubicBezTo>
                    <a:pt x="17771" y="15604"/>
                    <a:pt x="17677" y="15574"/>
                    <a:pt x="17724" y="15513"/>
                  </a:cubicBezTo>
                  <a:cubicBezTo>
                    <a:pt x="17771" y="15453"/>
                    <a:pt x="17724" y="15393"/>
                    <a:pt x="17817" y="15332"/>
                  </a:cubicBezTo>
                  <a:cubicBezTo>
                    <a:pt x="17911" y="15272"/>
                    <a:pt x="18146" y="15121"/>
                    <a:pt x="18287" y="15091"/>
                  </a:cubicBezTo>
                  <a:cubicBezTo>
                    <a:pt x="18381" y="15061"/>
                    <a:pt x="18428" y="15031"/>
                    <a:pt x="18522" y="15000"/>
                  </a:cubicBezTo>
                  <a:cubicBezTo>
                    <a:pt x="18616" y="14970"/>
                    <a:pt x="18663" y="14910"/>
                    <a:pt x="18804" y="14880"/>
                  </a:cubicBezTo>
                  <a:cubicBezTo>
                    <a:pt x="18897" y="14850"/>
                    <a:pt x="19179" y="14880"/>
                    <a:pt x="19320" y="14850"/>
                  </a:cubicBezTo>
                  <a:cubicBezTo>
                    <a:pt x="19461" y="14819"/>
                    <a:pt x="19602" y="14729"/>
                    <a:pt x="19602" y="14699"/>
                  </a:cubicBezTo>
                  <a:cubicBezTo>
                    <a:pt x="19649" y="14669"/>
                    <a:pt x="19837" y="14457"/>
                    <a:pt x="19931" y="14427"/>
                  </a:cubicBezTo>
                  <a:cubicBezTo>
                    <a:pt x="19977" y="14367"/>
                    <a:pt x="20071" y="14246"/>
                    <a:pt x="20118" y="14156"/>
                  </a:cubicBezTo>
                  <a:cubicBezTo>
                    <a:pt x="20165" y="14065"/>
                    <a:pt x="20259" y="13914"/>
                    <a:pt x="20306" y="13854"/>
                  </a:cubicBezTo>
                  <a:cubicBezTo>
                    <a:pt x="20306" y="13824"/>
                    <a:pt x="20353" y="13854"/>
                    <a:pt x="20353" y="13733"/>
                  </a:cubicBezTo>
                  <a:cubicBezTo>
                    <a:pt x="20400" y="13613"/>
                    <a:pt x="20400" y="13402"/>
                    <a:pt x="20494" y="13371"/>
                  </a:cubicBezTo>
                  <a:cubicBezTo>
                    <a:pt x="20588" y="13341"/>
                    <a:pt x="20588" y="13311"/>
                    <a:pt x="20682" y="13251"/>
                  </a:cubicBezTo>
                  <a:cubicBezTo>
                    <a:pt x="20776" y="13160"/>
                    <a:pt x="20964" y="12979"/>
                    <a:pt x="21104" y="12919"/>
                  </a:cubicBezTo>
                  <a:cubicBezTo>
                    <a:pt x="21292" y="12859"/>
                    <a:pt x="21527" y="12678"/>
                    <a:pt x="21527" y="12587"/>
                  </a:cubicBezTo>
                  <a:cubicBezTo>
                    <a:pt x="21574" y="12497"/>
                    <a:pt x="21574" y="12406"/>
                    <a:pt x="21527" y="12346"/>
                  </a:cubicBezTo>
                  <a:cubicBezTo>
                    <a:pt x="21480" y="12285"/>
                    <a:pt x="21574" y="12255"/>
                    <a:pt x="21480" y="12255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82" name="Freeform 58"/>
            <p:cNvSpPr/>
            <p:nvPr/>
          </p:nvSpPr>
          <p:spPr>
            <a:xfrm>
              <a:off x="1138739" y="3546117"/>
              <a:ext cx="137643" cy="1242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14" h="21600" extrusionOk="0">
                  <a:moveTo>
                    <a:pt x="19855" y="19200"/>
                  </a:moveTo>
                  <a:cubicBezTo>
                    <a:pt x="18505" y="18400"/>
                    <a:pt x="15805" y="16000"/>
                    <a:pt x="15130" y="14400"/>
                  </a:cubicBezTo>
                  <a:cubicBezTo>
                    <a:pt x="15130" y="12800"/>
                    <a:pt x="12430" y="9600"/>
                    <a:pt x="12430" y="8800"/>
                  </a:cubicBezTo>
                  <a:cubicBezTo>
                    <a:pt x="12430" y="7200"/>
                    <a:pt x="11080" y="7200"/>
                    <a:pt x="11755" y="5600"/>
                  </a:cubicBezTo>
                  <a:cubicBezTo>
                    <a:pt x="12430" y="4000"/>
                    <a:pt x="13105" y="4800"/>
                    <a:pt x="12430" y="2400"/>
                  </a:cubicBezTo>
                  <a:cubicBezTo>
                    <a:pt x="12430" y="1600"/>
                    <a:pt x="12430" y="800"/>
                    <a:pt x="12430" y="800"/>
                  </a:cubicBezTo>
                  <a:cubicBezTo>
                    <a:pt x="12430" y="800"/>
                    <a:pt x="12430" y="800"/>
                    <a:pt x="11755" y="800"/>
                  </a:cubicBezTo>
                  <a:cubicBezTo>
                    <a:pt x="11755" y="0"/>
                    <a:pt x="11755" y="0"/>
                    <a:pt x="11755" y="0"/>
                  </a:cubicBezTo>
                  <a:cubicBezTo>
                    <a:pt x="11755" y="0"/>
                    <a:pt x="11755" y="0"/>
                    <a:pt x="11755" y="0"/>
                  </a:cubicBezTo>
                  <a:cubicBezTo>
                    <a:pt x="11755" y="0"/>
                    <a:pt x="11755" y="0"/>
                    <a:pt x="11755" y="0"/>
                  </a:cubicBezTo>
                  <a:cubicBezTo>
                    <a:pt x="11755" y="0"/>
                    <a:pt x="11755" y="0"/>
                    <a:pt x="11755" y="0"/>
                  </a:cubicBezTo>
                  <a:cubicBezTo>
                    <a:pt x="11080" y="0"/>
                    <a:pt x="11080" y="0"/>
                    <a:pt x="11080" y="0"/>
                  </a:cubicBezTo>
                  <a:cubicBezTo>
                    <a:pt x="10405" y="800"/>
                    <a:pt x="9730" y="2400"/>
                    <a:pt x="9730" y="1600"/>
                  </a:cubicBezTo>
                  <a:cubicBezTo>
                    <a:pt x="9055" y="1600"/>
                    <a:pt x="9730" y="0"/>
                    <a:pt x="9055" y="800"/>
                  </a:cubicBezTo>
                  <a:cubicBezTo>
                    <a:pt x="8380" y="1600"/>
                    <a:pt x="7705" y="2400"/>
                    <a:pt x="7030" y="2400"/>
                  </a:cubicBezTo>
                  <a:cubicBezTo>
                    <a:pt x="6355" y="2400"/>
                    <a:pt x="6355" y="3200"/>
                    <a:pt x="6355" y="4000"/>
                  </a:cubicBezTo>
                  <a:cubicBezTo>
                    <a:pt x="7030" y="4800"/>
                    <a:pt x="7705" y="4800"/>
                    <a:pt x="7705" y="5600"/>
                  </a:cubicBezTo>
                  <a:cubicBezTo>
                    <a:pt x="8380" y="6400"/>
                    <a:pt x="9055" y="7200"/>
                    <a:pt x="8380" y="8000"/>
                  </a:cubicBezTo>
                  <a:cubicBezTo>
                    <a:pt x="7030" y="9600"/>
                    <a:pt x="5680" y="10400"/>
                    <a:pt x="5005" y="10400"/>
                  </a:cubicBezTo>
                  <a:cubicBezTo>
                    <a:pt x="5005" y="10400"/>
                    <a:pt x="3655" y="12000"/>
                    <a:pt x="5005" y="12800"/>
                  </a:cubicBezTo>
                  <a:cubicBezTo>
                    <a:pt x="6355" y="14400"/>
                    <a:pt x="7030" y="16000"/>
                    <a:pt x="7030" y="16000"/>
                  </a:cubicBezTo>
                  <a:cubicBezTo>
                    <a:pt x="6355" y="16000"/>
                    <a:pt x="4330" y="15200"/>
                    <a:pt x="4330" y="15200"/>
                  </a:cubicBezTo>
                  <a:cubicBezTo>
                    <a:pt x="3655" y="16000"/>
                    <a:pt x="3655" y="16800"/>
                    <a:pt x="2980" y="16800"/>
                  </a:cubicBezTo>
                  <a:cubicBezTo>
                    <a:pt x="2305" y="16000"/>
                    <a:pt x="1630" y="15200"/>
                    <a:pt x="955" y="16000"/>
                  </a:cubicBezTo>
                  <a:cubicBezTo>
                    <a:pt x="280" y="16800"/>
                    <a:pt x="-395" y="18400"/>
                    <a:pt x="280" y="19200"/>
                  </a:cubicBezTo>
                  <a:cubicBezTo>
                    <a:pt x="1630" y="20000"/>
                    <a:pt x="2980" y="18400"/>
                    <a:pt x="3655" y="20000"/>
                  </a:cubicBezTo>
                  <a:cubicBezTo>
                    <a:pt x="4330" y="20800"/>
                    <a:pt x="6355" y="20000"/>
                    <a:pt x="7705" y="20000"/>
                  </a:cubicBezTo>
                  <a:cubicBezTo>
                    <a:pt x="7705" y="20800"/>
                    <a:pt x="9055" y="20000"/>
                    <a:pt x="10405" y="20000"/>
                  </a:cubicBezTo>
                  <a:cubicBezTo>
                    <a:pt x="10405" y="20000"/>
                    <a:pt x="10405" y="20000"/>
                    <a:pt x="10405" y="20000"/>
                  </a:cubicBezTo>
                  <a:cubicBezTo>
                    <a:pt x="10405" y="20000"/>
                    <a:pt x="11080" y="20000"/>
                    <a:pt x="11080" y="20000"/>
                  </a:cubicBezTo>
                  <a:cubicBezTo>
                    <a:pt x="11080" y="20000"/>
                    <a:pt x="11080" y="20000"/>
                    <a:pt x="11080" y="20000"/>
                  </a:cubicBezTo>
                  <a:cubicBezTo>
                    <a:pt x="11755" y="20000"/>
                    <a:pt x="11755" y="20000"/>
                    <a:pt x="11755" y="20000"/>
                  </a:cubicBezTo>
                  <a:cubicBezTo>
                    <a:pt x="11755" y="20000"/>
                    <a:pt x="11755" y="20000"/>
                    <a:pt x="12430" y="20000"/>
                  </a:cubicBezTo>
                  <a:cubicBezTo>
                    <a:pt x="12430" y="20000"/>
                    <a:pt x="12430" y="20000"/>
                    <a:pt x="12430" y="20000"/>
                  </a:cubicBezTo>
                  <a:cubicBezTo>
                    <a:pt x="12430" y="20000"/>
                    <a:pt x="12430" y="20000"/>
                    <a:pt x="12430" y="20000"/>
                  </a:cubicBezTo>
                  <a:cubicBezTo>
                    <a:pt x="13105" y="20000"/>
                    <a:pt x="13105" y="20000"/>
                    <a:pt x="13105" y="20000"/>
                  </a:cubicBezTo>
                  <a:cubicBezTo>
                    <a:pt x="14455" y="20800"/>
                    <a:pt x="15805" y="21600"/>
                    <a:pt x="16480" y="21600"/>
                  </a:cubicBezTo>
                  <a:cubicBezTo>
                    <a:pt x="17155" y="21600"/>
                    <a:pt x="17830" y="20000"/>
                    <a:pt x="18505" y="20000"/>
                  </a:cubicBezTo>
                  <a:cubicBezTo>
                    <a:pt x="19855" y="20000"/>
                    <a:pt x="21205" y="20000"/>
                    <a:pt x="19855" y="192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83" name="Freeform 59"/>
            <p:cNvSpPr/>
            <p:nvPr/>
          </p:nvSpPr>
          <p:spPr>
            <a:xfrm>
              <a:off x="1208006" y="3672229"/>
              <a:ext cx="22186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516" h="17225" extrusionOk="0">
                  <a:moveTo>
                    <a:pt x="491" y="2825"/>
                  </a:moveTo>
                  <a:cubicBezTo>
                    <a:pt x="-2595" y="2825"/>
                    <a:pt x="9748" y="17225"/>
                    <a:pt x="12834" y="17225"/>
                  </a:cubicBezTo>
                  <a:cubicBezTo>
                    <a:pt x="19005" y="2825"/>
                    <a:pt x="6662" y="-4375"/>
                    <a:pt x="491" y="2825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84" name="Freeform 60"/>
            <p:cNvSpPr/>
            <p:nvPr/>
          </p:nvSpPr>
          <p:spPr>
            <a:xfrm>
              <a:off x="1158827" y="3674288"/>
              <a:ext cx="27614" cy="15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166" h="17287" extrusionOk="0">
                  <a:moveTo>
                    <a:pt x="2311" y="0"/>
                  </a:moveTo>
                  <a:cubicBezTo>
                    <a:pt x="-3089" y="5400"/>
                    <a:pt x="2311" y="10800"/>
                    <a:pt x="5011" y="16200"/>
                  </a:cubicBezTo>
                  <a:cubicBezTo>
                    <a:pt x="7711" y="21600"/>
                    <a:pt x="13111" y="5400"/>
                    <a:pt x="15811" y="0"/>
                  </a:cubicBezTo>
                  <a:cubicBezTo>
                    <a:pt x="18511" y="0"/>
                    <a:pt x="5011" y="0"/>
                    <a:pt x="2311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85" name="Freeform 61"/>
            <p:cNvSpPr/>
            <p:nvPr/>
          </p:nvSpPr>
          <p:spPr>
            <a:xfrm>
              <a:off x="1065545" y="3563433"/>
              <a:ext cx="51111" cy="62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04" h="19241" extrusionOk="0">
                  <a:moveTo>
                    <a:pt x="504" y="290"/>
                  </a:moveTo>
                  <a:cubicBezTo>
                    <a:pt x="-1296" y="-1150"/>
                    <a:pt x="2304" y="3170"/>
                    <a:pt x="2304" y="4610"/>
                  </a:cubicBezTo>
                  <a:cubicBezTo>
                    <a:pt x="2304" y="6050"/>
                    <a:pt x="4104" y="7490"/>
                    <a:pt x="5904" y="7490"/>
                  </a:cubicBezTo>
                  <a:cubicBezTo>
                    <a:pt x="5904" y="6050"/>
                    <a:pt x="7704" y="8930"/>
                    <a:pt x="7704" y="10370"/>
                  </a:cubicBezTo>
                  <a:cubicBezTo>
                    <a:pt x="5904" y="10370"/>
                    <a:pt x="5904" y="13250"/>
                    <a:pt x="7704" y="14690"/>
                  </a:cubicBezTo>
                  <a:cubicBezTo>
                    <a:pt x="9504" y="16130"/>
                    <a:pt x="11304" y="19010"/>
                    <a:pt x="14904" y="19010"/>
                  </a:cubicBezTo>
                  <a:cubicBezTo>
                    <a:pt x="16704" y="20450"/>
                    <a:pt x="18504" y="14690"/>
                    <a:pt x="20304" y="14690"/>
                  </a:cubicBezTo>
                  <a:cubicBezTo>
                    <a:pt x="20304" y="13250"/>
                    <a:pt x="13104" y="8930"/>
                    <a:pt x="11304" y="6050"/>
                  </a:cubicBezTo>
                  <a:cubicBezTo>
                    <a:pt x="7704" y="4610"/>
                    <a:pt x="2304" y="290"/>
                    <a:pt x="504" y="29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86" name="Freeform 62"/>
            <p:cNvSpPr/>
            <p:nvPr/>
          </p:nvSpPr>
          <p:spPr>
            <a:xfrm>
              <a:off x="1122479" y="3579130"/>
              <a:ext cx="31071" cy="36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514" y="0"/>
                    <a:pt x="12343" y="2700"/>
                    <a:pt x="9257" y="2700"/>
                  </a:cubicBezTo>
                  <a:cubicBezTo>
                    <a:pt x="6171" y="5400"/>
                    <a:pt x="0" y="5400"/>
                    <a:pt x="0" y="8100"/>
                  </a:cubicBezTo>
                  <a:cubicBezTo>
                    <a:pt x="0" y="13500"/>
                    <a:pt x="6171" y="18900"/>
                    <a:pt x="12343" y="21600"/>
                  </a:cubicBezTo>
                  <a:cubicBezTo>
                    <a:pt x="15429" y="21600"/>
                    <a:pt x="21600" y="2700"/>
                    <a:pt x="2160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87" name="Freeform 63"/>
            <p:cNvSpPr/>
            <p:nvPr/>
          </p:nvSpPr>
          <p:spPr>
            <a:xfrm>
              <a:off x="1344679" y="1583539"/>
              <a:ext cx="198075" cy="749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98" h="20329" extrusionOk="0">
                  <a:moveTo>
                    <a:pt x="18695" y="19058"/>
                  </a:moveTo>
                  <a:cubicBezTo>
                    <a:pt x="20945" y="17788"/>
                    <a:pt x="17795" y="15247"/>
                    <a:pt x="17345" y="15247"/>
                  </a:cubicBezTo>
                  <a:cubicBezTo>
                    <a:pt x="16895" y="15247"/>
                    <a:pt x="16895" y="13976"/>
                    <a:pt x="17345" y="13976"/>
                  </a:cubicBezTo>
                  <a:cubicBezTo>
                    <a:pt x="17345" y="12705"/>
                    <a:pt x="16895" y="12705"/>
                    <a:pt x="16445" y="12705"/>
                  </a:cubicBezTo>
                  <a:cubicBezTo>
                    <a:pt x="15995" y="12705"/>
                    <a:pt x="15095" y="11435"/>
                    <a:pt x="14195" y="10164"/>
                  </a:cubicBezTo>
                  <a:cubicBezTo>
                    <a:pt x="13745" y="8894"/>
                    <a:pt x="13745" y="7623"/>
                    <a:pt x="12395" y="7623"/>
                  </a:cubicBezTo>
                  <a:cubicBezTo>
                    <a:pt x="11045" y="7623"/>
                    <a:pt x="9695" y="5082"/>
                    <a:pt x="8795" y="2541"/>
                  </a:cubicBezTo>
                  <a:cubicBezTo>
                    <a:pt x="7895" y="-1271"/>
                    <a:pt x="5645" y="0"/>
                    <a:pt x="3845" y="1270"/>
                  </a:cubicBezTo>
                  <a:cubicBezTo>
                    <a:pt x="2495" y="1270"/>
                    <a:pt x="695" y="3811"/>
                    <a:pt x="245" y="5082"/>
                  </a:cubicBezTo>
                  <a:cubicBezTo>
                    <a:pt x="-655" y="7623"/>
                    <a:pt x="1145" y="6353"/>
                    <a:pt x="2045" y="6353"/>
                  </a:cubicBezTo>
                  <a:cubicBezTo>
                    <a:pt x="2495" y="7623"/>
                    <a:pt x="2495" y="8894"/>
                    <a:pt x="3395" y="8894"/>
                  </a:cubicBezTo>
                  <a:cubicBezTo>
                    <a:pt x="3845" y="8894"/>
                    <a:pt x="2945" y="6353"/>
                    <a:pt x="2945" y="5082"/>
                  </a:cubicBezTo>
                  <a:cubicBezTo>
                    <a:pt x="2945" y="3811"/>
                    <a:pt x="3395" y="3811"/>
                    <a:pt x="4295" y="3811"/>
                  </a:cubicBezTo>
                  <a:cubicBezTo>
                    <a:pt x="4745" y="3811"/>
                    <a:pt x="5195" y="3811"/>
                    <a:pt x="5195" y="5082"/>
                  </a:cubicBezTo>
                  <a:cubicBezTo>
                    <a:pt x="5195" y="6353"/>
                    <a:pt x="5195" y="6353"/>
                    <a:pt x="6095" y="6353"/>
                  </a:cubicBezTo>
                  <a:cubicBezTo>
                    <a:pt x="6995" y="7623"/>
                    <a:pt x="7445" y="7623"/>
                    <a:pt x="7895" y="8894"/>
                  </a:cubicBezTo>
                  <a:cubicBezTo>
                    <a:pt x="8345" y="11435"/>
                    <a:pt x="9695" y="8894"/>
                    <a:pt x="10145" y="8894"/>
                  </a:cubicBezTo>
                  <a:cubicBezTo>
                    <a:pt x="11045" y="10164"/>
                    <a:pt x="11495" y="12705"/>
                    <a:pt x="11495" y="13976"/>
                  </a:cubicBezTo>
                  <a:cubicBezTo>
                    <a:pt x="11495" y="15247"/>
                    <a:pt x="11945" y="13976"/>
                    <a:pt x="13295" y="15247"/>
                  </a:cubicBezTo>
                  <a:cubicBezTo>
                    <a:pt x="14195" y="16517"/>
                    <a:pt x="12845" y="17788"/>
                    <a:pt x="12395" y="19058"/>
                  </a:cubicBezTo>
                  <a:cubicBezTo>
                    <a:pt x="11945" y="19058"/>
                    <a:pt x="12845" y="19058"/>
                    <a:pt x="13745" y="20329"/>
                  </a:cubicBezTo>
                  <a:cubicBezTo>
                    <a:pt x="15095" y="20329"/>
                    <a:pt x="18245" y="19058"/>
                    <a:pt x="18695" y="19058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88" name="Freeform 64"/>
            <p:cNvSpPr/>
            <p:nvPr/>
          </p:nvSpPr>
          <p:spPr>
            <a:xfrm>
              <a:off x="1451922" y="1681548"/>
              <a:ext cx="2854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36" h="17600" extrusionOk="0">
                  <a:moveTo>
                    <a:pt x="718" y="3200"/>
                  </a:moveTo>
                  <a:cubicBezTo>
                    <a:pt x="3418" y="10400"/>
                    <a:pt x="3418" y="17600"/>
                    <a:pt x="3418" y="17600"/>
                  </a:cubicBezTo>
                  <a:cubicBezTo>
                    <a:pt x="3418" y="17600"/>
                    <a:pt x="11518" y="17600"/>
                    <a:pt x="16918" y="10400"/>
                  </a:cubicBezTo>
                  <a:cubicBezTo>
                    <a:pt x="19618" y="10400"/>
                    <a:pt x="14218" y="3200"/>
                    <a:pt x="8818" y="3200"/>
                  </a:cubicBezTo>
                  <a:cubicBezTo>
                    <a:pt x="3418" y="-4000"/>
                    <a:pt x="-1982" y="3200"/>
                    <a:pt x="718" y="32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89" name="Freeform 65"/>
            <p:cNvSpPr/>
            <p:nvPr/>
          </p:nvSpPr>
          <p:spPr>
            <a:xfrm>
              <a:off x="1533601" y="1678345"/>
              <a:ext cx="3138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621" h="21600" extrusionOk="0">
                  <a:moveTo>
                    <a:pt x="638" y="10800"/>
                  </a:moveTo>
                  <a:cubicBezTo>
                    <a:pt x="5438" y="21600"/>
                    <a:pt x="12638" y="21600"/>
                    <a:pt x="15038" y="21600"/>
                  </a:cubicBezTo>
                  <a:cubicBezTo>
                    <a:pt x="19838" y="10800"/>
                    <a:pt x="12638" y="0"/>
                    <a:pt x="7838" y="0"/>
                  </a:cubicBezTo>
                  <a:cubicBezTo>
                    <a:pt x="3038" y="0"/>
                    <a:pt x="-1762" y="0"/>
                    <a:pt x="638" y="108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90" name="Freeform 66"/>
            <p:cNvSpPr/>
            <p:nvPr/>
          </p:nvSpPr>
          <p:spPr>
            <a:xfrm>
              <a:off x="1556387" y="1652653"/>
              <a:ext cx="91577" cy="36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72" h="21600" extrusionOk="0">
                  <a:moveTo>
                    <a:pt x="2461" y="13500"/>
                  </a:moveTo>
                  <a:cubicBezTo>
                    <a:pt x="2461" y="13500"/>
                    <a:pt x="2461" y="13500"/>
                    <a:pt x="2461" y="13500"/>
                  </a:cubicBezTo>
                  <a:cubicBezTo>
                    <a:pt x="2461" y="13500"/>
                    <a:pt x="2461" y="13500"/>
                    <a:pt x="2461" y="16200"/>
                  </a:cubicBezTo>
                  <a:cubicBezTo>
                    <a:pt x="3489" y="16200"/>
                    <a:pt x="3489" y="16200"/>
                    <a:pt x="3489" y="16200"/>
                  </a:cubicBezTo>
                  <a:cubicBezTo>
                    <a:pt x="3489" y="16200"/>
                    <a:pt x="3489" y="16200"/>
                    <a:pt x="3489" y="16200"/>
                  </a:cubicBezTo>
                  <a:cubicBezTo>
                    <a:pt x="3489" y="16200"/>
                    <a:pt x="3489" y="16200"/>
                    <a:pt x="4518" y="16200"/>
                  </a:cubicBezTo>
                  <a:cubicBezTo>
                    <a:pt x="4518" y="18900"/>
                    <a:pt x="4518" y="18900"/>
                    <a:pt x="4518" y="18900"/>
                  </a:cubicBezTo>
                  <a:cubicBezTo>
                    <a:pt x="4518" y="18900"/>
                    <a:pt x="4518" y="18900"/>
                    <a:pt x="4518" y="18900"/>
                  </a:cubicBezTo>
                  <a:cubicBezTo>
                    <a:pt x="4518" y="18900"/>
                    <a:pt x="4518" y="18900"/>
                    <a:pt x="4518" y="18900"/>
                  </a:cubicBezTo>
                  <a:cubicBezTo>
                    <a:pt x="5546" y="18900"/>
                    <a:pt x="5546" y="18900"/>
                    <a:pt x="5546" y="21600"/>
                  </a:cubicBezTo>
                  <a:cubicBezTo>
                    <a:pt x="5546" y="21600"/>
                    <a:pt x="5546" y="21600"/>
                    <a:pt x="6575" y="21600"/>
                  </a:cubicBezTo>
                  <a:cubicBezTo>
                    <a:pt x="6575" y="21600"/>
                    <a:pt x="6575" y="21600"/>
                    <a:pt x="6575" y="21600"/>
                  </a:cubicBezTo>
                  <a:cubicBezTo>
                    <a:pt x="7604" y="21600"/>
                    <a:pt x="8632" y="18900"/>
                    <a:pt x="9661" y="18900"/>
                  </a:cubicBezTo>
                  <a:cubicBezTo>
                    <a:pt x="10689" y="16200"/>
                    <a:pt x="10689" y="18900"/>
                    <a:pt x="11718" y="21600"/>
                  </a:cubicBezTo>
                  <a:cubicBezTo>
                    <a:pt x="11718" y="21600"/>
                    <a:pt x="13775" y="18900"/>
                    <a:pt x="14804" y="18900"/>
                  </a:cubicBezTo>
                  <a:cubicBezTo>
                    <a:pt x="16861" y="16200"/>
                    <a:pt x="18918" y="18900"/>
                    <a:pt x="19946" y="18900"/>
                  </a:cubicBezTo>
                  <a:cubicBezTo>
                    <a:pt x="20975" y="18900"/>
                    <a:pt x="19946" y="16200"/>
                    <a:pt x="18918" y="13500"/>
                  </a:cubicBezTo>
                  <a:cubicBezTo>
                    <a:pt x="17889" y="13500"/>
                    <a:pt x="17889" y="8100"/>
                    <a:pt x="16861" y="5400"/>
                  </a:cubicBezTo>
                  <a:cubicBezTo>
                    <a:pt x="15832" y="2700"/>
                    <a:pt x="12746" y="2700"/>
                    <a:pt x="10689" y="2700"/>
                  </a:cubicBezTo>
                  <a:cubicBezTo>
                    <a:pt x="10689" y="2700"/>
                    <a:pt x="10689" y="2700"/>
                    <a:pt x="9661" y="2700"/>
                  </a:cubicBezTo>
                  <a:cubicBezTo>
                    <a:pt x="9661" y="2700"/>
                    <a:pt x="9661" y="2700"/>
                    <a:pt x="9661" y="2700"/>
                  </a:cubicBezTo>
                  <a:cubicBezTo>
                    <a:pt x="9661" y="2700"/>
                    <a:pt x="9661" y="2700"/>
                    <a:pt x="8632" y="2700"/>
                  </a:cubicBezTo>
                  <a:cubicBezTo>
                    <a:pt x="8632" y="2700"/>
                    <a:pt x="8632" y="2700"/>
                    <a:pt x="8632" y="2700"/>
                  </a:cubicBezTo>
                  <a:cubicBezTo>
                    <a:pt x="8632" y="2700"/>
                    <a:pt x="7604" y="2700"/>
                    <a:pt x="7604" y="2700"/>
                  </a:cubicBezTo>
                  <a:cubicBezTo>
                    <a:pt x="7604" y="2700"/>
                    <a:pt x="7604" y="2700"/>
                    <a:pt x="7604" y="2700"/>
                  </a:cubicBezTo>
                  <a:cubicBezTo>
                    <a:pt x="6575" y="2700"/>
                    <a:pt x="6575" y="2700"/>
                    <a:pt x="6575" y="2700"/>
                  </a:cubicBezTo>
                  <a:cubicBezTo>
                    <a:pt x="6575" y="2700"/>
                    <a:pt x="5546" y="2700"/>
                    <a:pt x="5546" y="2700"/>
                  </a:cubicBezTo>
                  <a:cubicBezTo>
                    <a:pt x="5546" y="2700"/>
                    <a:pt x="5546" y="2700"/>
                    <a:pt x="5546" y="2700"/>
                  </a:cubicBezTo>
                  <a:cubicBezTo>
                    <a:pt x="5546" y="2700"/>
                    <a:pt x="4518" y="2700"/>
                    <a:pt x="4518" y="2700"/>
                  </a:cubicBezTo>
                  <a:cubicBezTo>
                    <a:pt x="4518" y="2700"/>
                    <a:pt x="4518" y="2700"/>
                    <a:pt x="4518" y="2700"/>
                  </a:cubicBezTo>
                  <a:cubicBezTo>
                    <a:pt x="3489" y="2700"/>
                    <a:pt x="3489" y="2700"/>
                    <a:pt x="3489" y="2700"/>
                  </a:cubicBezTo>
                  <a:cubicBezTo>
                    <a:pt x="3489" y="2700"/>
                    <a:pt x="3489" y="2700"/>
                    <a:pt x="3489" y="2700"/>
                  </a:cubicBezTo>
                  <a:cubicBezTo>
                    <a:pt x="2461" y="2700"/>
                    <a:pt x="2461" y="0"/>
                    <a:pt x="2461" y="0"/>
                  </a:cubicBezTo>
                  <a:cubicBezTo>
                    <a:pt x="404" y="0"/>
                    <a:pt x="-625" y="2700"/>
                    <a:pt x="404" y="5400"/>
                  </a:cubicBezTo>
                  <a:cubicBezTo>
                    <a:pt x="404" y="5400"/>
                    <a:pt x="1432" y="8100"/>
                    <a:pt x="1432" y="10800"/>
                  </a:cubicBezTo>
                  <a:cubicBezTo>
                    <a:pt x="2461" y="10800"/>
                    <a:pt x="2461" y="13500"/>
                    <a:pt x="2461" y="135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91" name="Freeform 67"/>
            <p:cNvSpPr/>
            <p:nvPr/>
          </p:nvSpPr>
          <p:spPr>
            <a:xfrm>
              <a:off x="1671569" y="1681792"/>
              <a:ext cx="29991" cy="146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899" h="16266" extrusionOk="0">
                  <a:moveTo>
                    <a:pt x="7055" y="3230"/>
                  </a:moveTo>
                  <a:cubicBezTo>
                    <a:pt x="575" y="3230"/>
                    <a:pt x="575" y="3230"/>
                    <a:pt x="575" y="8630"/>
                  </a:cubicBezTo>
                  <a:cubicBezTo>
                    <a:pt x="-1585" y="14030"/>
                    <a:pt x="2735" y="19430"/>
                    <a:pt x="7055" y="14030"/>
                  </a:cubicBezTo>
                  <a:cubicBezTo>
                    <a:pt x="20015" y="-2170"/>
                    <a:pt x="11375" y="-2170"/>
                    <a:pt x="7055" y="323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92" name="Freeform 68"/>
            <p:cNvSpPr/>
            <p:nvPr/>
          </p:nvSpPr>
          <p:spPr>
            <a:xfrm>
              <a:off x="1747240" y="1693362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274" extrusionOk="0">
                  <a:moveTo>
                    <a:pt x="21600" y="15274"/>
                  </a:moveTo>
                  <a:cubicBezTo>
                    <a:pt x="21600" y="4474"/>
                    <a:pt x="21600" y="-6326"/>
                    <a:pt x="0" y="4474"/>
                  </a:cubicBezTo>
                  <a:cubicBezTo>
                    <a:pt x="0" y="4474"/>
                    <a:pt x="0" y="15274"/>
                    <a:pt x="21600" y="15274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93" name="Freeform 69"/>
            <p:cNvSpPr/>
            <p:nvPr/>
          </p:nvSpPr>
          <p:spPr>
            <a:xfrm>
              <a:off x="1767337" y="1703397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62" h="13824" extrusionOk="0">
                  <a:moveTo>
                    <a:pt x="1962" y="13824"/>
                  </a:moveTo>
                  <a:cubicBezTo>
                    <a:pt x="9162" y="13824"/>
                    <a:pt x="16362" y="3024"/>
                    <a:pt x="16362" y="3024"/>
                  </a:cubicBezTo>
                  <a:cubicBezTo>
                    <a:pt x="9162" y="-7776"/>
                    <a:pt x="-5238" y="13824"/>
                    <a:pt x="1962" y="13824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94" name="Freeform 70"/>
            <p:cNvSpPr/>
            <p:nvPr/>
          </p:nvSpPr>
          <p:spPr>
            <a:xfrm>
              <a:off x="1770057" y="1737126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15274" extrusionOk="0">
                  <a:moveTo>
                    <a:pt x="0" y="10800"/>
                  </a:moveTo>
                  <a:cubicBezTo>
                    <a:pt x="21600" y="10800"/>
                    <a:pt x="21600" y="0"/>
                    <a:pt x="0" y="0"/>
                  </a:cubicBezTo>
                  <a:cubicBezTo>
                    <a:pt x="0" y="10800"/>
                    <a:pt x="0" y="21600"/>
                    <a:pt x="0" y="108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95" name="Freeform 71"/>
            <p:cNvSpPr/>
            <p:nvPr/>
          </p:nvSpPr>
          <p:spPr>
            <a:xfrm>
              <a:off x="1763747" y="1781440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15274" extrusionOk="0">
                  <a:moveTo>
                    <a:pt x="8100" y="15274"/>
                  </a:moveTo>
                  <a:cubicBezTo>
                    <a:pt x="18900" y="4474"/>
                    <a:pt x="18900" y="-6326"/>
                    <a:pt x="8100" y="4474"/>
                  </a:cubicBezTo>
                  <a:cubicBezTo>
                    <a:pt x="-2700" y="4474"/>
                    <a:pt x="-2700" y="15274"/>
                    <a:pt x="8100" y="15274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96" name="Freeform 72"/>
            <p:cNvSpPr/>
            <p:nvPr/>
          </p:nvSpPr>
          <p:spPr>
            <a:xfrm>
              <a:off x="1765169" y="1768650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274" h="21600" extrusionOk="0">
                  <a:moveTo>
                    <a:pt x="4474" y="21600"/>
                  </a:moveTo>
                  <a:cubicBezTo>
                    <a:pt x="15274" y="21600"/>
                    <a:pt x="15274" y="0"/>
                    <a:pt x="15274" y="0"/>
                  </a:cubicBezTo>
                  <a:cubicBezTo>
                    <a:pt x="4474" y="0"/>
                    <a:pt x="-6326" y="21600"/>
                    <a:pt x="4474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97" name="Freeform 73"/>
            <p:cNvSpPr/>
            <p:nvPr/>
          </p:nvSpPr>
          <p:spPr>
            <a:xfrm>
              <a:off x="1746271" y="1805200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165" h="12198" extrusionOk="0">
                  <a:moveTo>
                    <a:pt x="10182" y="10182"/>
                  </a:moveTo>
                  <a:cubicBezTo>
                    <a:pt x="17382" y="2982"/>
                    <a:pt x="10182" y="-4218"/>
                    <a:pt x="2982" y="2982"/>
                  </a:cubicBezTo>
                  <a:cubicBezTo>
                    <a:pt x="-4218" y="2982"/>
                    <a:pt x="2982" y="17382"/>
                    <a:pt x="10182" y="10182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98" name="Freeform 74"/>
            <p:cNvSpPr/>
            <p:nvPr/>
          </p:nvSpPr>
          <p:spPr>
            <a:xfrm>
              <a:off x="1796759" y="1782361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165" h="13945" extrusionOk="0">
                  <a:moveTo>
                    <a:pt x="2982" y="4729"/>
                  </a:moveTo>
                  <a:cubicBezTo>
                    <a:pt x="-4218" y="4729"/>
                    <a:pt x="2982" y="19129"/>
                    <a:pt x="10182" y="11929"/>
                  </a:cubicBezTo>
                  <a:cubicBezTo>
                    <a:pt x="17382" y="-2471"/>
                    <a:pt x="10182" y="-2471"/>
                    <a:pt x="2982" y="4729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599" name="Freeform 75"/>
            <p:cNvSpPr/>
            <p:nvPr/>
          </p:nvSpPr>
          <p:spPr>
            <a:xfrm>
              <a:off x="1479456" y="1550174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29" h="21600" extrusionOk="0">
                  <a:moveTo>
                    <a:pt x="7200" y="0"/>
                  </a:moveTo>
                  <a:cubicBezTo>
                    <a:pt x="0" y="0"/>
                    <a:pt x="0" y="0"/>
                    <a:pt x="0" y="10800"/>
                  </a:cubicBezTo>
                  <a:cubicBezTo>
                    <a:pt x="0" y="21600"/>
                    <a:pt x="7200" y="21600"/>
                    <a:pt x="14400" y="21600"/>
                  </a:cubicBezTo>
                  <a:cubicBezTo>
                    <a:pt x="21600" y="10800"/>
                    <a:pt x="21600" y="0"/>
                    <a:pt x="720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00" name="Freeform 76"/>
            <p:cNvSpPr/>
            <p:nvPr/>
          </p:nvSpPr>
          <p:spPr>
            <a:xfrm>
              <a:off x="1480890" y="1562019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1514" h="13824" extrusionOk="0">
                  <a:moveTo>
                    <a:pt x="8314" y="10800"/>
                  </a:moveTo>
                  <a:cubicBezTo>
                    <a:pt x="8314" y="10800"/>
                    <a:pt x="15514" y="0"/>
                    <a:pt x="8314" y="0"/>
                  </a:cubicBezTo>
                  <a:cubicBezTo>
                    <a:pt x="1114" y="0"/>
                    <a:pt x="-6086" y="21600"/>
                    <a:pt x="8314" y="108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01" name="Freeform 77"/>
            <p:cNvSpPr/>
            <p:nvPr/>
          </p:nvSpPr>
          <p:spPr>
            <a:xfrm>
              <a:off x="1769574" y="1394812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165" h="11232" extrusionOk="0">
                  <a:moveTo>
                    <a:pt x="10182" y="2016"/>
                  </a:moveTo>
                  <a:cubicBezTo>
                    <a:pt x="2982" y="2016"/>
                    <a:pt x="-4218" y="16416"/>
                    <a:pt x="2982" y="9216"/>
                  </a:cubicBezTo>
                  <a:cubicBezTo>
                    <a:pt x="10182" y="9216"/>
                    <a:pt x="17382" y="-5184"/>
                    <a:pt x="10182" y="2016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02" name="Freeform 78"/>
            <p:cNvSpPr/>
            <p:nvPr/>
          </p:nvSpPr>
          <p:spPr>
            <a:xfrm>
              <a:off x="1873974" y="994311"/>
              <a:ext cx="43251" cy="17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03" h="21600" extrusionOk="0">
                  <a:moveTo>
                    <a:pt x="12089" y="5400"/>
                  </a:moveTo>
                  <a:cubicBezTo>
                    <a:pt x="6199" y="0"/>
                    <a:pt x="-1656" y="0"/>
                    <a:pt x="308" y="0"/>
                  </a:cubicBezTo>
                  <a:cubicBezTo>
                    <a:pt x="4235" y="5400"/>
                    <a:pt x="12089" y="21600"/>
                    <a:pt x="17980" y="21600"/>
                  </a:cubicBezTo>
                  <a:cubicBezTo>
                    <a:pt x="19944" y="16200"/>
                    <a:pt x="16017" y="10800"/>
                    <a:pt x="12089" y="54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03" name="Freeform 79"/>
            <p:cNvSpPr/>
            <p:nvPr/>
          </p:nvSpPr>
          <p:spPr>
            <a:xfrm>
              <a:off x="1908164" y="1067519"/>
              <a:ext cx="18226" cy="23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893" h="18981" extrusionOk="0">
                  <a:moveTo>
                    <a:pt x="3240" y="18981"/>
                  </a:moveTo>
                  <a:cubicBezTo>
                    <a:pt x="3240" y="18981"/>
                    <a:pt x="20520" y="11781"/>
                    <a:pt x="16200" y="8181"/>
                  </a:cubicBezTo>
                  <a:cubicBezTo>
                    <a:pt x="16200" y="8181"/>
                    <a:pt x="16200" y="4581"/>
                    <a:pt x="16200" y="981"/>
                  </a:cubicBezTo>
                  <a:cubicBezTo>
                    <a:pt x="16200" y="-2619"/>
                    <a:pt x="11880" y="4581"/>
                    <a:pt x="3240" y="8181"/>
                  </a:cubicBezTo>
                  <a:cubicBezTo>
                    <a:pt x="-1080" y="15381"/>
                    <a:pt x="-1080" y="18981"/>
                    <a:pt x="3240" y="18981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04" name="Freeform 80"/>
            <p:cNvSpPr/>
            <p:nvPr/>
          </p:nvSpPr>
          <p:spPr>
            <a:xfrm>
              <a:off x="1956984" y="943818"/>
              <a:ext cx="117588" cy="128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7" h="21600" extrusionOk="0">
                  <a:moveTo>
                    <a:pt x="12213" y="8486"/>
                  </a:moveTo>
                  <a:cubicBezTo>
                    <a:pt x="13013" y="7714"/>
                    <a:pt x="12213" y="6943"/>
                    <a:pt x="12213" y="6943"/>
                  </a:cubicBezTo>
                  <a:cubicBezTo>
                    <a:pt x="11413" y="6943"/>
                    <a:pt x="9813" y="8486"/>
                    <a:pt x="9013" y="8486"/>
                  </a:cubicBezTo>
                  <a:cubicBezTo>
                    <a:pt x="9013" y="9257"/>
                    <a:pt x="10613" y="6171"/>
                    <a:pt x="10613" y="5400"/>
                  </a:cubicBezTo>
                  <a:cubicBezTo>
                    <a:pt x="10613" y="5400"/>
                    <a:pt x="13013" y="3086"/>
                    <a:pt x="13013" y="3086"/>
                  </a:cubicBezTo>
                  <a:cubicBezTo>
                    <a:pt x="13013" y="2314"/>
                    <a:pt x="13013" y="1543"/>
                    <a:pt x="13013" y="1543"/>
                  </a:cubicBezTo>
                  <a:cubicBezTo>
                    <a:pt x="13013" y="1543"/>
                    <a:pt x="14613" y="771"/>
                    <a:pt x="14613" y="0"/>
                  </a:cubicBezTo>
                  <a:cubicBezTo>
                    <a:pt x="14613" y="0"/>
                    <a:pt x="11413" y="771"/>
                    <a:pt x="10613" y="1543"/>
                  </a:cubicBezTo>
                  <a:cubicBezTo>
                    <a:pt x="10613" y="2314"/>
                    <a:pt x="9013" y="3857"/>
                    <a:pt x="7413" y="4629"/>
                  </a:cubicBezTo>
                  <a:cubicBezTo>
                    <a:pt x="6613" y="6171"/>
                    <a:pt x="5013" y="8486"/>
                    <a:pt x="5013" y="9257"/>
                  </a:cubicBezTo>
                  <a:cubicBezTo>
                    <a:pt x="4213" y="10029"/>
                    <a:pt x="4213" y="10029"/>
                    <a:pt x="5013" y="10800"/>
                  </a:cubicBezTo>
                  <a:cubicBezTo>
                    <a:pt x="5013" y="11571"/>
                    <a:pt x="3413" y="11571"/>
                    <a:pt x="3413" y="11571"/>
                  </a:cubicBezTo>
                  <a:cubicBezTo>
                    <a:pt x="3413" y="11571"/>
                    <a:pt x="1813" y="12343"/>
                    <a:pt x="1013" y="13886"/>
                  </a:cubicBezTo>
                  <a:cubicBezTo>
                    <a:pt x="-587" y="14657"/>
                    <a:pt x="1013" y="13886"/>
                    <a:pt x="1813" y="13886"/>
                  </a:cubicBezTo>
                  <a:cubicBezTo>
                    <a:pt x="2613" y="13886"/>
                    <a:pt x="1013" y="15429"/>
                    <a:pt x="213" y="16200"/>
                  </a:cubicBezTo>
                  <a:cubicBezTo>
                    <a:pt x="-587" y="16971"/>
                    <a:pt x="1013" y="17743"/>
                    <a:pt x="2613" y="17743"/>
                  </a:cubicBezTo>
                  <a:cubicBezTo>
                    <a:pt x="3413" y="17743"/>
                    <a:pt x="7413" y="16971"/>
                    <a:pt x="9013" y="16971"/>
                  </a:cubicBezTo>
                  <a:cubicBezTo>
                    <a:pt x="9813" y="16971"/>
                    <a:pt x="9813" y="17743"/>
                    <a:pt x="9013" y="18514"/>
                  </a:cubicBezTo>
                  <a:cubicBezTo>
                    <a:pt x="8213" y="18514"/>
                    <a:pt x="9013" y="19286"/>
                    <a:pt x="9013" y="20057"/>
                  </a:cubicBezTo>
                  <a:cubicBezTo>
                    <a:pt x="9013" y="20829"/>
                    <a:pt x="10613" y="20829"/>
                    <a:pt x="11413" y="20829"/>
                  </a:cubicBezTo>
                  <a:cubicBezTo>
                    <a:pt x="11413" y="20829"/>
                    <a:pt x="13013" y="19286"/>
                    <a:pt x="13013" y="18514"/>
                  </a:cubicBezTo>
                  <a:cubicBezTo>
                    <a:pt x="13013" y="18514"/>
                    <a:pt x="13813" y="17743"/>
                    <a:pt x="14613" y="17743"/>
                  </a:cubicBezTo>
                  <a:cubicBezTo>
                    <a:pt x="14613" y="17743"/>
                    <a:pt x="15413" y="16971"/>
                    <a:pt x="16213" y="16200"/>
                  </a:cubicBezTo>
                  <a:cubicBezTo>
                    <a:pt x="16213" y="16200"/>
                    <a:pt x="16213" y="16971"/>
                    <a:pt x="16213" y="17743"/>
                  </a:cubicBezTo>
                  <a:cubicBezTo>
                    <a:pt x="17013" y="18514"/>
                    <a:pt x="15413" y="19286"/>
                    <a:pt x="15413" y="20057"/>
                  </a:cubicBezTo>
                  <a:cubicBezTo>
                    <a:pt x="15413" y="20829"/>
                    <a:pt x="17013" y="19286"/>
                    <a:pt x="17813" y="19286"/>
                  </a:cubicBezTo>
                  <a:cubicBezTo>
                    <a:pt x="17813" y="19286"/>
                    <a:pt x="17813" y="20829"/>
                    <a:pt x="18613" y="21600"/>
                  </a:cubicBezTo>
                  <a:cubicBezTo>
                    <a:pt x="19413" y="21600"/>
                    <a:pt x="20213" y="17743"/>
                    <a:pt x="20213" y="17743"/>
                  </a:cubicBezTo>
                  <a:cubicBezTo>
                    <a:pt x="21013" y="16971"/>
                    <a:pt x="19413" y="16971"/>
                    <a:pt x="19413" y="17743"/>
                  </a:cubicBezTo>
                  <a:cubicBezTo>
                    <a:pt x="18613" y="17743"/>
                    <a:pt x="19413" y="16200"/>
                    <a:pt x="20213" y="15429"/>
                  </a:cubicBezTo>
                  <a:cubicBezTo>
                    <a:pt x="20213" y="15429"/>
                    <a:pt x="17813" y="16971"/>
                    <a:pt x="17813" y="16200"/>
                  </a:cubicBezTo>
                  <a:cubicBezTo>
                    <a:pt x="17813" y="16200"/>
                    <a:pt x="18613" y="14657"/>
                    <a:pt x="19413" y="13886"/>
                  </a:cubicBezTo>
                  <a:cubicBezTo>
                    <a:pt x="20213" y="13886"/>
                    <a:pt x="19413" y="13886"/>
                    <a:pt x="18613" y="13886"/>
                  </a:cubicBezTo>
                  <a:cubicBezTo>
                    <a:pt x="18613" y="14657"/>
                    <a:pt x="18613" y="13114"/>
                    <a:pt x="18613" y="12343"/>
                  </a:cubicBezTo>
                  <a:cubicBezTo>
                    <a:pt x="17813" y="11571"/>
                    <a:pt x="19413" y="10800"/>
                    <a:pt x="19413" y="10029"/>
                  </a:cubicBezTo>
                  <a:cubicBezTo>
                    <a:pt x="19413" y="10029"/>
                    <a:pt x="16213" y="9257"/>
                    <a:pt x="16213" y="10029"/>
                  </a:cubicBezTo>
                  <a:cubicBezTo>
                    <a:pt x="15413" y="10029"/>
                    <a:pt x="14613" y="10029"/>
                    <a:pt x="13813" y="10029"/>
                  </a:cubicBezTo>
                  <a:cubicBezTo>
                    <a:pt x="13013" y="10029"/>
                    <a:pt x="12213" y="8486"/>
                    <a:pt x="12213" y="8486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05" name="Freeform 81"/>
            <p:cNvSpPr/>
            <p:nvPr/>
          </p:nvSpPr>
          <p:spPr>
            <a:xfrm>
              <a:off x="1661271" y="635039"/>
              <a:ext cx="18872" cy="27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492" h="21600" extrusionOk="0">
                  <a:moveTo>
                    <a:pt x="1695" y="21600"/>
                  </a:moveTo>
                  <a:cubicBezTo>
                    <a:pt x="6015" y="21600"/>
                    <a:pt x="14655" y="10800"/>
                    <a:pt x="14655" y="7200"/>
                  </a:cubicBezTo>
                  <a:cubicBezTo>
                    <a:pt x="18975" y="3600"/>
                    <a:pt x="18975" y="0"/>
                    <a:pt x="10335" y="0"/>
                  </a:cubicBezTo>
                  <a:cubicBezTo>
                    <a:pt x="1695" y="0"/>
                    <a:pt x="-2625" y="21600"/>
                    <a:pt x="1695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06" name="Freeform 82"/>
            <p:cNvSpPr/>
            <p:nvPr/>
          </p:nvSpPr>
          <p:spPr>
            <a:xfrm>
              <a:off x="1602869" y="618181"/>
              <a:ext cx="47802" cy="31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0" h="18600" extrusionOk="0">
                  <a:moveTo>
                    <a:pt x="10632" y="3900"/>
                  </a:moveTo>
                  <a:cubicBezTo>
                    <a:pt x="8668" y="3900"/>
                    <a:pt x="4741" y="9300"/>
                    <a:pt x="2777" y="12000"/>
                  </a:cubicBezTo>
                  <a:cubicBezTo>
                    <a:pt x="814" y="14700"/>
                    <a:pt x="-1150" y="17400"/>
                    <a:pt x="814" y="17400"/>
                  </a:cubicBezTo>
                  <a:cubicBezTo>
                    <a:pt x="814" y="20100"/>
                    <a:pt x="814" y="17400"/>
                    <a:pt x="2777" y="17400"/>
                  </a:cubicBezTo>
                  <a:cubicBezTo>
                    <a:pt x="2777" y="14700"/>
                    <a:pt x="2777" y="17400"/>
                    <a:pt x="4741" y="17400"/>
                  </a:cubicBezTo>
                  <a:cubicBezTo>
                    <a:pt x="6705" y="17400"/>
                    <a:pt x="6705" y="14700"/>
                    <a:pt x="10632" y="14700"/>
                  </a:cubicBezTo>
                  <a:cubicBezTo>
                    <a:pt x="14559" y="12000"/>
                    <a:pt x="20450" y="3900"/>
                    <a:pt x="20450" y="1200"/>
                  </a:cubicBezTo>
                  <a:cubicBezTo>
                    <a:pt x="20450" y="-1500"/>
                    <a:pt x="18486" y="1200"/>
                    <a:pt x="16523" y="1200"/>
                  </a:cubicBezTo>
                  <a:cubicBezTo>
                    <a:pt x="14559" y="3900"/>
                    <a:pt x="14559" y="1200"/>
                    <a:pt x="10632" y="39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07" name="Freeform 83"/>
            <p:cNvSpPr/>
            <p:nvPr/>
          </p:nvSpPr>
          <p:spPr>
            <a:xfrm>
              <a:off x="1555408" y="524344"/>
              <a:ext cx="116625" cy="97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6" h="21600" extrusionOk="0">
                  <a:moveTo>
                    <a:pt x="21266" y="15429"/>
                  </a:moveTo>
                  <a:cubicBezTo>
                    <a:pt x="21266" y="14400"/>
                    <a:pt x="20435" y="13371"/>
                    <a:pt x="18774" y="13371"/>
                  </a:cubicBezTo>
                  <a:cubicBezTo>
                    <a:pt x="17943" y="13371"/>
                    <a:pt x="17943" y="14400"/>
                    <a:pt x="17112" y="14400"/>
                  </a:cubicBezTo>
                  <a:cubicBezTo>
                    <a:pt x="16281" y="15429"/>
                    <a:pt x="17943" y="9257"/>
                    <a:pt x="17112" y="9257"/>
                  </a:cubicBezTo>
                  <a:cubicBezTo>
                    <a:pt x="16281" y="8229"/>
                    <a:pt x="14620" y="8229"/>
                    <a:pt x="14620" y="7200"/>
                  </a:cubicBezTo>
                  <a:cubicBezTo>
                    <a:pt x="13789" y="6171"/>
                    <a:pt x="13789" y="5143"/>
                    <a:pt x="12958" y="5143"/>
                  </a:cubicBezTo>
                  <a:cubicBezTo>
                    <a:pt x="12128" y="4114"/>
                    <a:pt x="12128" y="3086"/>
                    <a:pt x="11297" y="3086"/>
                  </a:cubicBezTo>
                  <a:cubicBezTo>
                    <a:pt x="10466" y="2057"/>
                    <a:pt x="11297" y="4114"/>
                    <a:pt x="9635" y="5143"/>
                  </a:cubicBezTo>
                  <a:cubicBezTo>
                    <a:pt x="8804" y="5143"/>
                    <a:pt x="10466" y="2057"/>
                    <a:pt x="10466" y="2057"/>
                  </a:cubicBezTo>
                  <a:cubicBezTo>
                    <a:pt x="10466" y="1029"/>
                    <a:pt x="10466" y="0"/>
                    <a:pt x="9635" y="0"/>
                  </a:cubicBezTo>
                  <a:cubicBezTo>
                    <a:pt x="8804" y="0"/>
                    <a:pt x="7974" y="1029"/>
                    <a:pt x="7974" y="2057"/>
                  </a:cubicBezTo>
                  <a:cubicBezTo>
                    <a:pt x="7143" y="3086"/>
                    <a:pt x="5481" y="10286"/>
                    <a:pt x="5481" y="11314"/>
                  </a:cubicBezTo>
                  <a:cubicBezTo>
                    <a:pt x="5481" y="13371"/>
                    <a:pt x="3820" y="13371"/>
                    <a:pt x="2158" y="14400"/>
                  </a:cubicBezTo>
                  <a:cubicBezTo>
                    <a:pt x="-334" y="15429"/>
                    <a:pt x="-334" y="15429"/>
                    <a:pt x="497" y="16457"/>
                  </a:cubicBezTo>
                  <a:cubicBezTo>
                    <a:pt x="497" y="17486"/>
                    <a:pt x="2989" y="17486"/>
                    <a:pt x="3820" y="17486"/>
                  </a:cubicBezTo>
                  <a:cubicBezTo>
                    <a:pt x="4651" y="17486"/>
                    <a:pt x="2158" y="21600"/>
                    <a:pt x="3820" y="21600"/>
                  </a:cubicBezTo>
                  <a:cubicBezTo>
                    <a:pt x="4651" y="21600"/>
                    <a:pt x="7974" y="20571"/>
                    <a:pt x="7974" y="20571"/>
                  </a:cubicBezTo>
                  <a:cubicBezTo>
                    <a:pt x="7974" y="20571"/>
                    <a:pt x="9635" y="17486"/>
                    <a:pt x="10466" y="16457"/>
                  </a:cubicBezTo>
                  <a:cubicBezTo>
                    <a:pt x="11297" y="16457"/>
                    <a:pt x="10466" y="15429"/>
                    <a:pt x="10466" y="15429"/>
                  </a:cubicBezTo>
                  <a:cubicBezTo>
                    <a:pt x="10466" y="14400"/>
                    <a:pt x="12958" y="12343"/>
                    <a:pt x="13789" y="12343"/>
                  </a:cubicBezTo>
                  <a:cubicBezTo>
                    <a:pt x="14620" y="12343"/>
                    <a:pt x="13789" y="14400"/>
                    <a:pt x="13789" y="14400"/>
                  </a:cubicBezTo>
                  <a:cubicBezTo>
                    <a:pt x="12958" y="15429"/>
                    <a:pt x="13789" y="15429"/>
                    <a:pt x="14620" y="16457"/>
                  </a:cubicBezTo>
                  <a:cubicBezTo>
                    <a:pt x="16281" y="16457"/>
                    <a:pt x="17112" y="17486"/>
                    <a:pt x="18774" y="17486"/>
                  </a:cubicBezTo>
                  <a:cubicBezTo>
                    <a:pt x="19604" y="17486"/>
                    <a:pt x="21266" y="15429"/>
                    <a:pt x="21266" y="15429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08" name="Freeform 84"/>
            <p:cNvSpPr/>
            <p:nvPr/>
          </p:nvSpPr>
          <p:spPr>
            <a:xfrm>
              <a:off x="1706209" y="602023"/>
              <a:ext cx="18783" cy="16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410" h="18437" extrusionOk="0">
                  <a:moveTo>
                    <a:pt x="3240" y="0"/>
                  </a:moveTo>
                  <a:cubicBezTo>
                    <a:pt x="-1080" y="5400"/>
                    <a:pt x="-1080" y="10800"/>
                    <a:pt x="3240" y="16200"/>
                  </a:cubicBezTo>
                  <a:cubicBezTo>
                    <a:pt x="7560" y="21600"/>
                    <a:pt x="11880" y="16200"/>
                    <a:pt x="16200" y="10800"/>
                  </a:cubicBezTo>
                  <a:cubicBezTo>
                    <a:pt x="20520" y="10800"/>
                    <a:pt x="11880" y="5400"/>
                    <a:pt x="11880" y="5400"/>
                  </a:cubicBezTo>
                  <a:cubicBezTo>
                    <a:pt x="7560" y="5400"/>
                    <a:pt x="7560" y="0"/>
                    <a:pt x="324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09" name="Freeform 85"/>
            <p:cNvSpPr/>
            <p:nvPr/>
          </p:nvSpPr>
          <p:spPr>
            <a:xfrm>
              <a:off x="1726900" y="596645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155" h="21600" extrusionOk="0">
                  <a:moveTo>
                    <a:pt x="2118" y="0"/>
                  </a:moveTo>
                  <a:cubicBezTo>
                    <a:pt x="-3282" y="10800"/>
                    <a:pt x="2118" y="21600"/>
                    <a:pt x="12918" y="21600"/>
                  </a:cubicBezTo>
                  <a:cubicBezTo>
                    <a:pt x="18318" y="21600"/>
                    <a:pt x="12918" y="10800"/>
                    <a:pt x="7518" y="0"/>
                  </a:cubicBezTo>
                  <a:cubicBezTo>
                    <a:pt x="7518" y="0"/>
                    <a:pt x="2118" y="0"/>
                    <a:pt x="2118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10" name="Freeform 86"/>
            <p:cNvSpPr/>
            <p:nvPr/>
          </p:nvSpPr>
          <p:spPr>
            <a:xfrm>
              <a:off x="1788545" y="440836"/>
              <a:ext cx="23790" cy="23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00" h="21600" extrusionOk="0">
                  <a:moveTo>
                    <a:pt x="7200" y="21600"/>
                  </a:moveTo>
                  <a:cubicBezTo>
                    <a:pt x="10800" y="21600"/>
                    <a:pt x="14400" y="17280"/>
                    <a:pt x="18000" y="12960"/>
                  </a:cubicBezTo>
                  <a:cubicBezTo>
                    <a:pt x="18000" y="12960"/>
                    <a:pt x="21600" y="0"/>
                    <a:pt x="14400" y="0"/>
                  </a:cubicBezTo>
                  <a:cubicBezTo>
                    <a:pt x="7200" y="0"/>
                    <a:pt x="0" y="4320"/>
                    <a:pt x="0" y="8640"/>
                  </a:cubicBezTo>
                  <a:cubicBezTo>
                    <a:pt x="0" y="12960"/>
                    <a:pt x="0" y="21600"/>
                    <a:pt x="7200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11" name="Freeform 87"/>
            <p:cNvSpPr/>
            <p:nvPr/>
          </p:nvSpPr>
          <p:spPr>
            <a:xfrm>
              <a:off x="1719832" y="369737"/>
              <a:ext cx="25992" cy="167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069" h="18600" extrusionOk="0">
                  <a:moveTo>
                    <a:pt x="18069" y="18600"/>
                  </a:moveTo>
                  <a:cubicBezTo>
                    <a:pt x="18069" y="13200"/>
                    <a:pt x="18069" y="7800"/>
                    <a:pt x="18069" y="2400"/>
                  </a:cubicBezTo>
                  <a:cubicBezTo>
                    <a:pt x="18069" y="-3000"/>
                    <a:pt x="5726" y="2400"/>
                    <a:pt x="2640" y="2400"/>
                  </a:cubicBezTo>
                  <a:cubicBezTo>
                    <a:pt x="-3531" y="2400"/>
                    <a:pt x="2640" y="7800"/>
                    <a:pt x="5726" y="13200"/>
                  </a:cubicBezTo>
                  <a:cubicBezTo>
                    <a:pt x="8812" y="18600"/>
                    <a:pt x="14983" y="18600"/>
                    <a:pt x="18069" y="18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12" name="Freeform 88"/>
            <p:cNvSpPr/>
            <p:nvPr/>
          </p:nvSpPr>
          <p:spPr>
            <a:xfrm>
              <a:off x="1919363" y="652515"/>
              <a:ext cx="21238" cy="194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872" h="21600" extrusionOk="0">
                  <a:moveTo>
                    <a:pt x="8691" y="0"/>
                  </a:moveTo>
                  <a:cubicBezTo>
                    <a:pt x="8691" y="0"/>
                    <a:pt x="1491" y="5400"/>
                    <a:pt x="1491" y="5400"/>
                  </a:cubicBezTo>
                  <a:cubicBezTo>
                    <a:pt x="-2109" y="10800"/>
                    <a:pt x="1491" y="21600"/>
                    <a:pt x="5091" y="21600"/>
                  </a:cubicBezTo>
                  <a:cubicBezTo>
                    <a:pt x="12291" y="21600"/>
                    <a:pt x="12291" y="16200"/>
                    <a:pt x="15891" y="10800"/>
                  </a:cubicBezTo>
                  <a:cubicBezTo>
                    <a:pt x="19491" y="10800"/>
                    <a:pt x="12291" y="10800"/>
                    <a:pt x="8691" y="10800"/>
                  </a:cubicBezTo>
                  <a:cubicBezTo>
                    <a:pt x="8691" y="10800"/>
                    <a:pt x="8691" y="5400"/>
                    <a:pt x="8691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13" name="Freeform 89"/>
            <p:cNvSpPr/>
            <p:nvPr/>
          </p:nvSpPr>
          <p:spPr>
            <a:xfrm>
              <a:off x="1595507" y="189525"/>
              <a:ext cx="433219" cy="472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7" h="21548" extrusionOk="0">
                  <a:moveTo>
                    <a:pt x="170" y="4562"/>
                  </a:moveTo>
                  <a:cubicBezTo>
                    <a:pt x="398" y="4771"/>
                    <a:pt x="398" y="4771"/>
                    <a:pt x="398" y="4771"/>
                  </a:cubicBezTo>
                  <a:cubicBezTo>
                    <a:pt x="398" y="4981"/>
                    <a:pt x="398" y="5191"/>
                    <a:pt x="398" y="5400"/>
                  </a:cubicBezTo>
                  <a:cubicBezTo>
                    <a:pt x="625" y="5610"/>
                    <a:pt x="852" y="5610"/>
                    <a:pt x="1080" y="5610"/>
                  </a:cubicBezTo>
                  <a:cubicBezTo>
                    <a:pt x="1535" y="5820"/>
                    <a:pt x="1762" y="6030"/>
                    <a:pt x="1762" y="6030"/>
                  </a:cubicBezTo>
                  <a:cubicBezTo>
                    <a:pt x="1762" y="6239"/>
                    <a:pt x="1080" y="6030"/>
                    <a:pt x="852" y="6030"/>
                  </a:cubicBezTo>
                  <a:cubicBezTo>
                    <a:pt x="852" y="6030"/>
                    <a:pt x="852" y="6239"/>
                    <a:pt x="1080" y="6659"/>
                  </a:cubicBezTo>
                  <a:cubicBezTo>
                    <a:pt x="1307" y="6868"/>
                    <a:pt x="1307" y="6659"/>
                    <a:pt x="1762" y="6659"/>
                  </a:cubicBezTo>
                  <a:cubicBezTo>
                    <a:pt x="1989" y="6868"/>
                    <a:pt x="1989" y="7078"/>
                    <a:pt x="1989" y="7078"/>
                  </a:cubicBezTo>
                  <a:cubicBezTo>
                    <a:pt x="1989" y="7288"/>
                    <a:pt x="1307" y="6868"/>
                    <a:pt x="1535" y="7078"/>
                  </a:cubicBezTo>
                  <a:cubicBezTo>
                    <a:pt x="1535" y="7078"/>
                    <a:pt x="1762" y="7498"/>
                    <a:pt x="1989" y="7498"/>
                  </a:cubicBezTo>
                  <a:cubicBezTo>
                    <a:pt x="2217" y="7707"/>
                    <a:pt x="2217" y="7498"/>
                    <a:pt x="2444" y="7498"/>
                  </a:cubicBezTo>
                  <a:cubicBezTo>
                    <a:pt x="2671" y="7498"/>
                    <a:pt x="2671" y="7707"/>
                    <a:pt x="2899" y="7707"/>
                  </a:cubicBezTo>
                  <a:cubicBezTo>
                    <a:pt x="2899" y="7707"/>
                    <a:pt x="3126" y="7498"/>
                    <a:pt x="3354" y="7498"/>
                  </a:cubicBezTo>
                  <a:cubicBezTo>
                    <a:pt x="3581" y="7498"/>
                    <a:pt x="3581" y="7917"/>
                    <a:pt x="3808" y="7917"/>
                  </a:cubicBezTo>
                  <a:cubicBezTo>
                    <a:pt x="4036" y="8127"/>
                    <a:pt x="4945" y="8127"/>
                    <a:pt x="5172" y="8127"/>
                  </a:cubicBezTo>
                  <a:cubicBezTo>
                    <a:pt x="5400" y="8127"/>
                    <a:pt x="5400" y="8127"/>
                    <a:pt x="5400" y="8127"/>
                  </a:cubicBezTo>
                  <a:cubicBezTo>
                    <a:pt x="5627" y="8127"/>
                    <a:pt x="5627" y="8127"/>
                    <a:pt x="5855" y="8127"/>
                  </a:cubicBezTo>
                  <a:cubicBezTo>
                    <a:pt x="6082" y="7917"/>
                    <a:pt x="5855" y="8127"/>
                    <a:pt x="6082" y="8127"/>
                  </a:cubicBezTo>
                  <a:cubicBezTo>
                    <a:pt x="6082" y="8127"/>
                    <a:pt x="7219" y="7917"/>
                    <a:pt x="7446" y="7917"/>
                  </a:cubicBezTo>
                  <a:cubicBezTo>
                    <a:pt x="7674" y="7917"/>
                    <a:pt x="8356" y="7917"/>
                    <a:pt x="8356" y="7917"/>
                  </a:cubicBezTo>
                  <a:cubicBezTo>
                    <a:pt x="8583" y="7917"/>
                    <a:pt x="8810" y="8336"/>
                    <a:pt x="9038" y="8546"/>
                  </a:cubicBezTo>
                  <a:cubicBezTo>
                    <a:pt x="9265" y="8546"/>
                    <a:pt x="9265" y="8336"/>
                    <a:pt x="9265" y="8336"/>
                  </a:cubicBezTo>
                  <a:cubicBezTo>
                    <a:pt x="9265" y="8127"/>
                    <a:pt x="9720" y="8127"/>
                    <a:pt x="9720" y="8127"/>
                  </a:cubicBezTo>
                  <a:cubicBezTo>
                    <a:pt x="9947" y="8127"/>
                    <a:pt x="9947" y="8127"/>
                    <a:pt x="9720" y="8336"/>
                  </a:cubicBezTo>
                  <a:cubicBezTo>
                    <a:pt x="9720" y="8546"/>
                    <a:pt x="9720" y="8756"/>
                    <a:pt x="9720" y="8965"/>
                  </a:cubicBezTo>
                  <a:cubicBezTo>
                    <a:pt x="9947" y="9175"/>
                    <a:pt x="10175" y="9175"/>
                    <a:pt x="10402" y="9385"/>
                  </a:cubicBezTo>
                  <a:cubicBezTo>
                    <a:pt x="10629" y="9385"/>
                    <a:pt x="11084" y="9595"/>
                    <a:pt x="11311" y="9595"/>
                  </a:cubicBezTo>
                  <a:cubicBezTo>
                    <a:pt x="11539" y="9595"/>
                    <a:pt x="11766" y="9595"/>
                    <a:pt x="11539" y="9804"/>
                  </a:cubicBezTo>
                  <a:cubicBezTo>
                    <a:pt x="11311" y="9804"/>
                    <a:pt x="11311" y="10433"/>
                    <a:pt x="11311" y="10643"/>
                  </a:cubicBezTo>
                  <a:cubicBezTo>
                    <a:pt x="11539" y="10853"/>
                    <a:pt x="11539" y="11063"/>
                    <a:pt x="11766" y="11063"/>
                  </a:cubicBezTo>
                  <a:cubicBezTo>
                    <a:pt x="11994" y="11063"/>
                    <a:pt x="11994" y="11063"/>
                    <a:pt x="11766" y="11482"/>
                  </a:cubicBezTo>
                  <a:cubicBezTo>
                    <a:pt x="11766" y="11901"/>
                    <a:pt x="12221" y="12321"/>
                    <a:pt x="11994" y="12531"/>
                  </a:cubicBezTo>
                  <a:cubicBezTo>
                    <a:pt x="11994" y="12740"/>
                    <a:pt x="11766" y="12740"/>
                    <a:pt x="11539" y="12740"/>
                  </a:cubicBezTo>
                  <a:cubicBezTo>
                    <a:pt x="11539" y="12740"/>
                    <a:pt x="11766" y="12950"/>
                    <a:pt x="11766" y="13160"/>
                  </a:cubicBezTo>
                  <a:cubicBezTo>
                    <a:pt x="11994" y="13160"/>
                    <a:pt x="11311" y="13369"/>
                    <a:pt x="11084" y="13369"/>
                  </a:cubicBezTo>
                  <a:cubicBezTo>
                    <a:pt x="10857" y="13369"/>
                    <a:pt x="10175" y="13789"/>
                    <a:pt x="10175" y="13998"/>
                  </a:cubicBezTo>
                  <a:cubicBezTo>
                    <a:pt x="10175" y="14208"/>
                    <a:pt x="10402" y="14837"/>
                    <a:pt x="10629" y="15047"/>
                  </a:cubicBezTo>
                  <a:cubicBezTo>
                    <a:pt x="10629" y="15257"/>
                    <a:pt x="10175" y="15257"/>
                    <a:pt x="9947" y="15466"/>
                  </a:cubicBezTo>
                  <a:cubicBezTo>
                    <a:pt x="9492" y="15466"/>
                    <a:pt x="9720" y="15466"/>
                    <a:pt x="9492" y="15466"/>
                  </a:cubicBezTo>
                  <a:cubicBezTo>
                    <a:pt x="9265" y="15257"/>
                    <a:pt x="9038" y="15466"/>
                    <a:pt x="8810" y="15466"/>
                  </a:cubicBezTo>
                  <a:cubicBezTo>
                    <a:pt x="8583" y="15466"/>
                    <a:pt x="8356" y="15257"/>
                    <a:pt x="8128" y="15257"/>
                  </a:cubicBezTo>
                  <a:cubicBezTo>
                    <a:pt x="8128" y="15047"/>
                    <a:pt x="7446" y="15257"/>
                    <a:pt x="7219" y="15257"/>
                  </a:cubicBezTo>
                  <a:cubicBezTo>
                    <a:pt x="7219" y="15257"/>
                    <a:pt x="6991" y="15466"/>
                    <a:pt x="6764" y="15466"/>
                  </a:cubicBezTo>
                  <a:cubicBezTo>
                    <a:pt x="6537" y="15676"/>
                    <a:pt x="6991" y="15676"/>
                    <a:pt x="6991" y="15886"/>
                  </a:cubicBezTo>
                  <a:cubicBezTo>
                    <a:pt x="7219" y="15886"/>
                    <a:pt x="6991" y="16305"/>
                    <a:pt x="6764" y="16515"/>
                  </a:cubicBezTo>
                  <a:cubicBezTo>
                    <a:pt x="6764" y="16515"/>
                    <a:pt x="6309" y="16725"/>
                    <a:pt x="6082" y="16934"/>
                  </a:cubicBezTo>
                  <a:cubicBezTo>
                    <a:pt x="6082" y="16934"/>
                    <a:pt x="6309" y="17564"/>
                    <a:pt x="6537" y="17773"/>
                  </a:cubicBezTo>
                  <a:cubicBezTo>
                    <a:pt x="6537" y="17773"/>
                    <a:pt x="7219" y="17983"/>
                    <a:pt x="7446" y="17773"/>
                  </a:cubicBezTo>
                  <a:cubicBezTo>
                    <a:pt x="7674" y="17773"/>
                    <a:pt x="8583" y="17354"/>
                    <a:pt x="8810" y="17354"/>
                  </a:cubicBezTo>
                  <a:cubicBezTo>
                    <a:pt x="9038" y="17354"/>
                    <a:pt x="9265" y="17564"/>
                    <a:pt x="9492" y="17564"/>
                  </a:cubicBezTo>
                  <a:cubicBezTo>
                    <a:pt x="9720" y="17773"/>
                    <a:pt x="9720" y="17773"/>
                    <a:pt x="9947" y="17564"/>
                  </a:cubicBezTo>
                  <a:cubicBezTo>
                    <a:pt x="9947" y="17354"/>
                    <a:pt x="10402" y="17773"/>
                    <a:pt x="10629" y="17773"/>
                  </a:cubicBezTo>
                  <a:cubicBezTo>
                    <a:pt x="10629" y="17983"/>
                    <a:pt x="10402" y="18402"/>
                    <a:pt x="10402" y="18402"/>
                  </a:cubicBezTo>
                  <a:cubicBezTo>
                    <a:pt x="10629" y="18612"/>
                    <a:pt x="10857" y="18612"/>
                    <a:pt x="11084" y="18612"/>
                  </a:cubicBezTo>
                  <a:cubicBezTo>
                    <a:pt x="11311" y="18612"/>
                    <a:pt x="11539" y="18612"/>
                    <a:pt x="11539" y="18822"/>
                  </a:cubicBezTo>
                  <a:cubicBezTo>
                    <a:pt x="11766" y="18822"/>
                    <a:pt x="11311" y="19031"/>
                    <a:pt x="11084" y="19031"/>
                  </a:cubicBezTo>
                  <a:cubicBezTo>
                    <a:pt x="10857" y="19241"/>
                    <a:pt x="11084" y="19451"/>
                    <a:pt x="11539" y="19451"/>
                  </a:cubicBezTo>
                  <a:cubicBezTo>
                    <a:pt x="11766" y="19661"/>
                    <a:pt x="11539" y="19870"/>
                    <a:pt x="11766" y="19870"/>
                  </a:cubicBezTo>
                  <a:cubicBezTo>
                    <a:pt x="11766" y="20080"/>
                    <a:pt x="11994" y="20290"/>
                    <a:pt x="12221" y="20290"/>
                  </a:cubicBezTo>
                  <a:cubicBezTo>
                    <a:pt x="12448" y="20290"/>
                    <a:pt x="12221" y="20080"/>
                    <a:pt x="12221" y="19870"/>
                  </a:cubicBezTo>
                  <a:cubicBezTo>
                    <a:pt x="12221" y="19870"/>
                    <a:pt x="12676" y="20080"/>
                    <a:pt x="12903" y="20290"/>
                  </a:cubicBezTo>
                  <a:cubicBezTo>
                    <a:pt x="13358" y="20290"/>
                    <a:pt x="13130" y="20290"/>
                    <a:pt x="13130" y="20499"/>
                  </a:cubicBezTo>
                  <a:cubicBezTo>
                    <a:pt x="13358" y="20499"/>
                    <a:pt x="14040" y="20709"/>
                    <a:pt x="14267" y="20709"/>
                  </a:cubicBezTo>
                  <a:cubicBezTo>
                    <a:pt x="14495" y="20709"/>
                    <a:pt x="14949" y="21338"/>
                    <a:pt x="15404" y="21548"/>
                  </a:cubicBezTo>
                  <a:cubicBezTo>
                    <a:pt x="15631" y="21548"/>
                    <a:pt x="15859" y="21129"/>
                    <a:pt x="15859" y="21129"/>
                  </a:cubicBezTo>
                  <a:cubicBezTo>
                    <a:pt x="16086" y="20919"/>
                    <a:pt x="15859" y="20709"/>
                    <a:pt x="15859" y="20709"/>
                  </a:cubicBezTo>
                  <a:cubicBezTo>
                    <a:pt x="16086" y="20499"/>
                    <a:pt x="15859" y="20080"/>
                    <a:pt x="15631" y="20080"/>
                  </a:cubicBezTo>
                  <a:cubicBezTo>
                    <a:pt x="15404" y="20080"/>
                    <a:pt x="15177" y="19870"/>
                    <a:pt x="14949" y="19661"/>
                  </a:cubicBezTo>
                  <a:cubicBezTo>
                    <a:pt x="14495" y="19241"/>
                    <a:pt x="14722" y="19241"/>
                    <a:pt x="14949" y="19241"/>
                  </a:cubicBezTo>
                  <a:cubicBezTo>
                    <a:pt x="14949" y="19031"/>
                    <a:pt x="14722" y="19031"/>
                    <a:pt x="14495" y="19241"/>
                  </a:cubicBezTo>
                  <a:cubicBezTo>
                    <a:pt x="14495" y="19241"/>
                    <a:pt x="14267" y="19241"/>
                    <a:pt x="14267" y="19031"/>
                  </a:cubicBezTo>
                  <a:cubicBezTo>
                    <a:pt x="14040" y="18822"/>
                    <a:pt x="14040" y="18402"/>
                    <a:pt x="14040" y="18402"/>
                  </a:cubicBezTo>
                  <a:cubicBezTo>
                    <a:pt x="14040" y="18402"/>
                    <a:pt x="14040" y="18402"/>
                    <a:pt x="14267" y="18402"/>
                  </a:cubicBezTo>
                  <a:cubicBezTo>
                    <a:pt x="14267" y="18612"/>
                    <a:pt x="14267" y="18402"/>
                    <a:pt x="14495" y="18402"/>
                  </a:cubicBezTo>
                  <a:cubicBezTo>
                    <a:pt x="14495" y="18402"/>
                    <a:pt x="14722" y="18822"/>
                    <a:pt x="14949" y="18822"/>
                  </a:cubicBezTo>
                  <a:cubicBezTo>
                    <a:pt x="14949" y="19031"/>
                    <a:pt x="15177" y="18822"/>
                    <a:pt x="15177" y="18822"/>
                  </a:cubicBezTo>
                  <a:cubicBezTo>
                    <a:pt x="15177" y="18612"/>
                    <a:pt x="15404" y="19031"/>
                    <a:pt x="15404" y="19241"/>
                  </a:cubicBezTo>
                  <a:cubicBezTo>
                    <a:pt x="15631" y="19451"/>
                    <a:pt x="16086" y="19451"/>
                    <a:pt x="16086" y="19661"/>
                  </a:cubicBezTo>
                  <a:cubicBezTo>
                    <a:pt x="16086" y="19870"/>
                    <a:pt x="16541" y="19870"/>
                    <a:pt x="16768" y="19870"/>
                  </a:cubicBezTo>
                  <a:cubicBezTo>
                    <a:pt x="16768" y="20080"/>
                    <a:pt x="16541" y="20290"/>
                    <a:pt x="16541" y="20499"/>
                  </a:cubicBezTo>
                  <a:cubicBezTo>
                    <a:pt x="16541" y="20499"/>
                    <a:pt x="16768" y="20499"/>
                    <a:pt x="16768" y="20499"/>
                  </a:cubicBezTo>
                  <a:cubicBezTo>
                    <a:pt x="16996" y="20499"/>
                    <a:pt x="16996" y="20499"/>
                    <a:pt x="17223" y="20709"/>
                  </a:cubicBezTo>
                  <a:cubicBezTo>
                    <a:pt x="17223" y="20709"/>
                    <a:pt x="17450" y="20499"/>
                    <a:pt x="17678" y="20290"/>
                  </a:cubicBezTo>
                  <a:cubicBezTo>
                    <a:pt x="17678" y="20290"/>
                    <a:pt x="17223" y="20290"/>
                    <a:pt x="17223" y="20080"/>
                  </a:cubicBezTo>
                  <a:cubicBezTo>
                    <a:pt x="17223" y="20080"/>
                    <a:pt x="17223" y="19870"/>
                    <a:pt x="17450" y="19661"/>
                  </a:cubicBezTo>
                  <a:cubicBezTo>
                    <a:pt x="17450" y="19451"/>
                    <a:pt x="17450" y="19241"/>
                    <a:pt x="17450" y="19241"/>
                  </a:cubicBezTo>
                  <a:cubicBezTo>
                    <a:pt x="17450" y="19031"/>
                    <a:pt x="17450" y="19241"/>
                    <a:pt x="17678" y="19241"/>
                  </a:cubicBezTo>
                  <a:cubicBezTo>
                    <a:pt x="17678" y="19451"/>
                    <a:pt x="17905" y="19241"/>
                    <a:pt x="17905" y="19241"/>
                  </a:cubicBezTo>
                  <a:cubicBezTo>
                    <a:pt x="18132" y="19241"/>
                    <a:pt x="17905" y="19031"/>
                    <a:pt x="17905" y="18822"/>
                  </a:cubicBezTo>
                  <a:cubicBezTo>
                    <a:pt x="18132" y="18822"/>
                    <a:pt x="17905" y="18612"/>
                    <a:pt x="17678" y="18612"/>
                  </a:cubicBezTo>
                  <a:cubicBezTo>
                    <a:pt x="17678" y="18402"/>
                    <a:pt x="17678" y="18193"/>
                    <a:pt x="17450" y="17983"/>
                  </a:cubicBezTo>
                  <a:cubicBezTo>
                    <a:pt x="17450" y="17983"/>
                    <a:pt x="17450" y="17564"/>
                    <a:pt x="17223" y="17354"/>
                  </a:cubicBezTo>
                  <a:cubicBezTo>
                    <a:pt x="16996" y="17144"/>
                    <a:pt x="16996" y="16934"/>
                    <a:pt x="16996" y="16725"/>
                  </a:cubicBezTo>
                  <a:cubicBezTo>
                    <a:pt x="16768" y="16725"/>
                    <a:pt x="16768" y="16934"/>
                    <a:pt x="16768" y="16934"/>
                  </a:cubicBezTo>
                  <a:cubicBezTo>
                    <a:pt x="16541" y="16934"/>
                    <a:pt x="16541" y="16725"/>
                    <a:pt x="16314" y="16725"/>
                  </a:cubicBezTo>
                  <a:cubicBezTo>
                    <a:pt x="16314" y="16725"/>
                    <a:pt x="16086" y="16725"/>
                    <a:pt x="16086" y="16725"/>
                  </a:cubicBezTo>
                  <a:cubicBezTo>
                    <a:pt x="15859" y="16725"/>
                    <a:pt x="15859" y="16305"/>
                    <a:pt x="16086" y="16305"/>
                  </a:cubicBezTo>
                  <a:cubicBezTo>
                    <a:pt x="16314" y="16305"/>
                    <a:pt x="16314" y="16096"/>
                    <a:pt x="16086" y="16096"/>
                  </a:cubicBezTo>
                  <a:cubicBezTo>
                    <a:pt x="16086" y="15886"/>
                    <a:pt x="16086" y="15886"/>
                    <a:pt x="15859" y="15676"/>
                  </a:cubicBezTo>
                  <a:cubicBezTo>
                    <a:pt x="15859" y="15676"/>
                    <a:pt x="15859" y="15676"/>
                    <a:pt x="15859" y="15466"/>
                  </a:cubicBezTo>
                  <a:cubicBezTo>
                    <a:pt x="16086" y="15466"/>
                    <a:pt x="15631" y="15466"/>
                    <a:pt x="15631" y="15466"/>
                  </a:cubicBezTo>
                  <a:cubicBezTo>
                    <a:pt x="15631" y="15257"/>
                    <a:pt x="15631" y="15047"/>
                    <a:pt x="15859" y="15047"/>
                  </a:cubicBezTo>
                  <a:cubicBezTo>
                    <a:pt x="16086" y="15047"/>
                    <a:pt x="15859" y="14837"/>
                    <a:pt x="15859" y="14837"/>
                  </a:cubicBezTo>
                  <a:cubicBezTo>
                    <a:pt x="15631" y="14837"/>
                    <a:pt x="15859" y="14628"/>
                    <a:pt x="15859" y="14628"/>
                  </a:cubicBezTo>
                  <a:cubicBezTo>
                    <a:pt x="16086" y="14628"/>
                    <a:pt x="16086" y="14418"/>
                    <a:pt x="16314" y="14208"/>
                  </a:cubicBezTo>
                  <a:cubicBezTo>
                    <a:pt x="16541" y="14208"/>
                    <a:pt x="16541" y="14208"/>
                    <a:pt x="16768" y="14208"/>
                  </a:cubicBezTo>
                  <a:cubicBezTo>
                    <a:pt x="16768" y="14208"/>
                    <a:pt x="16768" y="14418"/>
                    <a:pt x="16996" y="14418"/>
                  </a:cubicBezTo>
                  <a:cubicBezTo>
                    <a:pt x="16996" y="14628"/>
                    <a:pt x="16996" y="14837"/>
                    <a:pt x="17223" y="14837"/>
                  </a:cubicBezTo>
                  <a:cubicBezTo>
                    <a:pt x="17223" y="15047"/>
                    <a:pt x="17450" y="14837"/>
                    <a:pt x="17450" y="14837"/>
                  </a:cubicBezTo>
                  <a:cubicBezTo>
                    <a:pt x="17678" y="14628"/>
                    <a:pt x="17450" y="14837"/>
                    <a:pt x="17450" y="15047"/>
                  </a:cubicBezTo>
                  <a:cubicBezTo>
                    <a:pt x="17450" y="15257"/>
                    <a:pt x="17678" y="15047"/>
                    <a:pt x="17905" y="15047"/>
                  </a:cubicBezTo>
                  <a:cubicBezTo>
                    <a:pt x="18132" y="15047"/>
                    <a:pt x="17678" y="15257"/>
                    <a:pt x="17678" y="15257"/>
                  </a:cubicBezTo>
                  <a:cubicBezTo>
                    <a:pt x="17450" y="15466"/>
                    <a:pt x="17678" y="15466"/>
                    <a:pt x="17905" y="15676"/>
                  </a:cubicBezTo>
                  <a:cubicBezTo>
                    <a:pt x="18132" y="15676"/>
                    <a:pt x="18132" y="15676"/>
                    <a:pt x="17905" y="15676"/>
                  </a:cubicBezTo>
                  <a:cubicBezTo>
                    <a:pt x="17678" y="15886"/>
                    <a:pt x="17905" y="15886"/>
                    <a:pt x="18132" y="15886"/>
                  </a:cubicBezTo>
                  <a:cubicBezTo>
                    <a:pt x="18360" y="15886"/>
                    <a:pt x="17905" y="16305"/>
                    <a:pt x="17905" y="16305"/>
                  </a:cubicBezTo>
                  <a:cubicBezTo>
                    <a:pt x="17905" y="16305"/>
                    <a:pt x="18360" y="16305"/>
                    <a:pt x="18587" y="16096"/>
                  </a:cubicBezTo>
                  <a:cubicBezTo>
                    <a:pt x="18815" y="16096"/>
                    <a:pt x="19042" y="16515"/>
                    <a:pt x="19269" y="16515"/>
                  </a:cubicBezTo>
                  <a:cubicBezTo>
                    <a:pt x="19497" y="16515"/>
                    <a:pt x="18815" y="16096"/>
                    <a:pt x="19042" y="16096"/>
                  </a:cubicBezTo>
                  <a:cubicBezTo>
                    <a:pt x="19042" y="16096"/>
                    <a:pt x="19042" y="15676"/>
                    <a:pt x="19269" y="15676"/>
                  </a:cubicBezTo>
                  <a:cubicBezTo>
                    <a:pt x="19269" y="15676"/>
                    <a:pt x="19269" y="15466"/>
                    <a:pt x="19497" y="15257"/>
                  </a:cubicBezTo>
                  <a:cubicBezTo>
                    <a:pt x="19497" y="15257"/>
                    <a:pt x="19724" y="15466"/>
                    <a:pt x="19724" y="15676"/>
                  </a:cubicBezTo>
                  <a:cubicBezTo>
                    <a:pt x="19951" y="15886"/>
                    <a:pt x="19951" y="15466"/>
                    <a:pt x="20179" y="15466"/>
                  </a:cubicBezTo>
                  <a:cubicBezTo>
                    <a:pt x="20406" y="15257"/>
                    <a:pt x="20634" y="15466"/>
                    <a:pt x="20861" y="15466"/>
                  </a:cubicBezTo>
                  <a:cubicBezTo>
                    <a:pt x="21088" y="15466"/>
                    <a:pt x="21088" y="15047"/>
                    <a:pt x="20861" y="15047"/>
                  </a:cubicBezTo>
                  <a:cubicBezTo>
                    <a:pt x="20634" y="14837"/>
                    <a:pt x="20406" y="14418"/>
                    <a:pt x="20406" y="14208"/>
                  </a:cubicBezTo>
                  <a:cubicBezTo>
                    <a:pt x="20406" y="13998"/>
                    <a:pt x="20634" y="13998"/>
                    <a:pt x="20861" y="13998"/>
                  </a:cubicBezTo>
                  <a:cubicBezTo>
                    <a:pt x="21088" y="13998"/>
                    <a:pt x="21316" y="13998"/>
                    <a:pt x="21316" y="13789"/>
                  </a:cubicBezTo>
                  <a:cubicBezTo>
                    <a:pt x="21543" y="13789"/>
                    <a:pt x="21316" y="13579"/>
                    <a:pt x="21316" y="13579"/>
                  </a:cubicBezTo>
                  <a:cubicBezTo>
                    <a:pt x="21088" y="13579"/>
                    <a:pt x="21088" y="13160"/>
                    <a:pt x="20861" y="13160"/>
                  </a:cubicBezTo>
                  <a:cubicBezTo>
                    <a:pt x="20861" y="13160"/>
                    <a:pt x="20861" y="13369"/>
                    <a:pt x="20634" y="13579"/>
                  </a:cubicBezTo>
                  <a:cubicBezTo>
                    <a:pt x="20634" y="13579"/>
                    <a:pt x="20179" y="13579"/>
                    <a:pt x="20179" y="13579"/>
                  </a:cubicBezTo>
                  <a:cubicBezTo>
                    <a:pt x="19951" y="13369"/>
                    <a:pt x="20179" y="13160"/>
                    <a:pt x="20179" y="12950"/>
                  </a:cubicBezTo>
                  <a:cubicBezTo>
                    <a:pt x="20179" y="12950"/>
                    <a:pt x="19951" y="13160"/>
                    <a:pt x="19724" y="13369"/>
                  </a:cubicBezTo>
                  <a:cubicBezTo>
                    <a:pt x="19724" y="13369"/>
                    <a:pt x="19724" y="13160"/>
                    <a:pt x="19497" y="13160"/>
                  </a:cubicBezTo>
                  <a:cubicBezTo>
                    <a:pt x="19497" y="13160"/>
                    <a:pt x="19042" y="13369"/>
                    <a:pt x="18815" y="13579"/>
                  </a:cubicBezTo>
                  <a:cubicBezTo>
                    <a:pt x="18360" y="13579"/>
                    <a:pt x="18815" y="13160"/>
                    <a:pt x="18815" y="13160"/>
                  </a:cubicBezTo>
                  <a:cubicBezTo>
                    <a:pt x="19042" y="13160"/>
                    <a:pt x="18815" y="12950"/>
                    <a:pt x="18815" y="12950"/>
                  </a:cubicBezTo>
                  <a:cubicBezTo>
                    <a:pt x="18815" y="12740"/>
                    <a:pt x="19269" y="12950"/>
                    <a:pt x="19269" y="12950"/>
                  </a:cubicBezTo>
                  <a:cubicBezTo>
                    <a:pt x="19269" y="12740"/>
                    <a:pt x="19269" y="12321"/>
                    <a:pt x="19042" y="12111"/>
                  </a:cubicBezTo>
                  <a:cubicBezTo>
                    <a:pt x="19042" y="11901"/>
                    <a:pt x="18815" y="12111"/>
                    <a:pt x="18587" y="12111"/>
                  </a:cubicBezTo>
                  <a:cubicBezTo>
                    <a:pt x="18360" y="11901"/>
                    <a:pt x="18815" y="11692"/>
                    <a:pt x="18815" y="11482"/>
                  </a:cubicBezTo>
                  <a:cubicBezTo>
                    <a:pt x="18815" y="11482"/>
                    <a:pt x="18587" y="11482"/>
                    <a:pt x="18360" y="11692"/>
                  </a:cubicBezTo>
                  <a:cubicBezTo>
                    <a:pt x="18132" y="11901"/>
                    <a:pt x="18360" y="11692"/>
                    <a:pt x="17905" y="11692"/>
                  </a:cubicBezTo>
                  <a:cubicBezTo>
                    <a:pt x="17678" y="11692"/>
                    <a:pt x="17678" y="11482"/>
                    <a:pt x="17450" y="11272"/>
                  </a:cubicBezTo>
                  <a:cubicBezTo>
                    <a:pt x="17223" y="11272"/>
                    <a:pt x="17450" y="11272"/>
                    <a:pt x="17678" y="11063"/>
                  </a:cubicBezTo>
                  <a:cubicBezTo>
                    <a:pt x="17905" y="11063"/>
                    <a:pt x="17450" y="10853"/>
                    <a:pt x="17223" y="10853"/>
                  </a:cubicBezTo>
                  <a:cubicBezTo>
                    <a:pt x="16996" y="10853"/>
                    <a:pt x="16768" y="10853"/>
                    <a:pt x="16541" y="10643"/>
                  </a:cubicBezTo>
                  <a:cubicBezTo>
                    <a:pt x="16314" y="10643"/>
                    <a:pt x="16086" y="10643"/>
                    <a:pt x="16086" y="10643"/>
                  </a:cubicBezTo>
                  <a:cubicBezTo>
                    <a:pt x="16086" y="10433"/>
                    <a:pt x="16541" y="10433"/>
                    <a:pt x="16768" y="10643"/>
                  </a:cubicBezTo>
                  <a:cubicBezTo>
                    <a:pt x="16996" y="10643"/>
                    <a:pt x="16541" y="10224"/>
                    <a:pt x="16314" y="10224"/>
                  </a:cubicBezTo>
                  <a:cubicBezTo>
                    <a:pt x="16314" y="10224"/>
                    <a:pt x="16541" y="10224"/>
                    <a:pt x="16768" y="10014"/>
                  </a:cubicBezTo>
                  <a:cubicBezTo>
                    <a:pt x="16996" y="10014"/>
                    <a:pt x="16541" y="10014"/>
                    <a:pt x="16768" y="9804"/>
                  </a:cubicBezTo>
                  <a:cubicBezTo>
                    <a:pt x="16768" y="9804"/>
                    <a:pt x="16541" y="9595"/>
                    <a:pt x="16314" y="9595"/>
                  </a:cubicBezTo>
                  <a:cubicBezTo>
                    <a:pt x="16086" y="9595"/>
                    <a:pt x="16996" y="9595"/>
                    <a:pt x="17223" y="9595"/>
                  </a:cubicBezTo>
                  <a:cubicBezTo>
                    <a:pt x="17450" y="9595"/>
                    <a:pt x="17678" y="9595"/>
                    <a:pt x="17678" y="9385"/>
                  </a:cubicBezTo>
                  <a:cubicBezTo>
                    <a:pt x="17678" y="9175"/>
                    <a:pt x="16996" y="9175"/>
                    <a:pt x="16768" y="9175"/>
                  </a:cubicBezTo>
                  <a:cubicBezTo>
                    <a:pt x="16314" y="8965"/>
                    <a:pt x="16996" y="8756"/>
                    <a:pt x="17223" y="8756"/>
                  </a:cubicBezTo>
                  <a:cubicBezTo>
                    <a:pt x="17223" y="8546"/>
                    <a:pt x="17450" y="8546"/>
                    <a:pt x="17678" y="8546"/>
                  </a:cubicBezTo>
                  <a:cubicBezTo>
                    <a:pt x="17678" y="8546"/>
                    <a:pt x="17678" y="7707"/>
                    <a:pt x="17678" y="7498"/>
                  </a:cubicBezTo>
                  <a:cubicBezTo>
                    <a:pt x="17678" y="7288"/>
                    <a:pt x="17450" y="7498"/>
                    <a:pt x="17223" y="7498"/>
                  </a:cubicBezTo>
                  <a:cubicBezTo>
                    <a:pt x="16768" y="7707"/>
                    <a:pt x="16541" y="7707"/>
                    <a:pt x="16086" y="7707"/>
                  </a:cubicBezTo>
                  <a:cubicBezTo>
                    <a:pt x="15859" y="7707"/>
                    <a:pt x="16086" y="7498"/>
                    <a:pt x="16541" y="7288"/>
                  </a:cubicBezTo>
                  <a:cubicBezTo>
                    <a:pt x="16768" y="7288"/>
                    <a:pt x="17223" y="7078"/>
                    <a:pt x="17223" y="6868"/>
                  </a:cubicBezTo>
                  <a:cubicBezTo>
                    <a:pt x="17450" y="6868"/>
                    <a:pt x="17223" y="6659"/>
                    <a:pt x="16996" y="6659"/>
                  </a:cubicBezTo>
                  <a:cubicBezTo>
                    <a:pt x="16768" y="6659"/>
                    <a:pt x="16541" y="6449"/>
                    <a:pt x="16314" y="6449"/>
                  </a:cubicBezTo>
                  <a:cubicBezTo>
                    <a:pt x="16086" y="6239"/>
                    <a:pt x="15859" y="6239"/>
                    <a:pt x="15631" y="6239"/>
                  </a:cubicBezTo>
                  <a:cubicBezTo>
                    <a:pt x="15404" y="6030"/>
                    <a:pt x="15631" y="6030"/>
                    <a:pt x="15404" y="6030"/>
                  </a:cubicBezTo>
                  <a:cubicBezTo>
                    <a:pt x="15177" y="6030"/>
                    <a:pt x="15177" y="5820"/>
                    <a:pt x="15177" y="5610"/>
                  </a:cubicBezTo>
                  <a:cubicBezTo>
                    <a:pt x="15177" y="5610"/>
                    <a:pt x="15404" y="5400"/>
                    <a:pt x="15177" y="5400"/>
                  </a:cubicBezTo>
                  <a:cubicBezTo>
                    <a:pt x="14949" y="5191"/>
                    <a:pt x="14722" y="5191"/>
                    <a:pt x="14267" y="5400"/>
                  </a:cubicBezTo>
                  <a:cubicBezTo>
                    <a:pt x="14040" y="5400"/>
                    <a:pt x="13585" y="4981"/>
                    <a:pt x="13358" y="4981"/>
                  </a:cubicBezTo>
                  <a:cubicBezTo>
                    <a:pt x="13130" y="4981"/>
                    <a:pt x="13130" y="4981"/>
                    <a:pt x="13130" y="4771"/>
                  </a:cubicBezTo>
                  <a:cubicBezTo>
                    <a:pt x="12903" y="4771"/>
                    <a:pt x="12903" y="4771"/>
                    <a:pt x="12676" y="4771"/>
                  </a:cubicBezTo>
                  <a:cubicBezTo>
                    <a:pt x="12676" y="4771"/>
                    <a:pt x="12676" y="4562"/>
                    <a:pt x="12676" y="4352"/>
                  </a:cubicBezTo>
                  <a:cubicBezTo>
                    <a:pt x="12676" y="4352"/>
                    <a:pt x="12448" y="4352"/>
                    <a:pt x="12221" y="4142"/>
                  </a:cubicBezTo>
                  <a:cubicBezTo>
                    <a:pt x="12221" y="4142"/>
                    <a:pt x="12448" y="3932"/>
                    <a:pt x="12221" y="3723"/>
                  </a:cubicBezTo>
                  <a:cubicBezTo>
                    <a:pt x="12221" y="3723"/>
                    <a:pt x="11994" y="3303"/>
                    <a:pt x="11766" y="3303"/>
                  </a:cubicBezTo>
                  <a:cubicBezTo>
                    <a:pt x="11539" y="3303"/>
                    <a:pt x="11539" y="3094"/>
                    <a:pt x="11311" y="3094"/>
                  </a:cubicBezTo>
                  <a:cubicBezTo>
                    <a:pt x="11084" y="3094"/>
                    <a:pt x="9947" y="2884"/>
                    <a:pt x="9720" y="3094"/>
                  </a:cubicBezTo>
                  <a:cubicBezTo>
                    <a:pt x="9720" y="3094"/>
                    <a:pt x="9492" y="3094"/>
                    <a:pt x="9492" y="3303"/>
                  </a:cubicBezTo>
                  <a:cubicBezTo>
                    <a:pt x="9265" y="3303"/>
                    <a:pt x="9720" y="3513"/>
                    <a:pt x="9720" y="3513"/>
                  </a:cubicBezTo>
                  <a:cubicBezTo>
                    <a:pt x="9720" y="3723"/>
                    <a:pt x="9265" y="3513"/>
                    <a:pt x="9038" y="3513"/>
                  </a:cubicBezTo>
                  <a:cubicBezTo>
                    <a:pt x="9038" y="3513"/>
                    <a:pt x="8810" y="3932"/>
                    <a:pt x="8583" y="4142"/>
                  </a:cubicBezTo>
                  <a:cubicBezTo>
                    <a:pt x="8356" y="4142"/>
                    <a:pt x="8583" y="3303"/>
                    <a:pt x="8810" y="3303"/>
                  </a:cubicBezTo>
                  <a:cubicBezTo>
                    <a:pt x="8810" y="3094"/>
                    <a:pt x="8583" y="2884"/>
                    <a:pt x="8356" y="2884"/>
                  </a:cubicBezTo>
                  <a:cubicBezTo>
                    <a:pt x="8356" y="2884"/>
                    <a:pt x="7901" y="3094"/>
                    <a:pt x="7901" y="3303"/>
                  </a:cubicBezTo>
                  <a:cubicBezTo>
                    <a:pt x="7901" y="3303"/>
                    <a:pt x="7674" y="3303"/>
                    <a:pt x="7446" y="3303"/>
                  </a:cubicBezTo>
                  <a:cubicBezTo>
                    <a:pt x="7446" y="3303"/>
                    <a:pt x="7219" y="3513"/>
                    <a:pt x="6991" y="3932"/>
                  </a:cubicBezTo>
                  <a:cubicBezTo>
                    <a:pt x="6764" y="4142"/>
                    <a:pt x="6537" y="4142"/>
                    <a:pt x="6309" y="4142"/>
                  </a:cubicBezTo>
                  <a:cubicBezTo>
                    <a:pt x="6082" y="4142"/>
                    <a:pt x="6764" y="3513"/>
                    <a:pt x="6764" y="3303"/>
                  </a:cubicBezTo>
                  <a:cubicBezTo>
                    <a:pt x="6991" y="2884"/>
                    <a:pt x="7219" y="2884"/>
                    <a:pt x="7446" y="2674"/>
                  </a:cubicBezTo>
                  <a:cubicBezTo>
                    <a:pt x="7674" y="2674"/>
                    <a:pt x="7674" y="2045"/>
                    <a:pt x="7446" y="1835"/>
                  </a:cubicBezTo>
                  <a:cubicBezTo>
                    <a:pt x="7446" y="1835"/>
                    <a:pt x="7674" y="1626"/>
                    <a:pt x="7901" y="1626"/>
                  </a:cubicBezTo>
                  <a:cubicBezTo>
                    <a:pt x="7901" y="1416"/>
                    <a:pt x="7901" y="1416"/>
                    <a:pt x="7901" y="1416"/>
                  </a:cubicBezTo>
                  <a:cubicBezTo>
                    <a:pt x="7674" y="1206"/>
                    <a:pt x="8128" y="1206"/>
                    <a:pt x="8128" y="997"/>
                  </a:cubicBezTo>
                  <a:cubicBezTo>
                    <a:pt x="8128" y="577"/>
                    <a:pt x="8128" y="367"/>
                    <a:pt x="8356" y="367"/>
                  </a:cubicBezTo>
                  <a:cubicBezTo>
                    <a:pt x="8356" y="158"/>
                    <a:pt x="7674" y="158"/>
                    <a:pt x="7446" y="158"/>
                  </a:cubicBezTo>
                  <a:cubicBezTo>
                    <a:pt x="7446" y="367"/>
                    <a:pt x="6991" y="367"/>
                    <a:pt x="6991" y="367"/>
                  </a:cubicBezTo>
                  <a:cubicBezTo>
                    <a:pt x="6764" y="577"/>
                    <a:pt x="6991" y="787"/>
                    <a:pt x="6991" y="787"/>
                  </a:cubicBezTo>
                  <a:cubicBezTo>
                    <a:pt x="6991" y="787"/>
                    <a:pt x="6764" y="787"/>
                    <a:pt x="6537" y="577"/>
                  </a:cubicBezTo>
                  <a:cubicBezTo>
                    <a:pt x="6309" y="577"/>
                    <a:pt x="6082" y="787"/>
                    <a:pt x="6082" y="787"/>
                  </a:cubicBezTo>
                  <a:cubicBezTo>
                    <a:pt x="6082" y="787"/>
                    <a:pt x="6537" y="997"/>
                    <a:pt x="6537" y="997"/>
                  </a:cubicBezTo>
                  <a:cubicBezTo>
                    <a:pt x="6537" y="1206"/>
                    <a:pt x="6764" y="1206"/>
                    <a:pt x="6764" y="1416"/>
                  </a:cubicBezTo>
                  <a:cubicBezTo>
                    <a:pt x="6991" y="1416"/>
                    <a:pt x="6309" y="1835"/>
                    <a:pt x="6082" y="1835"/>
                  </a:cubicBezTo>
                  <a:cubicBezTo>
                    <a:pt x="5855" y="1835"/>
                    <a:pt x="5855" y="1626"/>
                    <a:pt x="5627" y="1626"/>
                  </a:cubicBezTo>
                  <a:cubicBezTo>
                    <a:pt x="5172" y="1835"/>
                    <a:pt x="5400" y="1626"/>
                    <a:pt x="5172" y="1626"/>
                  </a:cubicBezTo>
                  <a:cubicBezTo>
                    <a:pt x="4945" y="1626"/>
                    <a:pt x="4945" y="2255"/>
                    <a:pt x="4718" y="2674"/>
                  </a:cubicBezTo>
                  <a:cubicBezTo>
                    <a:pt x="4718" y="2884"/>
                    <a:pt x="4945" y="2884"/>
                    <a:pt x="5172" y="3094"/>
                  </a:cubicBezTo>
                  <a:cubicBezTo>
                    <a:pt x="5172" y="3303"/>
                    <a:pt x="5172" y="3303"/>
                    <a:pt x="4945" y="3513"/>
                  </a:cubicBezTo>
                  <a:cubicBezTo>
                    <a:pt x="4945" y="3513"/>
                    <a:pt x="4490" y="3303"/>
                    <a:pt x="4490" y="3303"/>
                  </a:cubicBezTo>
                  <a:cubicBezTo>
                    <a:pt x="4490" y="3303"/>
                    <a:pt x="4490" y="3723"/>
                    <a:pt x="4490" y="3932"/>
                  </a:cubicBezTo>
                  <a:cubicBezTo>
                    <a:pt x="4490" y="4142"/>
                    <a:pt x="4718" y="4352"/>
                    <a:pt x="4945" y="4562"/>
                  </a:cubicBezTo>
                  <a:cubicBezTo>
                    <a:pt x="5172" y="4562"/>
                    <a:pt x="5172" y="4562"/>
                    <a:pt x="5172" y="4771"/>
                  </a:cubicBezTo>
                  <a:cubicBezTo>
                    <a:pt x="5172" y="4981"/>
                    <a:pt x="5855" y="5191"/>
                    <a:pt x="6082" y="5400"/>
                  </a:cubicBezTo>
                  <a:cubicBezTo>
                    <a:pt x="6082" y="5610"/>
                    <a:pt x="5855" y="5610"/>
                    <a:pt x="5627" y="5610"/>
                  </a:cubicBezTo>
                  <a:cubicBezTo>
                    <a:pt x="5400" y="5820"/>
                    <a:pt x="5400" y="5610"/>
                    <a:pt x="5400" y="5610"/>
                  </a:cubicBezTo>
                  <a:cubicBezTo>
                    <a:pt x="5172" y="5610"/>
                    <a:pt x="5172" y="5820"/>
                    <a:pt x="4945" y="6030"/>
                  </a:cubicBezTo>
                  <a:cubicBezTo>
                    <a:pt x="4718" y="6030"/>
                    <a:pt x="4945" y="5610"/>
                    <a:pt x="4945" y="5610"/>
                  </a:cubicBezTo>
                  <a:cubicBezTo>
                    <a:pt x="4945" y="5400"/>
                    <a:pt x="4263" y="5820"/>
                    <a:pt x="4036" y="5820"/>
                  </a:cubicBezTo>
                  <a:cubicBezTo>
                    <a:pt x="3808" y="6030"/>
                    <a:pt x="4263" y="5400"/>
                    <a:pt x="4490" y="5400"/>
                  </a:cubicBezTo>
                  <a:cubicBezTo>
                    <a:pt x="4490" y="5191"/>
                    <a:pt x="4490" y="5191"/>
                    <a:pt x="4490" y="5191"/>
                  </a:cubicBezTo>
                  <a:cubicBezTo>
                    <a:pt x="4263" y="5191"/>
                    <a:pt x="4490" y="4981"/>
                    <a:pt x="4263" y="4771"/>
                  </a:cubicBezTo>
                  <a:cubicBezTo>
                    <a:pt x="4036" y="4562"/>
                    <a:pt x="3581" y="4352"/>
                    <a:pt x="3581" y="3932"/>
                  </a:cubicBezTo>
                  <a:cubicBezTo>
                    <a:pt x="3354" y="3513"/>
                    <a:pt x="4036" y="3094"/>
                    <a:pt x="4036" y="2884"/>
                  </a:cubicBezTo>
                  <a:cubicBezTo>
                    <a:pt x="4263" y="2674"/>
                    <a:pt x="4036" y="2255"/>
                    <a:pt x="4263" y="1835"/>
                  </a:cubicBezTo>
                  <a:cubicBezTo>
                    <a:pt x="4263" y="1416"/>
                    <a:pt x="5172" y="787"/>
                    <a:pt x="5400" y="577"/>
                  </a:cubicBezTo>
                  <a:cubicBezTo>
                    <a:pt x="5627" y="577"/>
                    <a:pt x="6082" y="158"/>
                    <a:pt x="6082" y="158"/>
                  </a:cubicBezTo>
                  <a:cubicBezTo>
                    <a:pt x="6082" y="-52"/>
                    <a:pt x="6082" y="-52"/>
                    <a:pt x="5855" y="158"/>
                  </a:cubicBezTo>
                  <a:cubicBezTo>
                    <a:pt x="5627" y="158"/>
                    <a:pt x="4263" y="158"/>
                    <a:pt x="4036" y="158"/>
                  </a:cubicBezTo>
                  <a:cubicBezTo>
                    <a:pt x="3808" y="158"/>
                    <a:pt x="2899" y="577"/>
                    <a:pt x="2671" y="577"/>
                  </a:cubicBezTo>
                  <a:cubicBezTo>
                    <a:pt x="2671" y="577"/>
                    <a:pt x="2217" y="787"/>
                    <a:pt x="1989" y="997"/>
                  </a:cubicBezTo>
                  <a:cubicBezTo>
                    <a:pt x="1989" y="1206"/>
                    <a:pt x="1535" y="1416"/>
                    <a:pt x="1307" y="1416"/>
                  </a:cubicBezTo>
                  <a:cubicBezTo>
                    <a:pt x="1080" y="1416"/>
                    <a:pt x="1080" y="2045"/>
                    <a:pt x="1080" y="2255"/>
                  </a:cubicBezTo>
                  <a:cubicBezTo>
                    <a:pt x="1080" y="2674"/>
                    <a:pt x="398" y="3303"/>
                    <a:pt x="170" y="3513"/>
                  </a:cubicBezTo>
                  <a:cubicBezTo>
                    <a:pt x="-57" y="3723"/>
                    <a:pt x="-57" y="4352"/>
                    <a:pt x="170" y="4562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14" name="Freeform 90"/>
            <p:cNvSpPr/>
            <p:nvPr/>
          </p:nvSpPr>
          <p:spPr>
            <a:xfrm>
              <a:off x="1759415" y="191088"/>
              <a:ext cx="75456" cy="57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71" h="20627" extrusionOk="0">
                  <a:moveTo>
                    <a:pt x="0" y="20627"/>
                  </a:moveTo>
                  <a:cubicBezTo>
                    <a:pt x="1271" y="20627"/>
                    <a:pt x="10165" y="18965"/>
                    <a:pt x="11435" y="18965"/>
                  </a:cubicBezTo>
                  <a:cubicBezTo>
                    <a:pt x="13976" y="18965"/>
                    <a:pt x="13976" y="20627"/>
                    <a:pt x="16518" y="20627"/>
                  </a:cubicBezTo>
                  <a:cubicBezTo>
                    <a:pt x="21600" y="20627"/>
                    <a:pt x="20329" y="17304"/>
                    <a:pt x="20329" y="13981"/>
                  </a:cubicBezTo>
                  <a:cubicBezTo>
                    <a:pt x="19059" y="12319"/>
                    <a:pt x="20329" y="10658"/>
                    <a:pt x="19059" y="8996"/>
                  </a:cubicBezTo>
                  <a:cubicBezTo>
                    <a:pt x="19059" y="7335"/>
                    <a:pt x="19059" y="5673"/>
                    <a:pt x="20329" y="5673"/>
                  </a:cubicBezTo>
                  <a:cubicBezTo>
                    <a:pt x="20329" y="4012"/>
                    <a:pt x="19059" y="4012"/>
                    <a:pt x="17788" y="4012"/>
                  </a:cubicBezTo>
                  <a:cubicBezTo>
                    <a:pt x="16518" y="2350"/>
                    <a:pt x="12706" y="4012"/>
                    <a:pt x="11435" y="4012"/>
                  </a:cubicBezTo>
                  <a:cubicBezTo>
                    <a:pt x="11435" y="4012"/>
                    <a:pt x="8894" y="2350"/>
                    <a:pt x="8894" y="689"/>
                  </a:cubicBezTo>
                  <a:cubicBezTo>
                    <a:pt x="7624" y="-973"/>
                    <a:pt x="6353" y="689"/>
                    <a:pt x="3812" y="2350"/>
                  </a:cubicBezTo>
                  <a:cubicBezTo>
                    <a:pt x="2541" y="2350"/>
                    <a:pt x="2541" y="4012"/>
                    <a:pt x="2541" y="4012"/>
                  </a:cubicBezTo>
                  <a:cubicBezTo>
                    <a:pt x="1271" y="5673"/>
                    <a:pt x="1271" y="10658"/>
                    <a:pt x="1271" y="13981"/>
                  </a:cubicBezTo>
                  <a:cubicBezTo>
                    <a:pt x="1271" y="15642"/>
                    <a:pt x="0" y="18965"/>
                    <a:pt x="0" y="20627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15" name="Freeform 91"/>
            <p:cNvSpPr/>
            <p:nvPr/>
          </p:nvSpPr>
          <p:spPr>
            <a:xfrm>
              <a:off x="1393555" y="367040"/>
              <a:ext cx="72640" cy="56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2" h="20391" extrusionOk="0">
                  <a:moveTo>
                    <a:pt x="18562" y="9969"/>
                  </a:moveTo>
                  <a:cubicBezTo>
                    <a:pt x="19912" y="9969"/>
                    <a:pt x="18562" y="6646"/>
                    <a:pt x="17212" y="4985"/>
                  </a:cubicBezTo>
                  <a:cubicBezTo>
                    <a:pt x="17212" y="4985"/>
                    <a:pt x="15862" y="4985"/>
                    <a:pt x="15862" y="4985"/>
                  </a:cubicBezTo>
                  <a:cubicBezTo>
                    <a:pt x="14512" y="4985"/>
                    <a:pt x="14512" y="3323"/>
                    <a:pt x="14512" y="3323"/>
                  </a:cubicBezTo>
                  <a:cubicBezTo>
                    <a:pt x="14512" y="1662"/>
                    <a:pt x="11812" y="0"/>
                    <a:pt x="11812" y="0"/>
                  </a:cubicBezTo>
                  <a:cubicBezTo>
                    <a:pt x="11812" y="0"/>
                    <a:pt x="10462" y="1662"/>
                    <a:pt x="9112" y="1662"/>
                  </a:cubicBezTo>
                  <a:cubicBezTo>
                    <a:pt x="9112" y="3323"/>
                    <a:pt x="9112" y="4985"/>
                    <a:pt x="7762" y="4985"/>
                  </a:cubicBezTo>
                  <a:cubicBezTo>
                    <a:pt x="7762" y="6646"/>
                    <a:pt x="6412" y="6646"/>
                    <a:pt x="7762" y="6646"/>
                  </a:cubicBezTo>
                  <a:cubicBezTo>
                    <a:pt x="7762" y="8308"/>
                    <a:pt x="6412" y="11631"/>
                    <a:pt x="5062" y="11631"/>
                  </a:cubicBezTo>
                  <a:cubicBezTo>
                    <a:pt x="3712" y="11631"/>
                    <a:pt x="1012" y="11631"/>
                    <a:pt x="1012" y="11631"/>
                  </a:cubicBezTo>
                  <a:cubicBezTo>
                    <a:pt x="-338" y="11631"/>
                    <a:pt x="-338" y="14954"/>
                    <a:pt x="1012" y="14954"/>
                  </a:cubicBezTo>
                  <a:cubicBezTo>
                    <a:pt x="1012" y="16615"/>
                    <a:pt x="3712" y="16615"/>
                    <a:pt x="3712" y="16615"/>
                  </a:cubicBezTo>
                  <a:cubicBezTo>
                    <a:pt x="5062" y="18277"/>
                    <a:pt x="7762" y="18277"/>
                    <a:pt x="9112" y="18277"/>
                  </a:cubicBezTo>
                  <a:cubicBezTo>
                    <a:pt x="10462" y="19938"/>
                    <a:pt x="13162" y="19938"/>
                    <a:pt x="14512" y="19938"/>
                  </a:cubicBezTo>
                  <a:cubicBezTo>
                    <a:pt x="15862" y="21600"/>
                    <a:pt x="19912" y="18277"/>
                    <a:pt x="21262" y="16615"/>
                  </a:cubicBezTo>
                  <a:cubicBezTo>
                    <a:pt x="21262" y="16615"/>
                    <a:pt x="21262" y="16615"/>
                    <a:pt x="19912" y="14954"/>
                  </a:cubicBezTo>
                  <a:cubicBezTo>
                    <a:pt x="18562" y="14954"/>
                    <a:pt x="19912" y="11631"/>
                    <a:pt x="18562" y="11631"/>
                  </a:cubicBezTo>
                  <a:cubicBezTo>
                    <a:pt x="17212" y="11631"/>
                    <a:pt x="18562" y="9969"/>
                    <a:pt x="18562" y="9969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16" name="Freeform 92"/>
            <p:cNvSpPr/>
            <p:nvPr/>
          </p:nvSpPr>
          <p:spPr>
            <a:xfrm>
              <a:off x="1005967" y="163746"/>
              <a:ext cx="194190" cy="156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14" extrusionOk="0">
                  <a:moveTo>
                    <a:pt x="1543" y="16937"/>
                  </a:moveTo>
                  <a:cubicBezTo>
                    <a:pt x="2057" y="17554"/>
                    <a:pt x="2057" y="20023"/>
                    <a:pt x="2057" y="20640"/>
                  </a:cubicBezTo>
                  <a:cubicBezTo>
                    <a:pt x="2057" y="21257"/>
                    <a:pt x="3086" y="20640"/>
                    <a:pt x="3600" y="20640"/>
                  </a:cubicBezTo>
                  <a:cubicBezTo>
                    <a:pt x="3600" y="20640"/>
                    <a:pt x="4114" y="20640"/>
                    <a:pt x="4629" y="20640"/>
                  </a:cubicBezTo>
                  <a:cubicBezTo>
                    <a:pt x="4629" y="20640"/>
                    <a:pt x="5143" y="20023"/>
                    <a:pt x="5143" y="19406"/>
                  </a:cubicBezTo>
                  <a:cubicBezTo>
                    <a:pt x="5657" y="18788"/>
                    <a:pt x="5657" y="19406"/>
                    <a:pt x="6686" y="19406"/>
                  </a:cubicBezTo>
                  <a:cubicBezTo>
                    <a:pt x="8229" y="18788"/>
                    <a:pt x="9257" y="18171"/>
                    <a:pt x="9771" y="17554"/>
                  </a:cubicBezTo>
                  <a:cubicBezTo>
                    <a:pt x="10800" y="16320"/>
                    <a:pt x="12343" y="12000"/>
                    <a:pt x="12343" y="12000"/>
                  </a:cubicBezTo>
                  <a:cubicBezTo>
                    <a:pt x="12857" y="11383"/>
                    <a:pt x="13886" y="10148"/>
                    <a:pt x="14400" y="10148"/>
                  </a:cubicBezTo>
                  <a:cubicBezTo>
                    <a:pt x="14914" y="10148"/>
                    <a:pt x="15429" y="10148"/>
                    <a:pt x="15943" y="9531"/>
                  </a:cubicBezTo>
                  <a:cubicBezTo>
                    <a:pt x="16971" y="8914"/>
                    <a:pt x="18000" y="8914"/>
                    <a:pt x="18514" y="8914"/>
                  </a:cubicBezTo>
                  <a:cubicBezTo>
                    <a:pt x="19543" y="8297"/>
                    <a:pt x="21086" y="6446"/>
                    <a:pt x="21600" y="5828"/>
                  </a:cubicBezTo>
                  <a:cubicBezTo>
                    <a:pt x="21600" y="5828"/>
                    <a:pt x="21086" y="5211"/>
                    <a:pt x="20571" y="5211"/>
                  </a:cubicBezTo>
                  <a:cubicBezTo>
                    <a:pt x="20057" y="5211"/>
                    <a:pt x="20057" y="4594"/>
                    <a:pt x="20057" y="4594"/>
                  </a:cubicBezTo>
                  <a:cubicBezTo>
                    <a:pt x="20057" y="4594"/>
                    <a:pt x="19029" y="3360"/>
                    <a:pt x="18514" y="2743"/>
                  </a:cubicBezTo>
                  <a:cubicBezTo>
                    <a:pt x="18514" y="2126"/>
                    <a:pt x="17486" y="2126"/>
                    <a:pt x="16971" y="2126"/>
                  </a:cubicBezTo>
                  <a:cubicBezTo>
                    <a:pt x="16457" y="2743"/>
                    <a:pt x="16971" y="2743"/>
                    <a:pt x="16457" y="3360"/>
                  </a:cubicBezTo>
                  <a:cubicBezTo>
                    <a:pt x="15943" y="3360"/>
                    <a:pt x="15943" y="2743"/>
                    <a:pt x="15943" y="2743"/>
                  </a:cubicBezTo>
                  <a:cubicBezTo>
                    <a:pt x="15943" y="2126"/>
                    <a:pt x="15943" y="2126"/>
                    <a:pt x="15429" y="2126"/>
                  </a:cubicBezTo>
                  <a:cubicBezTo>
                    <a:pt x="14914" y="2126"/>
                    <a:pt x="14400" y="1508"/>
                    <a:pt x="13886" y="1508"/>
                  </a:cubicBezTo>
                  <a:cubicBezTo>
                    <a:pt x="13371" y="891"/>
                    <a:pt x="12857" y="1508"/>
                    <a:pt x="12343" y="1508"/>
                  </a:cubicBezTo>
                  <a:cubicBezTo>
                    <a:pt x="11314" y="1508"/>
                    <a:pt x="12857" y="891"/>
                    <a:pt x="12857" y="274"/>
                  </a:cubicBezTo>
                  <a:cubicBezTo>
                    <a:pt x="13371" y="274"/>
                    <a:pt x="13371" y="-343"/>
                    <a:pt x="12857" y="274"/>
                  </a:cubicBezTo>
                  <a:cubicBezTo>
                    <a:pt x="11829" y="274"/>
                    <a:pt x="10800" y="274"/>
                    <a:pt x="9771" y="274"/>
                  </a:cubicBezTo>
                  <a:cubicBezTo>
                    <a:pt x="9257" y="274"/>
                    <a:pt x="8743" y="891"/>
                    <a:pt x="7714" y="891"/>
                  </a:cubicBezTo>
                  <a:cubicBezTo>
                    <a:pt x="6686" y="1508"/>
                    <a:pt x="6171" y="2126"/>
                    <a:pt x="5657" y="2743"/>
                  </a:cubicBezTo>
                  <a:cubicBezTo>
                    <a:pt x="5143" y="3360"/>
                    <a:pt x="6171" y="3360"/>
                    <a:pt x="6171" y="3360"/>
                  </a:cubicBezTo>
                  <a:cubicBezTo>
                    <a:pt x="6171" y="3360"/>
                    <a:pt x="6171" y="3977"/>
                    <a:pt x="5657" y="3977"/>
                  </a:cubicBezTo>
                  <a:cubicBezTo>
                    <a:pt x="5657" y="4594"/>
                    <a:pt x="6171" y="4594"/>
                    <a:pt x="6171" y="4594"/>
                  </a:cubicBezTo>
                  <a:cubicBezTo>
                    <a:pt x="6171" y="4594"/>
                    <a:pt x="6171" y="5828"/>
                    <a:pt x="5657" y="5828"/>
                  </a:cubicBezTo>
                  <a:cubicBezTo>
                    <a:pt x="5143" y="5828"/>
                    <a:pt x="5143" y="5828"/>
                    <a:pt x="4629" y="6446"/>
                  </a:cubicBezTo>
                  <a:cubicBezTo>
                    <a:pt x="4114" y="7680"/>
                    <a:pt x="3086" y="9531"/>
                    <a:pt x="3086" y="10148"/>
                  </a:cubicBezTo>
                  <a:cubicBezTo>
                    <a:pt x="3086" y="10148"/>
                    <a:pt x="2571" y="10766"/>
                    <a:pt x="2057" y="10766"/>
                  </a:cubicBezTo>
                  <a:cubicBezTo>
                    <a:pt x="1543" y="11383"/>
                    <a:pt x="2057" y="11383"/>
                    <a:pt x="2057" y="12000"/>
                  </a:cubicBezTo>
                  <a:cubicBezTo>
                    <a:pt x="2057" y="12000"/>
                    <a:pt x="1029" y="14468"/>
                    <a:pt x="514" y="14468"/>
                  </a:cubicBezTo>
                  <a:cubicBezTo>
                    <a:pt x="0" y="15086"/>
                    <a:pt x="0" y="15086"/>
                    <a:pt x="0" y="15703"/>
                  </a:cubicBezTo>
                  <a:cubicBezTo>
                    <a:pt x="0" y="16320"/>
                    <a:pt x="1029" y="16320"/>
                    <a:pt x="1543" y="16937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17" name="Freeform 93"/>
            <p:cNvSpPr/>
            <p:nvPr/>
          </p:nvSpPr>
          <p:spPr>
            <a:xfrm>
              <a:off x="1104212" y="215564"/>
              <a:ext cx="284307" cy="207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600" extrusionOk="0">
                  <a:moveTo>
                    <a:pt x="4442" y="2400"/>
                  </a:moveTo>
                  <a:cubicBezTo>
                    <a:pt x="4094" y="2400"/>
                    <a:pt x="3745" y="2880"/>
                    <a:pt x="3397" y="2880"/>
                  </a:cubicBezTo>
                  <a:cubicBezTo>
                    <a:pt x="3397" y="3360"/>
                    <a:pt x="3048" y="3360"/>
                    <a:pt x="2700" y="3360"/>
                  </a:cubicBezTo>
                  <a:cubicBezTo>
                    <a:pt x="2352" y="3360"/>
                    <a:pt x="1655" y="3840"/>
                    <a:pt x="1655" y="4320"/>
                  </a:cubicBezTo>
                  <a:cubicBezTo>
                    <a:pt x="1655" y="4320"/>
                    <a:pt x="1655" y="4800"/>
                    <a:pt x="1655" y="4800"/>
                  </a:cubicBezTo>
                  <a:cubicBezTo>
                    <a:pt x="1655" y="5280"/>
                    <a:pt x="2003" y="5280"/>
                    <a:pt x="2003" y="5280"/>
                  </a:cubicBezTo>
                  <a:cubicBezTo>
                    <a:pt x="1655" y="5760"/>
                    <a:pt x="958" y="6240"/>
                    <a:pt x="610" y="6240"/>
                  </a:cubicBezTo>
                  <a:cubicBezTo>
                    <a:pt x="610" y="6720"/>
                    <a:pt x="261" y="7200"/>
                    <a:pt x="261" y="7680"/>
                  </a:cubicBezTo>
                  <a:cubicBezTo>
                    <a:pt x="-87" y="8160"/>
                    <a:pt x="-87" y="8160"/>
                    <a:pt x="261" y="8160"/>
                  </a:cubicBezTo>
                  <a:cubicBezTo>
                    <a:pt x="610" y="8160"/>
                    <a:pt x="-87" y="8640"/>
                    <a:pt x="610" y="8640"/>
                  </a:cubicBezTo>
                  <a:cubicBezTo>
                    <a:pt x="958" y="8640"/>
                    <a:pt x="1307" y="8640"/>
                    <a:pt x="1307" y="8640"/>
                  </a:cubicBezTo>
                  <a:cubicBezTo>
                    <a:pt x="1307" y="9120"/>
                    <a:pt x="958" y="9600"/>
                    <a:pt x="1307" y="9600"/>
                  </a:cubicBezTo>
                  <a:cubicBezTo>
                    <a:pt x="1655" y="9120"/>
                    <a:pt x="2352" y="9600"/>
                    <a:pt x="2700" y="9600"/>
                  </a:cubicBezTo>
                  <a:cubicBezTo>
                    <a:pt x="3048" y="9120"/>
                    <a:pt x="3048" y="9120"/>
                    <a:pt x="3745" y="9120"/>
                  </a:cubicBezTo>
                  <a:cubicBezTo>
                    <a:pt x="4094" y="9120"/>
                    <a:pt x="4790" y="9600"/>
                    <a:pt x="4442" y="9600"/>
                  </a:cubicBezTo>
                  <a:cubicBezTo>
                    <a:pt x="4442" y="9600"/>
                    <a:pt x="3397" y="9600"/>
                    <a:pt x="3048" y="9600"/>
                  </a:cubicBezTo>
                  <a:cubicBezTo>
                    <a:pt x="3048" y="9600"/>
                    <a:pt x="2700" y="10080"/>
                    <a:pt x="2003" y="10080"/>
                  </a:cubicBezTo>
                  <a:cubicBezTo>
                    <a:pt x="1655" y="10080"/>
                    <a:pt x="610" y="10560"/>
                    <a:pt x="610" y="10560"/>
                  </a:cubicBezTo>
                  <a:cubicBezTo>
                    <a:pt x="610" y="10560"/>
                    <a:pt x="261" y="12000"/>
                    <a:pt x="610" y="12480"/>
                  </a:cubicBezTo>
                  <a:cubicBezTo>
                    <a:pt x="610" y="12480"/>
                    <a:pt x="958" y="12960"/>
                    <a:pt x="1307" y="12960"/>
                  </a:cubicBezTo>
                  <a:cubicBezTo>
                    <a:pt x="2003" y="12960"/>
                    <a:pt x="2003" y="13440"/>
                    <a:pt x="2352" y="12960"/>
                  </a:cubicBezTo>
                  <a:cubicBezTo>
                    <a:pt x="2352" y="12960"/>
                    <a:pt x="2352" y="12960"/>
                    <a:pt x="2700" y="12960"/>
                  </a:cubicBezTo>
                  <a:cubicBezTo>
                    <a:pt x="3397" y="12960"/>
                    <a:pt x="3397" y="12960"/>
                    <a:pt x="4094" y="12960"/>
                  </a:cubicBezTo>
                  <a:cubicBezTo>
                    <a:pt x="4442" y="12480"/>
                    <a:pt x="5836" y="12000"/>
                    <a:pt x="5836" y="12480"/>
                  </a:cubicBezTo>
                  <a:cubicBezTo>
                    <a:pt x="6184" y="12480"/>
                    <a:pt x="6532" y="12960"/>
                    <a:pt x="6881" y="12960"/>
                  </a:cubicBezTo>
                  <a:cubicBezTo>
                    <a:pt x="7578" y="12960"/>
                    <a:pt x="8971" y="12960"/>
                    <a:pt x="8623" y="13440"/>
                  </a:cubicBezTo>
                  <a:cubicBezTo>
                    <a:pt x="8274" y="13440"/>
                    <a:pt x="7229" y="13920"/>
                    <a:pt x="7229" y="13920"/>
                  </a:cubicBezTo>
                  <a:cubicBezTo>
                    <a:pt x="7578" y="13920"/>
                    <a:pt x="7926" y="14400"/>
                    <a:pt x="7578" y="14400"/>
                  </a:cubicBezTo>
                  <a:cubicBezTo>
                    <a:pt x="7578" y="14400"/>
                    <a:pt x="7229" y="14880"/>
                    <a:pt x="7229" y="14880"/>
                  </a:cubicBezTo>
                  <a:cubicBezTo>
                    <a:pt x="6881" y="14880"/>
                    <a:pt x="6184" y="14880"/>
                    <a:pt x="5836" y="14880"/>
                  </a:cubicBezTo>
                  <a:cubicBezTo>
                    <a:pt x="5487" y="14880"/>
                    <a:pt x="4094" y="15360"/>
                    <a:pt x="3745" y="15360"/>
                  </a:cubicBezTo>
                  <a:cubicBezTo>
                    <a:pt x="3397" y="15360"/>
                    <a:pt x="3048" y="14880"/>
                    <a:pt x="2352" y="14880"/>
                  </a:cubicBezTo>
                  <a:cubicBezTo>
                    <a:pt x="1655" y="14880"/>
                    <a:pt x="610" y="15360"/>
                    <a:pt x="958" y="15360"/>
                  </a:cubicBezTo>
                  <a:cubicBezTo>
                    <a:pt x="958" y="15840"/>
                    <a:pt x="610" y="16800"/>
                    <a:pt x="610" y="16800"/>
                  </a:cubicBezTo>
                  <a:cubicBezTo>
                    <a:pt x="958" y="16800"/>
                    <a:pt x="1307" y="17280"/>
                    <a:pt x="1307" y="17760"/>
                  </a:cubicBezTo>
                  <a:cubicBezTo>
                    <a:pt x="958" y="18240"/>
                    <a:pt x="1307" y="18720"/>
                    <a:pt x="1655" y="18720"/>
                  </a:cubicBezTo>
                  <a:cubicBezTo>
                    <a:pt x="2352" y="19200"/>
                    <a:pt x="3397" y="18720"/>
                    <a:pt x="3745" y="19200"/>
                  </a:cubicBezTo>
                  <a:cubicBezTo>
                    <a:pt x="3745" y="19200"/>
                    <a:pt x="4442" y="19200"/>
                    <a:pt x="4094" y="19680"/>
                  </a:cubicBezTo>
                  <a:cubicBezTo>
                    <a:pt x="4094" y="20160"/>
                    <a:pt x="3745" y="20160"/>
                    <a:pt x="4094" y="20640"/>
                  </a:cubicBezTo>
                  <a:cubicBezTo>
                    <a:pt x="4094" y="21120"/>
                    <a:pt x="4442" y="21600"/>
                    <a:pt x="4790" y="21600"/>
                  </a:cubicBezTo>
                  <a:cubicBezTo>
                    <a:pt x="5487" y="21600"/>
                    <a:pt x="6881" y="20640"/>
                    <a:pt x="7229" y="21120"/>
                  </a:cubicBezTo>
                  <a:cubicBezTo>
                    <a:pt x="7578" y="21120"/>
                    <a:pt x="7926" y="21120"/>
                    <a:pt x="8274" y="21120"/>
                  </a:cubicBezTo>
                  <a:cubicBezTo>
                    <a:pt x="8971" y="21120"/>
                    <a:pt x="9668" y="20160"/>
                    <a:pt x="10016" y="20160"/>
                  </a:cubicBezTo>
                  <a:cubicBezTo>
                    <a:pt x="10365" y="20160"/>
                    <a:pt x="12107" y="19680"/>
                    <a:pt x="12107" y="19680"/>
                  </a:cubicBezTo>
                  <a:cubicBezTo>
                    <a:pt x="12455" y="19680"/>
                    <a:pt x="12803" y="19200"/>
                    <a:pt x="13152" y="19200"/>
                  </a:cubicBezTo>
                  <a:cubicBezTo>
                    <a:pt x="13500" y="19200"/>
                    <a:pt x="13500" y="19680"/>
                    <a:pt x="13848" y="19680"/>
                  </a:cubicBezTo>
                  <a:cubicBezTo>
                    <a:pt x="14545" y="19680"/>
                    <a:pt x="15590" y="19680"/>
                    <a:pt x="15242" y="19680"/>
                  </a:cubicBezTo>
                  <a:cubicBezTo>
                    <a:pt x="15242" y="19680"/>
                    <a:pt x="14545" y="20160"/>
                    <a:pt x="14894" y="20160"/>
                  </a:cubicBezTo>
                  <a:cubicBezTo>
                    <a:pt x="15242" y="20160"/>
                    <a:pt x="15939" y="20160"/>
                    <a:pt x="16287" y="20160"/>
                  </a:cubicBezTo>
                  <a:cubicBezTo>
                    <a:pt x="16984" y="20640"/>
                    <a:pt x="17332" y="20640"/>
                    <a:pt x="17681" y="20640"/>
                  </a:cubicBezTo>
                  <a:cubicBezTo>
                    <a:pt x="18029" y="20640"/>
                    <a:pt x="19423" y="19680"/>
                    <a:pt x="19423" y="19680"/>
                  </a:cubicBezTo>
                  <a:cubicBezTo>
                    <a:pt x="19423" y="19200"/>
                    <a:pt x="19771" y="18720"/>
                    <a:pt x="19771" y="18720"/>
                  </a:cubicBezTo>
                  <a:cubicBezTo>
                    <a:pt x="19771" y="18720"/>
                    <a:pt x="19423" y="19200"/>
                    <a:pt x="19423" y="18720"/>
                  </a:cubicBezTo>
                  <a:cubicBezTo>
                    <a:pt x="19423" y="18240"/>
                    <a:pt x="19423" y="17760"/>
                    <a:pt x="19074" y="17760"/>
                  </a:cubicBezTo>
                  <a:cubicBezTo>
                    <a:pt x="19074" y="17760"/>
                    <a:pt x="18378" y="18240"/>
                    <a:pt x="18029" y="18240"/>
                  </a:cubicBezTo>
                  <a:cubicBezTo>
                    <a:pt x="18029" y="18240"/>
                    <a:pt x="18029" y="18240"/>
                    <a:pt x="17681" y="18240"/>
                  </a:cubicBezTo>
                  <a:cubicBezTo>
                    <a:pt x="17332" y="18240"/>
                    <a:pt x="16984" y="18720"/>
                    <a:pt x="16984" y="18240"/>
                  </a:cubicBezTo>
                  <a:cubicBezTo>
                    <a:pt x="17332" y="17760"/>
                    <a:pt x="17681" y="17760"/>
                    <a:pt x="17681" y="17280"/>
                  </a:cubicBezTo>
                  <a:cubicBezTo>
                    <a:pt x="17332" y="17280"/>
                    <a:pt x="16984" y="17760"/>
                    <a:pt x="16984" y="17280"/>
                  </a:cubicBezTo>
                  <a:cubicBezTo>
                    <a:pt x="17332" y="16800"/>
                    <a:pt x="17681" y="16320"/>
                    <a:pt x="17681" y="16320"/>
                  </a:cubicBezTo>
                  <a:cubicBezTo>
                    <a:pt x="17681" y="16800"/>
                    <a:pt x="17681" y="17280"/>
                    <a:pt x="18029" y="17280"/>
                  </a:cubicBezTo>
                  <a:cubicBezTo>
                    <a:pt x="18378" y="17280"/>
                    <a:pt x="19074" y="17280"/>
                    <a:pt x="18726" y="17280"/>
                  </a:cubicBezTo>
                  <a:cubicBezTo>
                    <a:pt x="18378" y="16800"/>
                    <a:pt x="18029" y="16800"/>
                    <a:pt x="18726" y="16800"/>
                  </a:cubicBezTo>
                  <a:cubicBezTo>
                    <a:pt x="19074" y="16800"/>
                    <a:pt x="19074" y="16320"/>
                    <a:pt x="19423" y="16320"/>
                  </a:cubicBezTo>
                  <a:cubicBezTo>
                    <a:pt x="19771" y="16800"/>
                    <a:pt x="20119" y="16320"/>
                    <a:pt x="20468" y="16800"/>
                  </a:cubicBezTo>
                  <a:cubicBezTo>
                    <a:pt x="20468" y="16800"/>
                    <a:pt x="20816" y="17280"/>
                    <a:pt x="20816" y="16800"/>
                  </a:cubicBezTo>
                  <a:cubicBezTo>
                    <a:pt x="21165" y="16800"/>
                    <a:pt x="21513" y="16320"/>
                    <a:pt x="21165" y="16320"/>
                  </a:cubicBezTo>
                  <a:cubicBezTo>
                    <a:pt x="21165" y="15840"/>
                    <a:pt x="20816" y="15840"/>
                    <a:pt x="20816" y="15840"/>
                  </a:cubicBezTo>
                  <a:cubicBezTo>
                    <a:pt x="21165" y="15360"/>
                    <a:pt x="21513" y="15360"/>
                    <a:pt x="21513" y="15360"/>
                  </a:cubicBezTo>
                  <a:cubicBezTo>
                    <a:pt x="21165" y="14880"/>
                    <a:pt x="20816" y="14880"/>
                    <a:pt x="20816" y="14880"/>
                  </a:cubicBezTo>
                  <a:cubicBezTo>
                    <a:pt x="20468" y="14880"/>
                    <a:pt x="20119" y="15360"/>
                    <a:pt x="19771" y="15360"/>
                  </a:cubicBezTo>
                  <a:cubicBezTo>
                    <a:pt x="19771" y="14880"/>
                    <a:pt x="19771" y="14880"/>
                    <a:pt x="19423" y="14400"/>
                  </a:cubicBezTo>
                  <a:cubicBezTo>
                    <a:pt x="19074" y="13440"/>
                    <a:pt x="19074" y="13440"/>
                    <a:pt x="18726" y="12960"/>
                  </a:cubicBezTo>
                  <a:cubicBezTo>
                    <a:pt x="18378" y="12960"/>
                    <a:pt x="17681" y="12000"/>
                    <a:pt x="17681" y="11520"/>
                  </a:cubicBezTo>
                  <a:cubicBezTo>
                    <a:pt x="17332" y="11040"/>
                    <a:pt x="18378" y="6720"/>
                    <a:pt x="18378" y="6240"/>
                  </a:cubicBezTo>
                  <a:cubicBezTo>
                    <a:pt x="18726" y="5760"/>
                    <a:pt x="18726" y="4320"/>
                    <a:pt x="18726" y="3840"/>
                  </a:cubicBezTo>
                  <a:cubicBezTo>
                    <a:pt x="19074" y="3840"/>
                    <a:pt x="18726" y="3360"/>
                    <a:pt x="18726" y="2880"/>
                  </a:cubicBezTo>
                  <a:cubicBezTo>
                    <a:pt x="18378" y="2400"/>
                    <a:pt x="18029" y="1920"/>
                    <a:pt x="18029" y="1440"/>
                  </a:cubicBezTo>
                  <a:cubicBezTo>
                    <a:pt x="17681" y="960"/>
                    <a:pt x="17332" y="480"/>
                    <a:pt x="17332" y="480"/>
                  </a:cubicBezTo>
                  <a:cubicBezTo>
                    <a:pt x="16984" y="480"/>
                    <a:pt x="16984" y="1440"/>
                    <a:pt x="16636" y="960"/>
                  </a:cubicBezTo>
                  <a:cubicBezTo>
                    <a:pt x="16287" y="960"/>
                    <a:pt x="15939" y="480"/>
                    <a:pt x="15939" y="480"/>
                  </a:cubicBezTo>
                  <a:cubicBezTo>
                    <a:pt x="15590" y="960"/>
                    <a:pt x="15939" y="1440"/>
                    <a:pt x="15939" y="1440"/>
                  </a:cubicBezTo>
                  <a:cubicBezTo>
                    <a:pt x="15590" y="1440"/>
                    <a:pt x="15590" y="1440"/>
                    <a:pt x="15242" y="1920"/>
                  </a:cubicBezTo>
                  <a:cubicBezTo>
                    <a:pt x="15242" y="2400"/>
                    <a:pt x="15590" y="3360"/>
                    <a:pt x="15590" y="3360"/>
                  </a:cubicBezTo>
                  <a:cubicBezTo>
                    <a:pt x="15590" y="3840"/>
                    <a:pt x="15242" y="5760"/>
                    <a:pt x="15242" y="6240"/>
                  </a:cubicBezTo>
                  <a:cubicBezTo>
                    <a:pt x="14894" y="6720"/>
                    <a:pt x="14894" y="8160"/>
                    <a:pt x="14894" y="8160"/>
                  </a:cubicBezTo>
                  <a:cubicBezTo>
                    <a:pt x="14894" y="8640"/>
                    <a:pt x="14545" y="8640"/>
                    <a:pt x="14197" y="8640"/>
                  </a:cubicBezTo>
                  <a:cubicBezTo>
                    <a:pt x="14197" y="8640"/>
                    <a:pt x="13848" y="8160"/>
                    <a:pt x="13848" y="8160"/>
                  </a:cubicBezTo>
                  <a:cubicBezTo>
                    <a:pt x="13848" y="8160"/>
                    <a:pt x="14197" y="4320"/>
                    <a:pt x="14197" y="3840"/>
                  </a:cubicBezTo>
                  <a:cubicBezTo>
                    <a:pt x="14197" y="3840"/>
                    <a:pt x="13152" y="2400"/>
                    <a:pt x="13500" y="1920"/>
                  </a:cubicBezTo>
                  <a:cubicBezTo>
                    <a:pt x="13500" y="1440"/>
                    <a:pt x="12107" y="960"/>
                    <a:pt x="12107" y="960"/>
                  </a:cubicBezTo>
                  <a:cubicBezTo>
                    <a:pt x="12107" y="960"/>
                    <a:pt x="12107" y="1920"/>
                    <a:pt x="12107" y="1920"/>
                  </a:cubicBezTo>
                  <a:cubicBezTo>
                    <a:pt x="12455" y="2400"/>
                    <a:pt x="12803" y="2400"/>
                    <a:pt x="12803" y="2880"/>
                  </a:cubicBezTo>
                  <a:cubicBezTo>
                    <a:pt x="12803" y="3360"/>
                    <a:pt x="13152" y="3840"/>
                    <a:pt x="12803" y="3840"/>
                  </a:cubicBezTo>
                  <a:cubicBezTo>
                    <a:pt x="12107" y="3840"/>
                    <a:pt x="12107" y="3840"/>
                    <a:pt x="11758" y="3840"/>
                  </a:cubicBezTo>
                  <a:cubicBezTo>
                    <a:pt x="11061" y="3840"/>
                    <a:pt x="10016" y="4800"/>
                    <a:pt x="10016" y="4320"/>
                  </a:cubicBezTo>
                  <a:cubicBezTo>
                    <a:pt x="9668" y="4320"/>
                    <a:pt x="11410" y="3360"/>
                    <a:pt x="11410" y="2880"/>
                  </a:cubicBezTo>
                  <a:cubicBezTo>
                    <a:pt x="11410" y="1920"/>
                    <a:pt x="10713" y="1920"/>
                    <a:pt x="10713" y="1920"/>
                  </a:cubicBezTo>
                  <a:cubicBezTo>
                    <a:pt x="10713" y="1440"/>
                    <a:pt x="10016" y="960"/>
                    <a:pt x="9668" y="960"/>
                  </a:cubicBezTo>
                  <a:cubicBezTo>
                    <a:pt x="9668" y="1440"/>
                    <a:pt x="9668" y="1920"/>
                    <a:pt x="9668" y="1920"/>
                  </a:cubicBezTo>
                  <a:cubicBezTo>
                    <a:pt x="9319" y="2400"/>
                    <a:pt x="8971" y="3840"/>
                    <a:pt x="8623" y="3840"/>
                  </a:cubicBezTo>
                  <a:cubicBezTo>
                    <a:pt x="8274" y="3840"/>
                    <a:pt x="8274" y="3360"/>
                    <a:pt x="7926" y="3360"/>
                  </a:cubicBezTo>
                  <a:cubicBezTo>
                    <a:pt x="7926" y="3360"/>
                    <a:pt x="7229" y="3840"/>
                    <a:pt x="7229" y="3840"/>
                  </a:cubicBezTo>
                  <a:cubicBezTo>
                    <a:pt x="6881" y="3360"/>
                    <a:pt x="7578" y="2400"/>
                    <a:pt x="7926" y="2400"/>
                  </a:cubicBezTo>
                  <a:cubicBezTo>
                    <a:pt x="8274" y="1920"/>
                    <a:pt x="8274" y="1920"/>
                    <a:pt x="8623" y="1440"/>
                  </a:cubicBezTo>
                  <a:cubicBezTo>
                    <a:pt x="8623" y="960"/>
                    <a:pt x="8623" y="480"/>
                    <a:pt x="8274" y="480"/>
                  </a:cubicBezTo>
                  <a:cubicBezTo>
                    <a:pt x="8274" y="0"/>
                    <a:pt x="7578" y="0"/>
                    <a:pt x="7578" y="0"/>
                  </a:cubicBezTo>
                  <a:cubicBezTo>
                    <a:pt x="7229" y="480"/>
                    <a:pt x="6532" y="960"/>
                    <a:pt x="6184" y="1440"/>
                  </a:cubicBezTo>
                  <a:cubicBezTo>
                    <a:pt x="5836" y="1440"/>
                    <a:pt x="4442" y="2400"/>
                    <a:pt x="4442" y="24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18" name="Freeform 94"/>
            <p:cNvSpPr/>
            <p:nvPr/>
          </p:nvSpPr>
          <p:spPr>
            <a:xfrm>
              <a:off x="1335616" y="192259"/>
              <a:ext cx="50154" cy="432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36" h="20045" extrusionOk="0">
                  <a:moveTo>
                    <a:pt x="4091" y="12960"/>
                  </a:moveTo>
                  <a:cubicBezTo>
                    <a:pt x="5891" y="12960"/>
                    <a:pt x="5891" y="15120"/>
                    <a:pt x="7691" y="19440"/>
                  </a:cubicBezTo>
                  <a:cubicBezTo>
                    <a:pt x="7691" y="21600"/>
                    <a:pt x="9491" y="17280"/>
                    <a:pt x="9491" y="17280"/>
                  </a:cubicBezTo>
                  <a:cubicBezTo>
                    <a:pt x="11291" y="15120"/>
                    <a:pt x="11291" y="15120"/>
                    <a:pt x="13091" y="15120"/>
                  </a:cubicBezTo>
                  <a:cubicBezTo>
                    <a:pt x="13091" y="12960"/>
                    <a:pt x="14891" y="10800"/>
                    <a:pt x="16691" y="6480"/>
                  </a:cubicBezTo>
                  <a:cubicBezTo>
                    <a:pt x="18491" y="4320"/>
                    <a:pt x="20291" y="2160"/>
                    <a:pt x="18491" y="2160"/>
                  </a:cubicBezTo>
                  <a:cubicBezTo>
                    <a:pt x="16691" y="0"/>
                    <a:pt x="4091" y="0"/>
                    <a:pt x="4091" y="0"/>
                  </a:cubicBezTo>
                  <a:cubicBezTo>
                    <a:pt x="2291" y="2160"/>
                    <a:pt x="491" y="4320"/>
                    <a:pt x="491" y="6480"/>
                  </a:cubicBezTo>
                  <a:cubicBezTo>
                    <a:pt x="-1309" y="8640"/>
                    <a:pt x="2291" y="10800"/>
                    <a:pt x="4091" y="1296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19" name="Freeform 95"/>
            <p:cNvSpPr/>
            <p:nvPr/>
          </p:nvSpPr>
          <p:spPr>
            <a:xfrm>
              <a:off x="812909" y="380634"/>
              <a:ext cx="12701" cy="15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00" h="21600" extrusionOk="0">
                  <a:moveTo>
                    <a:pt x="14400" y="21600"/>
                  </a:moveTo>
                  <a:cubicBezTo>
                    <a:pt x="21600" y="21600"/>
                    <a:pt x="14400" y="0"/>
                    <a:pt x="14400" y="0"/>
                  </a:cubicBezTo>
                  <a:cubicBezTo>
                    <a:pt x="7200" y="0"/>
                    <a:pt x="0" y="14400"/>
                    <a:pt x="0" y="14400"/>
                  </a:cubicBezTo>
                  <a:cubicBezTo>
                    <a:pt x="0" y="21600"/>
                    <a:pt x="7200" y="21600"/>
                    <a:pt x="14400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20" name="Freeform 96"/>
            <p:cNvSpPr/>
            <p:nvPr/>
          </p:nvSpPr>
          <p:spPr>
            <a:xfrm>
              <a:off x="1503088" y="178666"/>
              <a:ext cx="110689" cy="1068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0" y="15026"/>
                  </a:moveTo>
                  <a:cubicBezTo>
                    <a:pt x="1800" y="15965"/>
                    <a:pt x="1800" y="15965"/>
                    <a:pt x="2700" y="16904"/>
                  </a:cubicBezTo>
                  <a:cubicBezTo>
                    <a:pt x="2700" y="17843"/>
                    <a:pt x="1800" y="18783"/>
                    <a:pt x="1800" y="18783"/>
                  </a:cubicBezTo>
                  <a:cubicBezTo>
                    <a:pt x="1800" y="19722"/>
                    <a:pt x="1800" y="19722"/>
                    <a:pt x="2700" y="20661"/>
                  </a:cubicBezTo>
                  <a:cubicBezTo>
                    <a:pt x="3600" y="20661"/>
                    <a:pt x="2700" y="20661"/>
                    <a:pt x="1800" y="20661"/>
                  </a:cubicBezTo>
                  <a:cubicBezTo>
                    <a:pt x="1800" y="21600"/>
                    <a:pt x="4500" y="21600"/>
                    <a:pt x="4500" y="21600"/>
                  </a:cubicBezTo>
                  <a:cubicBezTo>
                    <a:pt x="6300" y="20661"/>
                    <a:pt x="6300" y="19722"/>
                    <a:pt x="6300" y="18783"/>
                  </a:cubicBezTo>
                  <a:cubicBezTo>
                    <a:pt x="6300" y="18783"/>
                    <a:pt x="6300" y="17843"/>
                    <a:pt x="5400" y="16904"/>
                  </a:cubicBezTo>
                  <a:cubicBezTo>
                    <a:pt x="5400" y="15965"/>
                    <a:pt x="5400" y="15026"/>
                    <a:pt x="5400" y="15026"/>
                  </a:cubicBezTo>
                  <a:cubicBezTo>
                    <a:pt x="6300" y="15026"/>
                    <a:pt x="8100" y="14087"/>
                    <a:pt x="9000" y="14087"/>
                  </a:cubicBezTo>
                  <a:cubicBezTo>
                    <a:pt x="9000" y="13148"/>
                    <a:pt x="9000" y="14087"/>
                    <a:pt x="9900" y="14087"/>
                  </a:cubicBezTo>
                  <a:cubicBezTo>
                    <a:pt x="9900" y="14087"/>
                    <a:pt x="11700" y="13148"/>
                    <a:pt x="12600" y="13148"/>
                  </a:cubicBezTo>
                  <a:cubicBezTo>
                    <a:pt x="13500" y="13148"/>
                    <a:pt x="15300" y="11270"/>
                    <a:pt x="15300" y="11270"/>
                  </a:cubicBezTo>
                  <a:cubicBezTo>
                    <a:pt x="16200" y="10330"/>
                    <a:pt x="16200" y="9391"/>
                    <a:pt x="16200" y="8452"/>
                  </a:cubicBezTo>
                  <a:cubicBezTo>
                    <a:pt x="17100" y="8452"/>
                    <a:pt x="18000" y="6574"/>
                    <a:pt x="18900" y="5635"/>
                  </a:cubicBezTo>
                  <a:cubicBezTo>
                    <a:pt x="19800" y="4696"/>
                    <a:pt x="20700" y="3757"/>
                    <a:pt x="21600" y="2817"/>
                  </a:cubicBezTo>
                  <a:cubicBezTo>
                    <a:pt x="21600" y="2817"/>
                    <a:pt x="21600" y="1878"/>
                    <a:pt x="20700" y="1878"/>
                  </a:cubicBezTo>
                  <a:cubicBezTo>
                    <a:pt x="19800" y="939"/>
                    <a:pt x="18900" y="939"/>
                    <a:pt x="18900" y="939"/>
                  </a:cubicBezTo>
                  <a:cubicBezTo>
                    <a:pt x="18000" y="939"/>
                    <a:pt x="18900" y="1878"/>
                    <a:pt x="17100" y="1878"/>
                  </a:cubicBezTo>
                  <a:cubicBezTo>
                    <a:pt x="15300" y="939"/>
                    <a:pt x="16200" y="1878"/>
                    <a:pt x="15300" y="1878"/>
                  </a:cubicBezTo>
                  <a:cubicBezTo>
                    <a:pt x="15300" y="1878"/>
                    <a:pt x="15300" y="939"/>
                    <a:pt x="14400" y="939"/>
                  </a:cubicBezTo>
                  <a:cubicBezTo>
                    <a:pt x="14400" y="0"/>
                    <a:pt x="11700" y="939"/>
                    <a:pt x="10800" y="0"/>
                  </a:cubicBezTo>
                  <a:cubicBezTo>
                    <a:pt x="9900" y="0"/>
                    <a:pt x="9900" y="939"/>
                    <a:pt x="9900" y="939"/>
                  </a:cubicBezTo>
                  <a:cubicBezTo>
                    <a:pt x="9900" y="1878"/>
                    <a:pt x="7200" y="939"/>
                    <a:pt x="6300" y="939"/>
                  </a:cubicBezTo>
                  <a:cubicBezTo>
                    <a:pt x="5400" y="939"/>
                    <a:pt x="5400" y="2817"/>
                    <a:pt x="6300" y="2817"/>
                  </a:cubicBezTo>
                  <a:cubicBezTo>
                    <a:pt x="6300" y="3757"/>
                    <a:pt x="5400" y="4696"/>
                    <a:pt x="4500" y="4696"/>
                  </a:cubicBezTo>
                  <a:cubicBezTo>
                    <a:pt x="3600" y="4696"/>
                    <a:pt x="4500" y="4696"/>
                    <a:pt x="3600" y="3757"/>
                  </a:cubicBezTo>
                  <a:cubicBezTo>
                    <a:pt x="3600" y="3757"/>
                    <a:pt x="3600" y="5635"/>
                    <a:pt x="2700" y="6574"/>
                  </a:cubicBezTo>
                  <a:cubicBezTo>
                    <a:pt x="2700" y="7513"/>
                    <a:pt x="2700" y="8452"/>
                    <a:pt x="2700" y="9391"/>
                  </a:cubicBezTo>
                  <a:cubicBezTo>
                    <a:pt x="1800" y="10330"/>
                    <a:pt x="1800" y="10330"/>
                    <a:pt x="900" y="10330"/>
                  </a:cubicBezTo>
                  <a:cubicBezTo>
                    <a:pt x="900" y="11270"/>
                    <a:pt x="1800" y="13148"/>
                    <a:pt x="1800" y="14087"/>
                  </a:cubicBezTo>
                  <a:cubicBezTo>
                    <a:pt x="900" y="14087"/>
                    <a:pt x="900" y="14087"/>
                    <a:pt x="0" y="14087"/>
                  </a:cubicBezTo>
                  <a:cubicBezTo>
                    <a:pt x="0" y="15026"/>
                    <a:pt x="0" y="15026"/>
                    <a:pt x="900" y="15026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21" name="Freeform 97"/>
            <p:cNvSpPr/>
            <p:nvPr/>
          </p:nvSpPr>
          <p:spPr>
            <a:xfrm>
              <a:off x="1392402" y="185132"/>
              <a:ext cx="105644" cy="1275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5" h="21171" extrusionOk="0">
                  <a:moveTo>
                    <a:pt x="939" y="7285"/>
                  </a:moveTo>
                  <a:cubicBezTo>
                    <a:pt x="939" y="8057"/>
                    <a:pt x="0" y="8057"/>
                    <a:pt x="0" y="8828"/>
                  </a:cubicBezTo>
                  <a:cubicBezTo>
                    <a:pt x="0" y="9600"/>
                    <a:pt x="0" y="11142"/>
                    <a:pt x="0" y="11142"/>
                  </a:cubicBezTo>
                  <a:cubicBezTo>
                    <a:pt x="939" y="11914"/>
                    <a:pt x="0" y="11914"/>
                    <a:pt x="0" y="12685"/>
                  </a:cubicBezTo>
                  <a:cubicBezTo>
                    <a:pt x="0" y="13457"/>
                    <a:pt x="939" y="15000"/>
                    <a:pt x="1878" y="15000"/>
                  </a:cubicBezTo>
                  <a:cubicBezTo>
                    <a:pt x="1878" y="15771"/>
                    <a:pt x="2817" y="15000"/>
                    <a:pt x="3757" y="15000"/>
                  </a:cubicBezTo>
                  <a:cubicBezTo>
                    <a:pt x="3757" y="15000"/>
                    <a:pt x="3757" y="16542"/>
                    <a:pt x="3757" y="16542"/>
                  </a:cubicBezTo>
                  <a:cubicBezTo>
                    <a:pt x="4696" y="17314"/>
                    <a:pt x="4696" y="16542"/>
                    <a:pt x="5635" y="16542"/>
                  </a:cubicBezTo>
                  <a:cubicBezTo>
                    <a:pt x="5635" y="16542"/>
                    <a:pt x="6574" y="18085"/>
                    <a:pt x="6574" y="18857"/>
                  </a:cubicBezTo>
                  <a:cubicBezTo>
                    <a:pt x="7513" y="19628"/>
                    <a:pt x="6574" y="20400"/>
                    <a:pt x="7513" y="21171"/>
                  </a:cubicBezTo>
                  <a:cubicBezTo>
                    <a:pt x="7513" y="21171"/>
                    <a:pt x="8452" y="21171"/>
                    <a:pt x="9391" y="20400"/>
                  </a:cubicBezTo>
                  <a:cubicBezTo>
                    <a:pt x="10330" y="20400"/>
                    <a:pt x="10330" y="20400"/>
                    <a:pt x="11270" y="19628"/>
                  </a:cubicBezTo>
                  <a:cubicBezTo>
                    <a:pt x="12209" y="18857"/>
                    <a:pt x="13148" y="19628"/>
                    <a:pt x="14087" y="18857"/>
                  </a:cubicBezTo>
                  <a:cubicBezTo>
                    <a:pt x="15026" y="18085"/>
                    <a:pt x="15026" y="18085"/>
                    <a:pt x="15965" y="18085"/>
                  </a:cubicBezTo>
                  <a:cubicBezTo>
                    <a:pt x="15965" y="17314"/>
                    <a:pt x="16904" y="17314"/>
                    <a:pt x="17843" y="17314"/>
                  </a:cubicBezTo>
                  <a:cubicBezTo>
                    <a:pt x="17843" y="17314"/>
                    <a:pt x="18783" y="16542"/>
                    <a:pt x="18783" y="16542"/>
                  </a:cubicBezTo>
                  <a:cubicBezTo>
                    <a:pt x="19722" y="15771"/>
                    <a:pt x="18783" y="15000"/>
                    <a:pt x="18783" y="14228"/>
                  </a:cubicBezTo>
                  <a:cubicBezTo>
                    <a:pt x="18783" y="13457"/>
                    <a:pt x="20661" y="13457"/>
                    <a:pt x="20661" y="13457"/>
                  </a:cubicBezTo>
                  <a:cubicBezTo>
                    <a:pt x="21600" y="12685"/>
                    <a:pt x="21600" y="11142"/>
                    <a:pt x="20661" y="10371"/>
                  </a:cubicBezTo>
                  <a:cubicBezTo>
                    <a:pt x="19722" y="9600"/>
                    <a:pt x="19722" y="9600"/>
                    <a:pt x="18783" y="9600"/>
                  </a:cubicBezTo>
                  <a:cubicBezTo>
                    <a:pt x="17843" y="9600"/>
                    <a:pt x="18783" y="8057"/>
                    <a:pt x="17843" y="8057"/>
                  </a:cubicBezTo>
                  <a:cubicBezTo>
                    <a:pt x="16904" y="7285"/>
                    <a:pt x="17843" y="8828"/>
                    <a:pt x="16904" y="9600"/>
                  </a:cubicBezTo>
                  <a:cubicBezTo>
                    <a:pt x="16904" y="10371"/>
                    <a:pt x="15965" y="8057"/>
                    <a:pt x="15026" y="8057"/>
                  </a:cubicBezTo>
                  <a:cubicBezTo>
                    <a:pt x="15026" y="7285"/>
                    <a:pt x="15026" y="7285"/>
                    <a:pt x="15965" y="7285"/>
                  </a:cubicBezTo>
                  <a:cubicBezTo>
                    <a:pt x="16904" y="7285"/>
                    <a:pt x="16904" y="5742"/>
                    <a:pt x="17843" y="4971"/>
                  </a:cubicBezTo>
                  <a:cubicBezTo>
                    <a:pt x="17843" y="4971"/>
                    <a:pt x="17843" y="4971"/>
                    <a:pt x="18783" y="4971"/>
                  </a:cubicBezTo>
                  <a:cubicBezTo>
                    <a:pt x="19722" y="4971"/>
                    <a:pt x="19722" y="4971"/>
                    <a:pt x="19722" y="4200"/>
                  </a:cubicBezTo>
                  <a:cubicBezTo>
                    <a:pt x="19722" y="4200"/>
                    <a:pt x="18783" y="3428"/>
                    <a:pt x="18783" y="2657"/>
                  </a:cubicBezTo>
                  <a:cubicBezTo>
                    <a:pt x="19722" y="2657"/>
                    <a:pt x="20661" y="2657"/>
                    <a:pt x="20661" y="2657"/>
                  </a:cubicBezTo>
                  <a:cubicBezTo>
                    <a:pt x="21600" y="2657"/>
                    <a:pt x="19722" y="1114"/>
                    <a:pt x="19722" y="342"/>
                  </a:cubicBezTo>
                  <a:cubicBezTo>
                    <a:pt x="18783" y="342"/>
                    <a:pt x="18783" y="1114"/>
                    <a:pt x="17843" y="1114"/>
                  </a:cubicBezTo>
                  <a:cubicBezTo>
                    <a:pt x="17843" y="1885"/>
                    <a:pt x="15965" y="1885"/>
                    <a:pt x="15026" y="1885"/>
                  </a:cubicBezTo>
                  <a:cubicBezTo>
                    <a:pt x="14087" y="1885"/>
                    <a:pt x="13148" y="1885"/>
                    <a:pt x="12209" y="1114"/>
                  </a:cubicBezTo>
                  <a:cubicBezTo>
                    <a:pt x="11270" y="342"/>
                    <a:pt x="12209" y="342"/>
                    <a:pt x="13148" y="342"/>
                  </a:cubicBezTo>
                  <a:cubicBezTo>
                    <a:pt x="13148" y="-429"/>
                    <a:pt x="11270" y="342"/>
                    <a:pt x="10330" y="342"/>
                  </a:cubicBezTo>
                  <a:cubicBezTo>
                    <a:pt x="9391" y="342"/>
                    <a:pt x="9391" y="342"/>
                    <a:pt x="8452" y="342"/>
                  </a:cubicBezTo>
                  <a:cubicBezTo>
                    <a:pt x="6574" y="342"/>
                    <a:pt x="5635" y="3428"/>
                    <a:pt x="5635" y="3428"/>
                  </a:cubicBezTo>
                  <a:cubicBezTo>
                    <a:pt x="5635" y="4200"/>
                    <a:pt x="6574" y="4200"/>
                    <a:pt x="6574" y="4971"/>
                  </a:cubicBezTo>
                  <a:cubicBezTo>
                    <a:pt x="5635" y="5742"/>
                    <a:pt x="7513" y="5742"/>
                    <a:pt x="8452" y="5742"/>
                  </a:cubicBezTo>
                  <a:cubicBezTo>
                    <a:pt x="9391" y="5742"/>
                    <a:pt x="8452" y="7285"/>
                    <a:pt x="7513" y="8057"/>
                  </a:cubicBezTo>
                  <a:cubicBezTo>
                    <a:pt x="7513" y="8057"/>
                    <a:pt x="8452" y="8828"/>
                    <a:pt x="8452" y="8828"/>
                  </a:cubicBezTo>
                  <a:cubicBezTo>
                    <a:pt x="8452" y="8828"/>
                    <a:pt x="7513" y="9600"/>
                    <a:pt x="6574" y="10371"/>
                  </a:cubicBezTo>
                  <a:cubicBezTo>
                    <a:pt x="6574" y="10371"/>
                    <a:pt x="5635" y="9600"/>
                    <a:pt x="4696" y="9600"/>
                  </a:cubicBezTo>
                  <a:cubicBezTo>
                    <a:pt x="4696" y="9600"/>
                    <a:pt x="3757" y="8828"/>
                    <a:pt x="3757" y="8828"/>
                  </a:cubicBezTo>
                  <a:cubicBezTo>
                    <a:pt x="3757" y="8057"/>
                    <a:pt x="3757" y="8057"/>
                    <a:pt x="4696" y="7285"/>
                  </a:cubicBezTo>
                  <a:cubicBezTo>
                    <a:pt x="4696" y="7285"/>
                    <a:pt x="3757" y="6514"/>
                    <a:pt x="2817" y="6514"/>
                  </a:cubicBezTo>
                  <a:cubicBezTo>
                    <a:pt x="2817" y="5742"/>
                    <a:pt x="939" y="7285"/>
                    <a:pt x="939" y="7285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22" name="Freeform 98"/>
            <p:cNvSpPr/>
            <p:nvPr/>
          </p:nvSpPr>
          <p:spPr>
            <a:xfrm>
              <a:off x="1392400" y="114579"/>
              <a:ext cx="16724" cy="17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600" h="21600" extrusionOk="0">
                  <a:moveTo>
                    <a:pt x="5400" y="10800"/>
                  </a:moveTo>
                  <a:cubicBezTo>
                    <a:pt x="5400" y="10800"/>
                    <a:pt x="0" y="21600"/>
                    <a:pt x="5400" y="21600"/>
                  </a:cubicBezTo>
                  <a:cubicBezTo>
                    <a:pt x="10800" y="21600"/>
                    <a:pt x="16200" y="16200"/>
                    <a:pt x="16200" y="10800"/>
                  </a:cubicBezTo>
                  <a:cubicBezTo>
                    <a:pt x="21600" y="10800"/>
                    <a:pt x="16200" y="0"/>
                    <a:pt x="16200" y="0"/>
                  </a:cubicBezTo>
                  <a:cubicBezTo>
                    <a:pt x="16200" y="0"/>
                    <a:pt x="10800" y="0"/>
                    <a:pt x="10800" y="0"/>
                  </a:cubicBezTo>
                  <a:cubicBezTo>
                    <a:pt x="5400" y="0"/>
                    <a:pt x="0" y="10800"/>
                    <a:pt x="0" y="16200"/>
                  </a:cubicBezTo>
                  <a:cubicBezTo>
                    <a:pt x="0" y="16200"/>
                    <a:pt x="0" y="10800"/>
                    <a:pt x="5400" y="108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23" name="Freeform 99"/>
            <p:cNvSpPr/>
            <p:nvPr/>
          </p:nvSpPr>
          <p:spPr>
            <a:xfrm>
              <a:off x="4664323" y="67160"/>
              <a:ext cx="2622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30" h="17600" extrusionOk="0">
                  <a:moveTo>
                    <a:pt x="487" y="14400"/>
                  </a:moveTo>
                  <a:cubicBezTo>
                    <a:pt x="-2599" y="21600"/>
                    <a:pt x="9744" y="14400"/>
                    <a:pt x="15915" y="14400"/>
                  </a:cubicBezTo>
                  <a:cubicBezTo>
                    <a:pt x="19001" y="14400"/>
                    <a:pt x="19001" y="0"/>
                    <a:pt x="15915" y="0"/>
                  </a:cubicBezTo>
                  <a:cubicBezTo>
                    <a:pt x="12830" y="0"/>
                    <a:pt x="6658" y="7200"/>
                    <a:pt x="3572" y="7200"/>
                  </a:cubicBezTo>
                  <a:cubicBezTo>
                    <a:pt x="487" y="7200"/>
                    <a:pt x="487" y="7200"/>
                    <a:pt x="487" y="144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24" name="Freeform 100"/>
            <p:cNvSpPr/>
            <p:nvPr/>
          </p:nvSpPr>
          <p:spPr>
            <a:xfrm>
              <a:off x="4654686" y="30262"/>
              <a:ext cx="2337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573" h="17600" extrusionOk="0">
                  <a:moveTo>
                    <a:pt x="14973" y="14400"/>
                  </a:moveTo>
                  <a:cubicBezTo>
                    <a:pt x="18573" y="14400"/>
                    <a:pt x="18573" y="7200"/>
                    <a:pt x="18573" y="0"/>
                  </a:cubicBezTo>
                  <a:cubicBezTo>
                    <a:pt x="14973" y="0"/>
                    <a:pt x="14973" y="7200"/>
                    <a:pt x="11373" y="7200"/>
                  </a:cubicBezTo>
                  <a:cubicBezTo>
                    <a:pt x="7773" y="14400"/>
                    <a:pt x="4173" y="14400"/>
                    <a:pt x="573" y="14400"/>
                  </a:cubicBezTo>
                  <a:cubicBezTo>
                    <a:pt x="-3027" y="21600"/>
                    <a:pt x="11373" y="14400"/>
                    <a:pt x="14973" y="144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25" name="Freeform 101"/>
            <p:cNvSpPr/>
            <p:nvPr/>
          </p:nvSpPr>
          <p:spPr>
            <a:xfrm>
              <a:off x="3918865" y="386460"/>
              <a:ext cx="29052" cy="2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08" h="21600" extrusionOk="0">
                  <a:moveTo>
                    <a:pt x="6665" y="21600"/>
                  </a:moveTo>
                  <a:cubicBezTo>
                    <a:pt x="9751" y="21600"/>
                    <a:pt x="19008" y="10800"/>
                    <a:pt x="19008" y="7200"/>
                  </a:cubicBezTo>
                  <a:cubicBezTo>
                    <a:pt x="19008" y="7200"/>
                    <a:pt x="12837" y="0"/>
                    <a:pt x="9751" y="0"/>
                  </a:cubicBezTo>
                  <a:cubicBezTo>
                    <a:pt x="6665" y="0"/>
                    <a:pt x="494" y="0"/>
                    <a:pt x="494" y="3600"/>
                  </a:cubicBezTo>
                  <a:cubicBezTo>
                    <a:pt x="494" y="7200"/>
                    <a:pt x="-2592" y="21600"/>
                    <a:pt x="6665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26" name="Freeform 102"/>
            <p:cNvSpPr/>
            <p:nvPr/>
          </p:nvSpPr>
          <p:spPr>
            <a:xfrm>
              <a:off x="4085788" y="343208"/>
              <a:ext cx="31071" cy="33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636" extrusionOk="0">
                  <a:moveTo>
                    <a:pt x="15429" y="8836"/>
                  </a:moveTo>
                  <a:cubicBezTo>
                    <a:pt x="12343" y="6136"/>
                    <a:pt x="9257" y="3436"/>
                    <a:pt x="6171" y="736"/>
                  </a:cubicBezTo>
                  <a:cubicBezTo>
                    <a:pt x="6171" y="-1964"/>
                    <a:pt x="3086" y="3436"/>
                    <a:pt x="0" y="6136"/>
                  </a:cubicBezTo>
                  <a:cubicBezTo>
                    <a:pt x="0" y="8836"/>
                    <a:pt x="6171" y="14236"/>
                    <a:pt x="9257" y="14236"/>
                  </a:cubicBezTo>
                  <a:cubicBezTo>
                    <a:pt x="12343" y="16936"/>
                    <a:pt x="12343" y="19636"/>
                    <a:pt x="15429" y="19636"/>
                  </a:cubicBezTo>
                  <a:cubicBezTo>
                    <a:pt x="21600" y="19636"/>
                    <a:pt x="21600" y="16936"/>
                    <a:pt x="21600" y="14236"/>
                  </a:cubicBezTo>
                  <a:cubicBezTo>
                    <a:pt x="21600" y="11536"/>
                    <a:pt x="18514" y="8836"/>
                    <a:pt x="15429" y="8836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27" name="Freeform 103"/>
            <p:cNvSpPr/>
            <p:nvPr/>
          </p:nvSpPr>
          <p:spPr>
            <a:xfrm>
              <a:off x="4274151" y="211679"/>
              <a:ext cx="25367" cy="27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53" h="21600" extrusionOk="0">
                  <a:moveTo>
                    <a:pt x="3600" y="18000"/>
                  </a:moveTo>
                  <a:cubicBezTo>
                    <a:pt x="7200" y="14400"/>
                    <a:pt x="7200" y="18000"/>
                    <a:pt x="10800" y="18000"/>
                  </a:cubicBezTo>
                  <a:cubicBezTo>
                    <a:pt x="21600" y="18000"/>
                    <a:pt x="21600" y="10800"/>
                    <a:pt x="18000" y="7200"/>
                  </a:cubicBezTo>
                  <a:cubicBezTo>
                    <a:pt x="18000" y="3600"/>
                    <a:pt x="14400" y="3600"/>
                    <a:pt x="14400" y="0"/>
                  </a:cubicBezTo>
                  <a:cubicBezTo>
                    <a:pt x="10800" y="0"/>
                    <a:pt x="3600" y="3600"/>
                    <a:pt x="3600" y="3600"/>
                  </a:cubicBezTo>
                  <a:cubicBezTo>
                    <a:pt x="0" y="7200"/>
                    <a:pt x="0" y="18000"/>
                    <a:pt x="0" y="21600"/>
                  </a:cubicBezTo>
                  <a:cubicBezTo>
                    <a:pt x="3600" y="21600"/>
                    <a:pt x="3600" y="18000"/>
                    <a:pt x="3600" y="180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28" name="Freeform 104"/>
            <p:cNvSpPr/>
            <p:nvPr/>
          </p:nvSpPr>
          <p:spPr>
            <a:xfrm>
              <a:off x="4340006" y="220661"/>
              <a:ext cx="12701" cy="14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382" h="16322" extrusionOk="0">
                  <a:moveTo>
                    <a:pt x="10182" y="14850"/>
                  </a:moveTo>
                  <a:cubicBezTo>
                    <a:pt x="17382" y="14850"/>
                    <a:pt x="17382" y="9450"/>
                    <a:pt x="17382" y="4050"/>
                  </a:cubicBezTo>
                  <a:cubicBezTo>
                    <a:pt x="17382" y="-1350"/>
                    <a:pt x="10182" y="-1350"/>
                    <a:pt x="2982" y="4050"/>
                  </a:cubicBezTo>
                  <a:cubicBezTo>
                    <a:pt x="-4218" y="9450"/>
                    <a:pt x="2982" y="20250"/>
                    <a:pt x="10182" y="1485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29" name="Freeform 105"/>
            <p:cNvSpPr/>
            <p:nvPr/>
          </p:nvSpPr>
          <p:spPr>
            <a:xfrm>
              <a:off x="4392604" y="232517"/>
              <a:ext cx="1592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712" h="21600" extrusionOk="0">
                  <a:moveTo>
                    <a:pt x="16200" y="21600"/>
                  </a:moveTo>
                  <a:cubicBezTo>
                    <a:pt x="21600" y="21600"/>
                    <a:pt x="10800" y="0"/>
                    <a:pt x="10800" y="0"/>
                  </a:cubicBezTo>
                  <a:cubicBezTo>
                    <a:pt x="5400" y="0"/>
                    <a:pt x="0" y="10800"/>
                    <a:pt x="0" y="10800"/>
                  </a:cubicBezTo>
                  <a:cubicBezTo>
                    <a:pt x="0" y="21600"/>
                    <a:pt x="10800" y="21600"/>
                    <a:pt x="16200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30" name="Freeform 106"/>
            <p:cNvSpPr/>
            <p:nvPr/>
          </p:nvSpPr>
          <p:spPr>
            <a:xfrm>
              <a:off x="4414347" y="215564"/>
              <a:ext cx="12701" cy="13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662" h="21600" extrusionOk="0">
                  <a:moveTo>
                    <a:pt x="12312" y="0"/>
                  </a:moveTo>
                  <a:cubicBezTo>
                    <a:pt x="12312" y="0"/>
                    <a:pt x="1512" y="7200"/>
                    <a:pt x="1512" y="14400"/>
                  </a:cubicBezTo>
                  <a:cubicBezTo>
                    <a:pt x="-3888" y="21600"/>
                    <a:pt x="6912" y="21600"/>
                    <a:pt x="6912" y="21600"/>
                  </a:cubicBezTo>
                  <a:cubicBezTo>
                    <a:pt x="17712" y="21600"/>
                    <a:pt x="12312" y="7200"/>
                    <a:pt x="12312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31" name="Freeform 107"/>
            <p:cNvSpPr/>
            <p:nvPr/>
          </p:nvSpPr>
          <p:spPr>
            <a:xfrm>
              <a:off x="4944099" y="162279"/>
              <a:ext cx="24534" cy="13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91" h="17250" extrusionOk="0">
                  <a:moveTo>
                    <a:pt x="3600" y="4050"/>
                  </a:moveTo>
                  <a:cubicBezTo>
                    <a:pt x="0" y="4050"/>
                    <a:pt x="0" y="9450"/>
                    <a:pt x="0" y="14850"/>
                  </a:cubicBezTo>
                  <a:cubicBezTo>
                    <a:pt x="0" y="20250"/>
                    <a:pt x="14400" y="14850"/>
                    <a:pt x="18000" y="14850"/>
                  </a:cubicBezTo>
                  <a:cubicBezTo>
                    <a:pt x="21600" y="14850"/>
                    <a:pt x="18000" y="9450"/>
                    <a:pt x="14400" y="4050"/>
                  </a:cubicBezTo>
                  <a:cubicBezTo>
                    <a:pt x="14400" y="-1350"/>
                    <a:pt x="3600" y="-1350"/>
                    <a:pt x="3600" y="405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32" name="Freeform 108"/>
            <p:cNvSpPr/>
            <p:nvPr/>
          </p:nvSpPr>
          <p:spPr>
            <a:xfrm>
              <a:off x="5415523" y="201971"/>
              <a:ext cx="59133" cy="33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45" h="21600" extrusionOk="0">
                  <a:moveTo>
                    <a:pt x="3507" y="15429"/>
                  </a:moveTo>
                  <a:cubicBezTo>
                    <a:pt x="5049" y="15429"/>
                    <a:pt x="15849" y="18514"/>
                    <a:pt x="18935" y="21600"/>
                  </a:cubicBezTo>
                  <a:cubicBezTo>
                    <a:pt x="20478" y="21600"/>
                    <a:pt x="17392" y="6171"/>
                    <a:pt x="14307" y="3086"/>
                  </a:cubicBezTo>
                  <a:cubicBezTo>
                    <a:pt x="12764" y="0"/>
                    <a:pt x="9678" y="0"/>
                    <a:pt x="8135" y="0"/>
                  </a:cubicBezTo>
                  <a:cubicBezTo>
                    <a:pt x="6592" y="0"/>
                    <a:pt x="5049" y="0"/>
                    <a:pt x="3507" y="0"/>
                  </a:cubicBezTo>
                  <a:cubicBezTo>
                    <a:pt x="3507" y="0"/>
                    <a:pt x="3507" y="6171"/>
                    <a:pt x="3507" y="9257"/>
                  </a:cubicBezTo>
                  <a:cubicBezTo>
                    <a:pt x="3507" y="9257"/>
                    <a:pt x="421" y="12343"/>
                    <a:pt x="421" y="15429"/>
                  </a:cubicBezTo>
                  <a:cubicBezTo>
                    <a:pt x="-1122" y="18514"/>
                    <a:pt x="1964" y="15429"/>
                    <a:pt x="3507" y="15429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33" name="Freeform 109"/>
            <p:cNvSpPr/>
            <p:nvPr/>
          </p:nvSpPr>
          <p:spPr>
            <a:xfrm>
              <a:off x="5409141" y="182550"/>
              <a:ext cx="12701" cy="19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600" h="18149" extrusionOk="0">
                  <a:moveTo>
                    <a:pt x="15600" y="4320"/>
                  </a:moveTo>
                  <a:cubicBezTo>
                    <a:pt x="15600" y="4320"/>
                    <a:pt x="10200" y="0"/>
                    <a:pt x="4800" y="0"/>
                  </a:cubicBezTo>
                  <a:cubicBezTo>
                    <a:pt x="4800" y="0"/>
                    <a:pt x="-6000" y="12960"/>
                    <a:pt x="4800" y="17280"/>
                  </a:cubicBezTo>
                  <a:cubicBezTo>
                    <a:pt x="15600" y="21600"/>
                    <a:pt x="15600" y="8640"/>
                    <a:pt x="15600" y="432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34" name="Freeform 110"/>
            <p:cNvSpPr/>
            <p:nvPr/>
          </p:nvSpPr>
          <p:spPr>
            <a:xfrm>
              <a:off x="5337802" y="89931"/>
              <a:ext cx="140315" cy="751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36" h="20894" extrusionOk="0">
                  <a:moveTo>
                    <a:pt x="2205" y="14541"/>
                  </a:moveTo>
                  <a:cubicBezTo>
                    <a:pt x="2880" y="17082"/>
                    <a:pt x="3555" y="17082"/>
                    <a:pt x="4230" y="18353"/>
                  </a:cubicBezTo>
                  <a:cubicBezTo>
                    <a:pt x="4905" y="19623"/>
                    <a:pt x="5580" y="20894"/>
                    <a:pt x="6930" y="20894"/>
                  </a:cubicBezTo>
                  <a:cubicBezTo>
                    <a:pt x="7605" y="20894"/>
                    <a:pt x="7605" y="19623"/>
                    <a:pt x="7605" y="18353"/>
                  </a:cubicBezTo>
                  <a:cubicBezTo>
                    <a:pt x="7605" y="17082"/>
                    <a:pt x="6930" y="17082"/>
                    <a:pt x="7605" y="15812"/>
                  </a:cubicBezTo>
                  <a:cubicBezTo>
                    <a:pt x="8280" y="15812"/>
                    <a:pt x="8280" y="17082"/>
                    <a:pt x="8955" y="17082"/>
                  </a:cubicBezTo>
                  <a:cubicBezTo>
                    <a:pt x="9630" y="18353"/>
                    <a:pt x="11655" y="17082"/>
                    <a:pt x="13005" y="17082"/>
                  </a:cubicBezTo>
                  <a:cubicBezTo>
                    <a:pt x="13680" y="15812"/>
                    <a:pt x="13680" y="15812"/>
                    <a:pt x="13680" y="17082"/>
                  </a:cubicBezTo>
                  <a:cubicBezTo>
                    <a:pt x="13680" y="17082"/>
                    <a:pt x="13680" y="18353"/>
                    <a:pt x="14355" y="18353"/>
                  </a:cubicBezTo>
                  <a:cubicBezTo>
                    <a:pt x="15030" y="18353"/>
                    <a:pt x="17055" y="18353"/>
                    <a:pt x="17055" y="17082"/>
                  </a:cubicBezTo>
                  <a:cubicBezTo>
                    <a:pt x="17730" y="17082"/>
                    <a:pt x="17730" y="17082"/>
                    <a:pt x="15705" y="15812"/>
                  </a:cubicBezTo>
                  <a:cubicBezTo>
                    <a:pt x="14355" y="15812"/>
                    <a:pt x="13005" y="10729"/>
                    <a:pt x="13005" y="10729"/>
                  </a:cubicBezTo>
                  <a:cubicBezTo>
                    <a:pt x="12330" y="9459"/>
                    <a:pt x="12330" y="8188"/>
                    <a:pt x="13005" y="6918"/>
                  </a:cubicBezTo>
                  <a:cubicBezTo>
                    <a:pt x="13005" y="6918"/>
                    <a:pt x="14355" y="6918"/>
                    <a:pt x="14355" y="6918"/>
                  </a:cubicBezTo>
                  <a:cubicBezTo>
                    <a:pt x="15030" y="6918"/>
                    <a:pt x="14355" y="9459"/>
                    <a:pt x="13680" y="9459"/>
                  </a:cubicBezTo>
                  <a:cubicBezTo>
                    <a:pt x="13680" y="10729"/>
                    <a:pt x="15030" y="13270"/>
                    <a:pt x="15705" y="14541"/>
                  </a:cubicBezTo>
                  <a:cubicBezTo>
                    <a:pt x="16380" y="15812"/>
                    <a:pt x="17730" y="15812"/>
                    <a:pt x="18405" y="15812"/>
                  </a:cubicBezTo>
                  <a:cubicBezTo>
                    <a:pt x="19080" y="15812"/>
                    <a:pt x="19080" y="14541"/>
                    <a:pt x="19755" y="13270"/>
                  </a:cubicBezTo>
                  <a:cubicBezTo>
                    <a:pt x="20430" y="13270"/>
                    <a:pt x="19755" y="10729"/>
                    <a:pt x="19080" y="10729"/>
                  </a:cubicBezTo>
                  <a:cubicBezTo>
                    <a:pt x="19080" y="9459"/>
                    <a:pt x="20430" y="9459"/>
                    <a:pt x="20430" y="9459"/>
                  </a:cubicBezTo>
                  <a:cubicBezTo>
                    <a:pt x="21105" y="8188"/>
                    <a:pt x="18405" y="6918"/>
                    <a:pt x="17055" y="5647"/>
                  </a:cubicBezTo>
                  <a:cubicBezTo>
                    <a:pt x="16380" y="4376"/>
                    <a:pt x="15030" y="4376"/>
                    <a:pt x="14355" y="4376"/>
                  </a:cubicBezTo>
                  <a:cubicBezTo>
                    <a:pt x="13680" y="4376"/>
                    <a:pt x="13005" y="3106"/>
                    <a:pt x="11655" y="3106"/>
                  </a:cubicBezTo>
                  <a:cubicBezTo>
                    <a:pt x="10980" y="1835"/>
                    <a:pt x="10980" y="565"/>
                    <a:pt x="10305" y="565"/>
                  </a:cubicBezTo>
                  <a:cubicBezTo>
                    <a:pt x="9630" y="565"/>
                    <a:pt x="10305" y="1835"/>
                    <a:pt x="9630" y="1835"/>
                  </a:cubicBezTo>
                  <a:cubicBezTo>
                    <a:pt x="9630" y="1835"/>
                    <a:pt x="9630" y="4376"/>
                    <a:pt x="9630" y="5647"/>
                  </a:cubicBezTo>
                  <a:cubicBezTo>
                    <a:pt x="9630" y="6918"/>
                    <a:pt x="10305" y="6918"/>
                    <a:pt x="9630" y="6918"/>
                  </a:cubicBezTo>
                  <a:cubicBezTo>
                    <a:pt x="8955" y="8188"/>
                    <a:pt x="8955" y="5647"/>
                    <a:pt x="8280" y="5647"/>
                  </a:cubicBezTo>
                  <a:cubicBezTo>
                    <a:pt x="8280" y="4376"/>
                    <a:pt x="8280" y="4376"/>
                    <a:pt x="7605" y="5647"/>
                  </a:cubicBezTo>
                  <a:cubicBezTo>
                    <a:pt x="6930" y="5647"/>
                    <a:pt x="6255" y="4376"/>
                    <a:pt x="6255" y="3106"/>
                  </a:cubicBezTo>
                  <a:cubicBezTo>
                    <a:pt x="6255" y="3106"/>
                    <a:pt x="5580" y="1835"/>
                    <a:pt x="4230" y="565"/>
                  </a:cubicBezTo>
                  <a:cubicBezTo>
                    <a:pt x="3555" y="-706"/>
                    <a:pt x="3555" y="565"/>
                    <a:pt x="2880" y="565"/>
                  </a:cubicBezTo>
                  <a:cubicBezTo>
                    <a:pt x="2205" y="1835"/>
                    <a:pt x="855" y="3106"/>
                    <a:pt x="855" y="3106"/>
                  </a:cubicBezTo>
                  <a:cubicBezTo>
                    <a:pt x="180" y="3106"/>
                    <a:pt x="855" y="4376"/>
                    <a:pt x="855" y="5647"/>
                  </a:cubicBezTo>
                  <a:cubicBezTo>
                    <a:pt x="1530" y="6918"/>
                    <a:pt x="855" y="5647"/>
                    <a:pt x="855" y="6918"/>
                  </a:cubicBezTo>
                  <a:cubicBezTo>
                    <a:pt x="180" y="6918"/>
                    <a:pt x="1530" y="10729"/>
                    <a:pt x="1530" y="10729"/>
                  </a:cubicBezTo>
                  <a:cubicBezTo>
                    <a:pt x="1530" y="12000"/>
                    <a:pt x="855" y="10729"/>
                    <a:pt x="180" y="10729"/>
                  </a:cubicBezTo>
                  <a:cubicBezTo>
                    <a:pt x="-495" y="12000"/>
                    <a:pt x="855" y="13270"/>
                    <a:pt x="2205" y="14541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35" name="Freeform 111"/>
            <p:cNvSpPr/>
            <p:nvPr/>
          </p:nvSpPr>
          <p:spPr>
            <a:xfrm>
              <a:off x="5495006" y="124289"/>
              <a:ext cx="78264" cy="40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7" h="21600" extrusionOk="0">
                  <a:moveTo>
                    <a:pt x="2727" y="7200"/>
                  </a:moveTo>
                  <a:cubicBezTo>
                    <a:pt x="3927" y="7200"/>
                    <a:pt x="5127" y="12000"/>
                    <a:pt x="6327" y="12000"/>
                  </a:cubicBezTo>
                  <a:cubicBezTo>
                    <a:pt x="6327" y="12000"/>
                    <a:pt x="9927" y="16800"/>
                    <a:pt x="11127" y="16800"/>
                  </a:cubicBezTo>
                  <a:cubicBezTo>
                    <a:pt x="13527" y="19200"/>
                    <a:pt x="13527" y="21600"/>
                    <a:pt x="14727" y="21600"/>
                  </a:cubicBezTo>
                  <a:cubicBezTo>
                    <a:pt x="15927" y="21600"/>
                    <a:pt x="14727" y="19200"/>
                    <a:pt x="14727" y="19200"/>
                  </a:cubicBezTo>
                  <a:cubicBezTo>
                    <a:pt x="15927" y="19200"/>
                    <a:pt x="15927" y="19200"/>
                    <a:pt x="17127" y="19200"/>
                  </a:cubicBezTo>
                  <a:cubicBezTo>
                    <a:pt x="18327" y="19200"/>
                    <a:pt x="19527" y="14400"/>
                    <a:pt x="20727" y="14400"/>
                  </a:cubicBezTo>
                  <a:cubicBezTo>
                    <a:pt x="20727" y="12000"/>
                    <a:pt x="19527" y="9600"/>
                    <a:pt x="18327" y="9600"/>
                  </a:cubicBezTo>
                  <a:cubicBezTo>
                    <a:pt x="18327" y="9600"/>
                    <a:pt x="15927" y="9600"/>
                    <a:pt x="13527" y="7200"/>
                  </a:cubicBezTo>
                  <a:cubicBezTo>
                    <a:pt x="11127" y="4800"/>
                    <a:pt x="12327" y="7200"/>
                    <a:pt x="9927" y="7200"/>
                  </a:cubicBezTo>
                  <a:cubicBezTo>
                    <a:pt x="8727" y="7200"/>
                    <a:pt x="9927" y="7200"/>
                    <a:pt x="9927" y="4800"/>
                  </a:cubicBezTo>
                  <a:cubicBezTo>
                    <a:pt x="11127" y="2400"/>
                    <a:pt x="9927" y="2400"/>
                    <a:pt x="7527" y="2400"/>
                  </a:cubicBezTo>
                  <a:cubicBezTo>
                    <a:pt x="5127" y="2400"/>
                    <a:pt x="5127" y="4800"/>
                    <a:pt x="3927" y="4800"/>
                  </a:cubicBezTo>
                  <a:cubicBezTo>
                    <a:pt x="1527" y="4800"/>
                    <a:pt x="327" y="0"/>
                    <a:pt x="327" y="0"/>
                  </a:cubicBezTo>
                  <a:cubicBezTo>
                    <a:pt x="-873" y="0"/>
                    <a:pt x="1527" y="4800"/>
                    <a:pt x="2727" y="72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36" name="Freeform 112"/>
            <p:cNvSpPr/>
            <p:nvPr/>
          </p:nvSpPr>
          <p:spPr>
            <a:xfrm>
              <a:off x="5333954" y="188377"/>
              <a:ext cx="16160" cy="13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979" h="17067" extrusionOk="0">
                  <a:moveTo>
                    <a:pt x="14109" y="16200"/>
                  </a:moveTo>
                  <a:cubicBezTo>
                    <a:pt x="18429" y="16200"/>
                    <a:pt x="5469" y="0"/>
                    <a:pt x="1149" y="0"/>
                  </a:cubicBezTo>
                  <a:cubicBezTo>
                    <a:pt x="-3171" y="0"/>
                    <a:pt x="5469" y="21600"/>
                    <a:pt x="14109" y="162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37" name="Freeform 113"/>
            <p:cNvSpPr/>
            <p:nvPr/>
          </p:nvSpPr>
          <p:spPr>
            <a:xfrm>
              <a:off x="5928634" y="367040"/>
              <a:ext cx="17477" cy="194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cubicBezTo>
                    <a:pt x="5400" y="5400"/>
                    <a:pt x="10800" y="16200"/>
                    <a:pt x="16200" y="21600"/>
                  </a:cubicBezTo>
                  <a:cubicBezTo>
                    <a:pt x="21600" y="21600"/>
                    <a:pt x="21600" y="5400"/>
                    <a:pt x="21600" y="0"/>
                  </a:cubicBezTo>
                  <a:cubicBezTo>
                    <a:pt x="21600" y="0"/>
                    <a:pt x="16200" y="0"/>
                    <a:pt x="5400" y="0"/>
                  </a:cubicBezTo>
                  <a:cubicBezTo>
                    <a:pt x="0" y="0"/>
                    <a:pt x="0" y="0"/>
                    <a:pt x="0" y="54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38" name="Freeform 114"/>
            <p:cNvSpPr/>
            <p:nvPr/>
          </p:nvSpPr>
          <p:spPr>
            <a:xfrm>
              <a:off x="6097815" y="312666"/>
              <a:ext cx="50250" cy="13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62" h="21600" extrusionOk="0">
                  <a:moveTo>
                    <a:pt x="3762" y="21600"/>
                  </a:moveTo>
                  <a:cubicBezTo>
                    <a:pt x="7362" y="21600"/>
                    <a:pt x="16362" y="21600"/>
                    <a:pt x="18162" y="21600"/>
                  </a:cubicBezTo>
                  <a:cubicBezTo>
                    <a:pt x="19962" y="21600"/>
                    <a:pt x="19962" y="14400"/>
                    <a:pt x="19962" y="7200"/>
                  </a:cubicBezTo>
                  <a:cubicBezTo>
                    <a:pt x="19962" y="7200"/>
                    <a:pt x="16362" y="7200"/>
                    <a:pt x="10962" y="0"/>
                  </a:cubicBezTo>
                  <a:cubicBezTo>
                    <a:pt x="7362" y="0"/>
                    <a:pt x="5562" y="0"/>
                    <a:pt x="1962" y="7200"/>
                  </a:cubicBezTo>
                  <a:cubicBezTo>
                    <a:pt x="-1638" y="7200"/>
                    <a:pt x="162" y="14400"/>
                    <a:pt x="3762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39" name="Freeform 115"/>
            <p:cNvSpPr/>
            <p:nvPr/>
          </p:nvSpPr>
          <p:spPr>
            <a:xfrm>
              <a:off x="3965392" y="211680"/>
              <a:ext cx="104225" cy="128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8" h="21600" extrusionOk="0">
                  <a:moveTo>
                    <a:pt x="1878" y="14657"/>
                  </a:moveTo>
                  <a:cubicBezTo>
                    <a:pt x="1878" y="14657"/>
                    <a:pt x="3757" y="15429"/>
                    <a:pt x="4696" y="15429"/>
                  </a:cubicBezTo>
                  <a:cubicBezTo>
                    <a:pt x="4696" y="15429"/>
                    <a:pt x="4696" y="15429"/>
                    <a:pt x="5635" y="16200"/>
                  </a:cubicBezTo>
                  <a:cubicBezTo>
                    <a:pt x="5635" y="16200"/>
                    <a:pt x="6574" y="16200"/>
                    <a:pt x="6574" y="15429"/>
                  </a:cubicBezTo>
                  <a:cubicBezTo>
                    <a:pt x="7513" y="15429"/>
                    <a:pt x="7513" y="16200"/>
                    <a:pt x="7513" y="16200"/>
                  </a:cubicBezTo>
                  <a:cubicBezTo>
                    <a:pt x="8452" y="16971"/>
                    <a:pt x="7513" y="16971"/>
                    <a:pt x="7513" y="17743"/>
                  </a:cubicBezTo>
                  <a:cubicBezTo>
                    <a:pt x="8452" y="18514"/>
                    <a:pt x="7513" y="19286"/>
                    <a:pt x="7513" y="19286"/>
                  </a:cubicBezTo>
                  <a:cubicBezTo>
                    <a:pt x="7513" y="20057"/>
                    <a:pt x="11270" y="20057"/>
                    <a:pt x="12209" y="20057"/>
                  </a:cubicBezTo>
                  <a:cubicBezTo>
                    <a:pt x="12209" y="20057"/>
                    <a:pt x="13148" y="20829"/>
                    <a:pt x="14087" y="20829"/>
                  </a:cubicBezTo>
                  <a:cubicBezTo>
                    <a:pt x="15026" y="20829"/>
                    <a:pt x="14087" y="20057"/>
                    <a:pt x="15026" y="20057"/>
                  </a:cubicBezTo>
                  <a:cubicBezTo>
                    <a:pt x="15026" y="20057"/>
                    <a:pt x="15965" y="20829"/>
                    <a:pt x="15965" y="21600"/>
                  </a:cubicBezTo>
                  <a:cubicBezTo>
                    <a:pt x="16904" y="21600"/>
                    <a:pt x="17843" y="20829"/>
                    <a:pt x="17843" y="20829"/>
                  </a:cubicBezTo>
                  <a:cubicBezTo>
                    <a:pt x="17843" y="20829"/>
                    <a:pt x="18783" y="20829"/>
                    <a:pt x="19722" y="20829"/>
                  </a:cubicBezTo>
                  <a:cubicBezTo>
                    <a:pt x="19722" y="20829"/>
                    <a:pt x="19722" y="20829"/>
                    <a:pt x="20661" y="20829"/>
                  </a:cubicBezTo>
                  <a:cubicBezTo>
                    <a:pt x="21600" y="20057"/>
                    <a:pt x="20661" y="19286"/>
                    <a:pt x="20661" y="20057"/>
                  </a:cubicBezTo>
                  <a:cubicBezTo>
                    <a:pt x="19722" y="20057"/>
                    <a:pt x="19722" y="19286"/>
                    <a:pt x="19722" y="19286"/>
                  </a:cubicBezTo>
                  <a:cubicBezTo>
                    <a:pt x="19722" y="18514"/>
                    <a:pt x="18783" y="19286"/>
                    <a:pt x="18783" y="18514"/>
                  </a:cubicBezTo>
                  <a:cubicBezTo>
                    <a:pt x="17843" y="17743"/>
                    <a:pt x="15965" y="16971"/>
                    <a:pt x="15965" y="16971"/>
                  </a:cubicBezTo>
                  <a:cubicBezTo>
                    <a:pt x="15965" y="16971"/>
                    <a:pt x="15965" y="16200"/>
                    <a:pt x="15965" y="15429"/>
                  </a:cubicBezTo>
                  <a:cubicBezTo>
                    <a:pt x="15965" y="15429"/>
                    <a:pt x="14087" y="13886"/>
                    <a:pt x="14087" y="13886"/>
                  </a:cubicBezTo>
                  <a:cubicBezTo>
                    <a:pt x="14087" y="13114"/>
                    <a:pt x="13148" y="12343"/>
                    <a:pt x="13148" y="12343"/>
                  </a:cubicBezTo>
                  <a:cubicBezTo>
                    <a:pt x="13148" y="11571"/>
                    <a:pt x="13148" y="10800"/>
                    <a:pt x="14087" y="10029"/>
                  </a:cubicBezTo>
                  <a:cubicBezTo>
                    <a:pt x="14087" y="10029"/>
                    <a:pt x="14087" y="10029"/>
                    <a:pt x="13148" y="9257"/>
                  </a:cubicBezTo>
                  <a:cubicBezTo>
                    <a:pt x="12209" y="9257"/>
                    <a:pt x="13148" y="8486"/>
                    <a:pt x="13148" y="7714"/>
                  </a:cubicBezTo>
                  <a:cubicBezTo>
                    <a:pt x="13148" y="7714"/>
                    <a:pt x="13148" y="7714"/>
                    <a:pt x="13148" y="6943"/>
                  </a:cubicBezTo>
                  <a:cubicBezTo>
                    <a:pt x="13148" y="6943"/>
                    <a:pt x="14087" y="6171"/>
                    <a:pt x="14087" y="5400"/>
                  </a:cubicBezTo>
                  <a:cubicBezTo>
                    <a:pt x="14087" y="5400"/>
                    <a:pt x="13148" y="4629"/>
                    <a:pt x="14087" y="4629"/>
                  </a:cubicBezTo>
                  <a:cubicBezTo>
                    <a:pt x="14087" y="3857"/>
                    <a:pt x="15026" y="4629"/>
                    <a:pt x="15026" y="4629"/>
                  </a:cubicBezTo>
                  <a:cubicBezTo>
                    <a:pt x="15965" y="4629"/>
                    <a:pt x="15026" y="3857"/>
                    <a:pt x="15026" y="3857"/>
                  </a:cubicBezTo>
                  <a:cubicBezTo>
                    <a:pt x="15026" y="3857"/>
                    <a:pt x="15965" y="3086"/>
                    <a:pt x="15965" y="3086"/>
                  </a:cubicBezTo>
                  <a:cubicBezTo>
                    <a:pt x="16904" y="3086"/>
                    <a:pt x="16904" y="1543"/>
                    <a:pt x="15965" y="1543"/>
                  </a:cubicBezTo>
                  <a:cubicBezTo>
                    <a:pt x="15965" y="1543"/>
                    <a:pt x="15026" y="1543"/>
                    <a:pt x="14087" y="771"/>
                  </a:cubicBezTo>
                  <a:cubicBezTo>
                    <a:pt x="14087" y="771"/>
                    <a:pt x="13148" y="771"/>
                    <a:pt x="12209" y="771"/>
                  </a:cubicBezTo>
                  <a:cubicBezTo>
                    <a:pt x="12209" y="771"/>
                    <a:pt x="11270" y="0"/>
                    <a:pt x="10330" y="0"/>
                  </a:cubicBezTo>
                  <a:cubicBezTo>
                    <a:pt x="9391" y="0"/>
                    <a:pt x="10330" y="771"/>
                    <a:pt x="10330" y="771"/>
                  </a:cubicBezTo>
                  <a:cubicBezTo>
                    <a:pt x="10330" y="771"/>
                    <a:pt x="8452" y="771"/>
                    <a:pt x="8452" y="771"/>
                  </a:cubicBezTo>
                  <a:cubicBezTo>
                    <a:pt x="7513" y="771"/>
                    <a:pt x="7513" y="3086"/>
                    <a:pt x="6574" y="3086"/>
                  </a:cubicBezTo>
                  <a:cubicBezTo>
                    <a:pt x="6574" y="3857"/>
                    <a:pt x="5635" y="3086"/>
                    <a:pt x="4696" y="3086"/>
                  </a:cubicBezTo>
                  <a:cubicBezTo>
                    <a:pt x="4696" y="3086"/>
                    <a:pt x="4696" y="3857"/>
                    <a:pt x="4696" y="4629"/>
                  </a:cubicBezTo>
                  <a:cubicBezTo>
                    <a:pt x="4696" y="4629"/>
                    <a:pt x="4696" y="4629"/>
                    <a:pt x="3757" y="4629"/>
                  </a:cubicBezTo>
                  <a:cubicBezTo>
                    <a:pt x="2817" y="4629"/>
                    <a:pt x="2817" y="5400"/>
                    <a:pt x="2817" y="5400"/>
                  </a:cubicBezTo>
                  <a:cubicBezTo>
                    <a:pt x="3757" y="6171"/>
                    <a:pt x="4696" y="6171"/>
                    <a:pt x="4696" y="6171"/>
                  </a:cubicBezTo>
                  <a:cubicBezTo>
                    <a:pt x="5635" y="6171"/>
                    <a:pt x="4696" y="6171"/>
                    <a:pt x="4696" y="6943"/>
                  </a:cubicBezTo>
                  <a:cubicBezTo>
                    <a:pt x="3757" y="6943"/>
                    <a:pt x="3757" y="8486"/>
                    <a:pt x="3757" y="9257"/>
                  </a:cubicBezTo>
                  <a:cubicBezTo>
                    <a:pt x="3757" y="10029"/>
                    <a:pt x="3757" y="10029"/>
                    <a:pt x="3757" y="10029"/>
                  </a:cubicBezTo>
                  <a:cubicBezTo>
                    <a:pt x="3757" y="10800"/>
                    <a:pt x="3757" y="10029"/>
                    <a:pt x="2817" y="10029"/>
                  </a:cubicBezTo>
                  <a:cubicBezTo>
                    <a:pt x="1878" y="10029"/>
                    <a:pt x="1878" y="10029"/>
                    <a:pt x="1878" y="10800"/>
                  </a:cubicBezTo>
                  <a:cubicBezTo>
                    <a:pt x="1878" y="10800"/>
                    <a:pt x="1878" y="10800"/>
                    <a:pt x="939" y="10800"/>
                  </a:cubicBezTo>
                  <a:cubicBezTo>
                    <a:pt x="939" y="10800"/>
                    <a:pt x="0" y="12343"/>
                    <a:pt x="0" y="13114"/>
                  </a:cubicBezTo>
                  <a:cubicBezTo>
                    <a:pt x="0" y="13886"/>
                    <a:pt x="939" y="14657"/>
                    <a:pt x="1878" y="14657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40" name="Freeform 116"/>
            <p:cNvSpPr/>
            <p:nvPr/>
          </p:nvSpPr>
          <p:spPr>
            <a:xfrm>
              <a:off x="3980198" y="308781"/>
              <a:ext cx="15510" cy="13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50" h="21600" extrusionOk="0">
                  <a:moveTo>
                    <a:pt x="4050" y="0"/>
                  </a:moveTo>
                  <a:cubicBezTo>
                    <a:pt x="-1350" y="0"/>
                    <a:pt x="-1350" y="7200"/>
                    <a:pt x="4050" y="7200"/>
                  </a:cubicBezTo>
                  <a:cubicBezTo>
                    <a:pt x="9450" y="14400"/>
                    <a:pt x="9450" y="21600"/>
                    <a:pt x="14850" y="21600"/>
                  </a:cubicBezTo>
                  <a:cubicBezTo>
                    <a:pt x="20250" y="21600"/>
                    <a:pt x="14850" y="14400"/>
                    <a:pt x="14850" y="7200"/>
                  </a:cubicBezTo>
                  <a:cubicBezTo>
                    <a:pt x="14850" y="7200"/>
                    <a:pt x="9450" y="0"/>
                    <a:pt x="405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41" name="Freeform 117"/>
            <p:cNvSpPr/>
            <p:nvPr/>
          </p:nvSpPr>
          <p:spPr>
            <a:xfrm>
              <a:off x="3992369" y="31072"/>
              <a:ext cx="244886" cy="1844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1" h="21600" extrusionOk="0">
                  <a:moveTo>
                    <a:pt x="1281" y="18900"/>
                  </a:moveTo>
                  <a:cubicBezTo>
                    <a:pt x="1281" y="18900"/>
                    <a:pt x="1281" y="19980"/>
                    <a:pt x="1281" y="19980"/>
                  </a:cubicBezTo>
                  <a:cubicBezTo>
                    <a:pt x="1281" y="19980"/>
                    <a:pt x="2081" y="19980"/>
                    <a:pt x="2481" y="20520"/>
                  </a:cubicBezTo>
                  <a:cubicBezTo>
                    <a:pt x="2481" y="20520"/>
                    <a:pt x="2881" y="20520"/>
                    <a:pt x="3281" y="21060"/>
                  </a:cubicBezTo>
                  <a:cubicBezTo>
                    <a:pt x="3281" y="21060"/>
                    <a:pt x="4081" y="21060"/>
                    <a:pt x="4081" y="21060"/>
                  </a:cubicBezTo>
                  <a:cubicBezTo>
                    <a:pt x="4081" y="21600"/>
                    <a:pt x="4881" y="21600"/>
                    <a:pt x="5281" y="21600"/>
                  </a:cubicBezTo>
                  <a:cubicBezTo>
                    <a:pt x="5281" y="21600"/>
                    <a:pt x="5681" y="21060"/>
                    <a:pt x="5681" y="21060"/>
                  </a:cubicBezTo>
                  <a:cubicBezTo>
                    <a:pt x="5681" y="20520"/>
                    <a:pt x="6081" y="19980"/>
                    <a:pt x="5681" y="19980"/>
                  </a:cubicBezTo>
                  <a:cubicBezTo>
                    <a:pt x="5281" y="19440"/>
                    <a:pt x="5281" y="19440"/>
                    <a:pt x="5281" y="19440"/>
                  </a:cubicBezTo>
                  <a:cubicBezTo>
                    <a:pt x="5281" y="19440"/>
                    <a:pt x="6081" y="19440"/>
                    <a:pt x="6481" y="19440"/>
                  </a:cubicBezTo>
                  <a:cubicBezTo>
                    <a:pt x="6481" y="18900"/>
                    <a:pt x="6081" y="18900"/>
                    <a:pt x="6081" y="18360"/>
                  </a:cubicBezTo>
                  <a:cubicBezTo>
                    <a:pt x="6081" y="18360"/>
                    <a:pt x="6481" y="18900"/>
                    <a:pt x="6481" y="18360"/>
                  </a:cubicBezTo>
                  <a:cubicBezTo>
                    <a:pt x="6481" y="18360"/>
                    <a:pt x="6481" y="17820"/>
                    <a:pt x="6081" y="17820"/>
                  </a:cubicBezTo>
                  <a:cubicBezTo>
                    <a:pt x="6081" y="17280"/>
                    <a:pt x="6481" y="17280"/>
                    <a:pt x="6881" y="17280"/>
                  </a:cubicBezTo>
                  <a:cubicBezTo>
                    <a:pt x="7281" y="17280"/>
                    <a:pt x="6881" y="17280"/>
                    <a:pt x="6881" y="16740"/>
                  </a:cubicBezTo>
                  <a:cubicBezTo>
                    <a:pt x="6481" y="16740"/>
                    <a:pt x="6881" y="16740"/>
                    <a:pt x="7281" y="16740"/>
                  </a:cubicBezTo>
                  <a:cubicBezTo>
                    <a:pt x="7281" y="16740"/>
                    <a:pt x="7681" y="16740"/>
                    <a:pt x="7681" y="16200"/>
                  </a:cubicBezTo>
                  <a:cubicBezTo>
                    <a:pt x="7681" y="15660"/>
                    <a:pt x="7681" y="15120"/>
                    <a:pt x="7681" y="15120"/>
                  </a:cubicBezTo>
                  <a:cubicBezTo>
                    <a:pt x="8081" y="15120"/>
                    <a:pt x="8481" y="15120"/>
                    <a:pt x="8481" y="15120"/>
                  </a:cubicBezTo>
                  <a:cubicBezTo>
                    <a:pt x="8481" y="15120"/>
                    <a:pt x="7681" y="15120"/>
                    <a:pt x="7681" y="14580"/>
                  </a:cubicBezTo>
                  <a:cubicBezTo>
                    <a:pt x="7681" y="14580"/>
                    <a:pt x="8081" y="14580"/>
                    <a:pt x="8081" y="14580"/>
                  </a:cubicBezTo>
                  <a:cubicBezTo>
                    <a:pt x="8481" y="14580"/>
                    <a:pt x="8481" y="14580"/>
                    <a:pt x="8881" y="14040"/>
                  </a:cubicBezTo>
                  <a:cubicBezTo>
                    <a:pt x="8881" y="14040"/>
                    <a:pt x="8881" y="14040"/>
                    <a:pt x="9281" y="14040"/>
                  </a:cubicBezTo>
                  <a:cubicBezTo>
                    <a:pt x="9281" y="13500"/>
                    <a:pt x="9281" y="13500"/>
                    <a:pt x="8881" y="12960"/>
                  </a:cubicBezTo>
                  <a:cubicBezTo>
                    <a:pt x="8881" y="12960"/>
                    <a:pt x="9681" y="13500"/>
                    <a:pt x="10081" y="13500"/>
                  </a:cubicBezTo>
                  <a:cubicBezTo>
                    <a:pt x="10481" y="13500"/>
                    <a:pt x="10481" y="12960"/>
                    <a:pt x="10481" y="12960"/>
                  </a:cubicBezTo>
                  <a:cubicBezTo>
                    <a:pt x="10481" y="12960"/>
                    <a:pt x="10881" y="12960"/>
                    <a:pt x="10881" y="12960"/>
                  </a:cubicBezTo>
                  <a:cubicBezTo>
                    <a:pt x="11281" y="12960"/>
                    <a:pt x="11281" y="11880"/>
                    <a:pt x="11281" y="11340"/>
                  </a:cubicBezTo>
                  <a:cubicBezTo>
                    <a:pt x="11281" y="11340"/>
                    <a:pt x="11281" y="11340"/>
                    <a:pt x="11681" y="11880"/>
                  </a:cubicBezTo>
                  <a:cubicBezTo>
                    <a:pt x="11681" y="11880"/>
                    <a:pt x="12081" y="11880"/>
                    <a:pt x="12081" y="11340"/>
                  </a:cubicBezTo>
                  <a:cubicBezTo>
                    <a:pt x="12481" y="11340"/>
                    <a:pt x="12481" y="11340"/>
                    <a:pt x="12481" y="10800"/>
                  </a:cubicBezTo>
                  <a:cubicBezTo>
                    <a:pt x="12881" y="10800"/>
                    <a:pt x="13681" y="10260"/>
                    <a:pt x="13681" y="9720"/>
                  </a:cubicBezTo>
                  <a:cubicBezTo>
                    <a:pt x="14081" y="9720"/>
                    <a:pt x="14881" y="9180"/>
                    <a:pt x="14881" y="8640"/>
                  </a:cubicBezTo>
                  <a:cubicBezTo>
                    <a:pt x="15281" y="8100"/>
                    <a:pt x="16081" y="8100"/>
                    <a:pt x="16081" y="8100"/>
                  </a:cubicBezTo>
                  <a:cubicBezTo>
                    <a:pt x="16481" y="8100"/>
                    <a:pt x="16881" y="8100"/>
                    <a:pt x="17681" y="8640"/>
                  </a:cubicBezTo>
                  <a:cubicBezTo>
                    <a:pt x="18081" y="8640"/>
                    <a:pt x="18481" y="8640"/>
                    <a:pt x="18881" y="8100"/>
                  </a:cubicBezTo>
                  <a:cubicBezTo>
                    <a:pt x="19281" y="8100"/>
                    <a:pt x="19281" y="7560"/>
                    <a:pt x="19281" y="7560"/>
                  </a:cubicBezTo>
                  <a:cubicBezTo>
                    <a:pt x="19681" y="7020"/>
                    <a:pt x="20481" y="7020"/>
                    <a:pt x="20481" y="6480"/>
                  </a:cubicBezTo>
                  <a:cubicBezTo>
                    <a:pt x="20881" y="6480"/>
                    <a:pt x="21281" y="5940"/>
                    <a:pt x="21281" y="5940"/>
                  </a:cubicBezTo>
                  <a:cubicBezTo>
                    <a:pt x="20881" y="5940"/>
                    <a:pt x="20881" y="5940"/>
                    <a:pt x="20881" y="5400"/>
                  </a:cubicBezTo>
                  <a:cubicBezTo>
                    <a:pt x="20881" y="5400"/>
                    <a:pt x="20881" y="4860"/>
                    <a:pt x="21281" y="4320"/>
                  </a:cubicBezTo>
                  <a:cubicBezTo>
                    <a:pt x="21281" y="4320"/>
                    <a:pt x="21281" y="4320"/>
                    <a:pt x="21281" y="4320"/>
                  </a:cubicBezTo>
                  <a:cubicBezTo>
                    <a:pt x="20881" y="3780"/>
                    <a:pt x="20881" y="3240"/>
                    <a:pt x="20881" y="2700"/>
                  </a:cubicBezTo>
                  <a:cubicBezTo>
                    <a:pt x="20881" y="2700"/>
                    <a:pt x="21281" y="2700"/>
                    <a:pt x="21281" y="2160"/>
                  </a:cubicBezTo>
                  <a:cubicBezTo>
                    <a:pt x="21281" y="2160"/>
                    <a:pt x="20881" y="1620"/>
                    <a:pt x="20881" y="1620"/>
                  </a:cubicBezTo>
                  <a:cubicBezTo>
                    <a:pt x="20481" y="1080"/>
                    <a:pt x="20481" y="1080"/>
                    <a:pt x="20481" y="540"/>
                  </a:cubicBezTo>
                  <a:cubicBezTo>
                    <a:pt x="20481" y="540"/>
                    <a:pt x="20081" y="540"/>
                    <a:pt x="19681" y="0"/>
                  </a:cubicBezTo>
                  <a:cubicBezTo>
                    <a:pt x="19281" y="0"/>
                    <a:pt x="19281" y="0"/>
                    <a:pt x="19281" y="540"/>
                  </a:cubicBezTo>
                  <a:cubicBezTo>
                    <a:pt x="19281" y="540"/>
                    <a:pt x="18881" y="540"/>
                    <a:pt x="18881" y="0"/>
                  </a:cubicBezTo>
                  <a:cubicBezTo>
                    <a:pt x="18881" y="0"/>
                    <a:pt x="18081" y="540"/>
                    <a:pt x="18081" y="540"/>
                  </a:cubicBezTo>
                  <a:cubicBezTo>
                    <a:pt x="17681" y="540"/>
                    <a:pt x="18081" y="1080"/>
                    <a:pt x="18081" y="1080"/>
                  </a:cubicBezTo>
                  <a:cubicBezTo>
                    <a:pt x="18081" y="1620"/>
                    <a:pt x="17681" y="2160"/>
                    <a:pt x="17281" y="2700"/>
                  </a:cubicBezTo>
                  <a:cubicBezTo>
                    <a:pt x="17281" y="3240"/>
                    <a:pt x="16881" y="3780"/>
                    <a:pt x="16481" y="3780"/>
                  </a:cubicBezTo>
                  <a:cubicBezTo>
                    <a:pt x="16081" y="3780"/>
                    <a:pt x="16081" y="4320"/>
                    <a:pt x="15681" y="4860"/>
                  </a:cubicBezTo>
                  <a:cubicBezTo>
                    <a:pt x="15281" y="4860"/>
                    <a:pt x="14481" y="5400"/>
                    <a:pt x="14081" y="5400"/>
                  </a:cubicBezTo>
                  <a:cubicBezTo>
                    <a:pt x="13281" y="5400"/>
                    <a:pt x="13681" y="5400"/>
                    <a:pt x="13281" y="5400"/>
                  </a:cubicBezTo>
                  <a:cubicBezTo>
                    <a:pt x="12881" y="5940"/>
                    <a:pt x="12881" y="4860"/>
                    <a:pt x="12481" y="4860"/>
                  </a:cubicBezTo>
                  <a:cubicBezTo>
                    <a:pt x="12481" y="4320"/>
                    <a:pt x="12481" y="4860"/>
                    <a:pt x="12081" y="4860"/>
                  </a:cubicBezTo>
                  <a:cubicBezTo>
                    <a:pt x="12081" y="5400"/>
                    <a:pt x="12081" y="5400"/>
                    <a:pt x="11681" y="5400"/>
                  </a:cubicBezTo>
                  <a:cubicBezTo>
                    <a:pt x="11681" y="5400"/>
                    <a:pt x="10881" y="4860"/>
                    <a:pt x="10881" y="4860"/>
                  </a:cubicBezTo>
                  <a:cubicBezTo>
                    <a:pt x="10881" y="4320"/>
                    <a:pt x="10481" y="4860"/>
                    <a:pt x="10081" y="4860"/>
                  </a:cubicBezTo>
                  <a:cubicBezTo>
                    <a:pt x="10081" y="5400"/>
                    <a:pt x="10081" y="4860"/>
                    <a:pt x="9681" y="4860"/>
                  </a:cubicBezTo>
                  <a:cubicBezTo>
                    <a:pt x="9281" y="4860"/>
                    <a:pt x="9681" y="5400"/>
                    <a:pt x="9681" y="5400"/>
                  </a:cubicBezTo>
                  <a:cubicBezTo>
                    <a:pt x="10081" y="5400"/>
                    <a:pt x="9681" y="5940"/>
                    <a:pt x="9281" y="5940"/>
                  </a:cubicBezTo>
                  <a:cubicBezTo>
                    <a:pt x="9281" y="6480"/>
                    <a:pt x="8481" y="7560"/>
                    <a:pt x="8081" y="7560"/>
                  </a:cubicBezTo>
                  <a:cubicBezTo>
                    <a:pt x="7681" y="7560"/>
                    <a:pt x="7681" y="8100"/>
                    <a:pt x="7681" y="8100"/>
                  </a:cubicBezTo>
                  <a:cubicBezTo>
                    <a:pt x="7281" y="8100"/>
                    <a:pt x="7281" y="7560"/>
                    <a:pt x="7281" y="7560"/>
                  </a:cubicBezTo>
                  <a:cubicBezTo>
                    <a:pt x="6881" y="7560"/>
                    <a:pt x="6881" y="8100"/>
                    <a:pt x="6881" y="8100"/>
                  </a:cubicBezTo>
                  <a:cubicBezTo>
                    <a:pt x="7281" y="8640"/>
                    <a:pt x="6881" y="8640"/>
                    <a:pt x="6481" y="8640"/>
                  </a:cubicBezTo>
                  <a:cubicBezTo>
                    <a:pt x="6081" y="9180"/>
                    <a:pt x="6081" y="9180"/>
                    <a:pt x="5681" y="9720"/>
                  </a:cubicBezTo>
                  <a:cubicBezTo>
                    <a:pt x="5281" y="9720"/>
                    <a:pt x="5681" y="10260"/>
                    <a:pt x="5681" y="10260"/>
                  </a:cubicBezTo>
                  <a:cubicBezTo>
                    <a:pt x="5681" y="10800"/>
                    <a:pt x="5281" y="10260"/>
                    <a:pt x="5281" y="10260"/>
                  </a:cubicBezTo>
                  <a:cubicBezTo>
                    <a:pt x="4881" y="10260"/>
                    <a:pt x="4481" y="10800"/>
                    <a:pt x="4881" y="10800"/>
                  </a:cubicBezTo>
                  <a:cubicBezTo>
                    <a:pt x="4881" y="10800"/>
                    <a:pt x="4081" y="11880"/>
                    <a:pt x="4081" y="12420"/>
                  </a:cubicBezTo>
                  <a:cubicBezTo>
                    <a:pt x="3681" y="12420"/>
                    <a:pt x="3681" y="12420"/>
                    <a:pt x="3681" y="12420"/>
                  </a:cubicBezTo>
                  <a:cubicBezTo>
                    <a:pt x="3281" y="12420"/>
                    <a:pt x="2881" y="12420"/>
                    <a:pt x="2881" y="12960"/>
                  </a:cubicBezTo>
                  <a:cubicBezTo>
                    <a:pt x="2881" y="12960"/>
                    <a:pt x="3281" y="12960"/>
                    <a:pt x="3281" y="12960"/>
                  </a:cubicBezTo>
                  <a:cubicBezTo>
                    <a:pt x="3681" y="12960"/>
                    <a:pt x="3281" y="13500"/>
                    <a:pt x="3281" y="13500"/>
                  </a:cubicBezTo>
                  <a:cubicBezTo>
                    <a:pt x="2881" y="14040"/>
                    <a:pt x="3681" y="14040"/>
                    <a:pt x="3681" y="14580"/>
                  </a:cubicBezTo>
                  <a:cubicBezTo>
                    <a:pt x="3681" y="14580"/>
                    <a:pt x="3281" y="14580"/>
                    <a:pt x="2881" y="14580"/>
                  </a:cubicBezTo>
                  <a:cubicBezTo>
                    <a:pt x="2481" y="14580"/>
                    <a:pt x="2881" y="15120"/>
                    <a:pt x="3281" y="15660"/>
                  </a:cubicBezTo>
                  <a:cubicBezTo>
                    <a:pt x="3681" y="15660"/>
                    <a:pt x="2881" y="15660"/>
                    <a:pt x="2481" y="15660"/>
                  </a:cubicBezTo>
                  <a:cubicBezTo>
                    <a:pt x="2081" y="15660"/>
                    <a:pt x="2881" y="16200"/>
                    <a:pt x="2481" y="16740"/>
                  </a:cubicBezTo>
                  <a:cubicBezTo>
                    <a:pt x="2481" y="16740"/>
                    <a:pt x="2881" y="17280"/>
                    <a:pt x="2881" y="17280"/>
                  </a:cubicBezTo>
                  <a:cubicBezTo>
                    <a:pt x="2881" y="17820"/>
                    <a:pt x="2481" y="17280"/>
                    <a:pt x="2081" y="17280"/>
                  </a:cubicBezTo>
                  <a:cubicBezTo>
                    <a:pt x="1681" y="17280"/>
                    <a:pt x="1681" y="17280"/>
                    <a:pt x="1281" y="17820"/>
                  </a:cubicBezTo>
                  <a:cubicBezTo>
                    <a:pt x="1281" y="17820"/>
                    <a:pt x="1681" y="18360"/>
                    <a:pt x="1281" y="18360"/>
                  </a:cubicBezTo>
                  <a:cubicBezTo>
                    <a:pt x="481" y="18360"/>
                    <a:pt x="481" y="18360"/>
                    <a:pt x="81" y="19440"/>
                  </a:cubicBezTo>
                  <a:cubicBezTo>
                    <a:pt x="-319" y="19980"/>
                    <a:pt x="881" y="18900"/>
                    <a:pt x="1281" y="189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42" name="Freeform 118"/>
            <p:cNvSpPr/>
            <p:nvPr/>
          </p:nvSpPr>
          <p:spPr>
            <a:xfrm>
              <a:off x="3466903" y="324876"/>
              <a:ext cx="24671" cy="18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00" h="19069" extrusionOk="0">
                  <a:moveTo>
                    <a:pt x="1600" y="19069"/>
                  </a:moveTo>
                  <a:cubicBezTo>
                    <a:pt x="5200" y="14749"/>
                    <a:pt x="19600" y="10429"/>
                    <a:pt x="19600" y="6109"/>
                  </a:cubicBezTo>
                  <a:cubicBezTo>
                    <a:pt x="19600" y="1789"/>
                    <a:pt x="19600" y="-2531"/>
                    <a:pt x="16000" y="1789"/>
                  </a:cubicBezTo>
                  <a:cubicBezTo>
                    <a:pt x="12400" y="1789"/>
                    <a:pt x="1600" y="6109"/>
                    <a:pt x="1600" y="10429"/>
                  </a:cubicBezTo>
                  <a:cubicBezTo>
                    <a:pt x="1600" y="10429"/>
                    <a:pt x="-2000" y="19069"/>
                    <a:pt x="1600" y="19069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43" name="Freeform 119"/>
            <p:cNvSpPr/>
            <p:nvPr/>
          </p:nvSpPr>
          <p:spPr>
            <a:xfrm>
              <a:off x="3380359" y="384131"/>
              <a:ext cx="19947" cy="22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90" h="16389" extrusionOk="0">
                  <a:moveTo>
                    <a:pt x="1210" y="15408"/>
                  </a:moveTo>
                  <a:cubicBezTo>
                    <a:pt x="5530" y="11808"/>
                    <a:pt x="18490" y="8208"/>
                    <a:pt x="18490" y="4608"/>
                  </a:cubicBezTo>
                  <a:cubicBezTo>
                    <a:pt x="14170" y="4608"/>
                    <a:pt x="14170" y="-2592"/>
                    <a:pt x="9850" y="1008"/>
                  </a:cubicBezTo>
                  <a:cubicBezTo>
                    <a:pt x="5530" y="1008"/>
                    <a:pt x="9850" y="8208"/>
                    <a:pt x="5530" y="8208"/>
                  </a:cubicBezTo>
                  <a:cubicBezTo>
                    <a:pt x="5530" y="11808"/>
                    <a:pt x="-3110" y="19008"/>
                    <a:pt x="1210" y="15408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44" name="Freeform 120"/>
            <p:cNvSpPr/>
            <p:nvPr/>
          </p:nvSpPr>
          <p:spPr>
            <a:xfrm>
              <a:off x="3658575" y="1326394"/>
              <a:ext cx="36965" cy="20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79" h="19200" extrusionOk="0">
                  <a:moveTo>
                    <a:pt x="16800" y="17280"/>
                  </a:moveTo>
                  <a:cubicBezTo>
                    <a:pt x="19200" y="17280"/>
                    <a:pt x="19200" y="0"/>
                    <a:pt x="19200" y="0"/>
                  </a:cubicBezTo>
                  <a:cubicBezTo>
                    <a:pt x="21600" y="0"/>
                    <a:pt x="12000" y="8640"/>
                    <a:pt x="7200" y="8640"/>
                  </a:cubicBezTo>
                  <a:cubicBezTo>
                    <a:pt x="0" y="8640"/>
                    <a:pt x="0" y="12960"/>
                    <a:pt x="0" y="17280"/>
                  </a:cubicBezTo>
                  <a:cubicBezTo>
                    <a:pt x="0" y="21600"/>
                    <a:pt x="14400" y="17280"/>
                    <a:pt x="16800" y="1728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45" name="Freeform 121"/>
            <p:cNvSpPr/>
            <p:nvPr/>
          </p:nvSpPr>
          <p:spPr>
            <a:xfrm>
              <a:off x="705752" y="967122"/>
              <a:ext cx="75476" cy="60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24" h="21600" extrusionOk="0">
                  <a:moveTo>
                    <a:pt x="10097" y="14954"/>
                  </a:moveTo>
                  <a:cubicBezTo>
                    <a:pt x="11297" y="14954"/>
                    <a:pt x="12497" y="14954"/>
                    <a:pt x="12497" y="18277"/>
                  </a:cubicBezTo>
                  <a:cubicBezTo>
                    <a:pt x="12497" y="19938"/>
                    <a:pt x="16097" y="21600"/>
                    <a:pt x="18497" y="21600"/>
                  </a:cubicBezTo>
                  <a:cubicBezTo>
                    <a:pt x="20897" y="19938"/>
                    <a:pt x="18497" y="16615"/>
                    <a:pt x="17297" y="13292"/>
                  </a:cubicBezTo>
                  <a:cubicBezTo>
                    <a:pt x="16097" y="11631"/>
                    <a:pt x="13697" y="9969"/>
                    <a:pt x="13697" y="9969"/>
                  </a:cubicBezTo>
                  <a:cubicBezTo>
                    <a:pt x="13697" y="8308"/>
                    <a:pt x="11297" y="4985"/>
                    <a:pt x="8897" y="3323"/>
                  </a:cubicBezTo>
                  <a:cubicBezTo>
                    <a:pt x="7697" y="3323"/>
                    <a:pt x="2897" y="0"/>
                    <a:pt x="1697" y="0"/>
                  </a:cubicBezTo>
                  <a:cubicBezTo>
                    <a:pt x="497" y="0"/>
                    <a:pt x="-703" y="1662"/>
                    <a:pt x="497" y="3323"/>
                  </a:cubicBezTo>
                  <a:cubicBezTo>
                    <a:pt x="1697" y="4985"/>
                    <a:pt x="6497" y="9969"/>
                    <a:pt x="7697" y="13292"/>
                  </a:cubicBezTo>
                  <a:cubicBezTo>
                    <a:pt x="10097" y="14954"/>
                    <a:pt x="10097" y="14954"/>
                    <a:pt x="10097" y="14954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46" name="Freeform 122"/>
            <p:cNvSpPr/>
            <p:nvPr/>
          </p:nvSpPr>
          <p:spPr>
            <a:xfrm>
              <a:off x="666138" y="819529"/>
              <a:ext cx="36896" cy="368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6200"/>
                  </a:moveTo>
                  <a:cubicBezTo>
                    <a:pt x="21600" y="13500"/>
                    <a:pt x="18900" y="10800"/>
                    <a:pt x="16200" y="13500"/>
                  </a:cubicBezTo>
                  <a:cubicBezTo>
                    <a:pt x="13500" y="13500"/>
                    <a:pt x="13500" y="13500"/>
                    <a:pt x="10800" y="10800"/>
                  </a:cubicBezTo>
                  <a:cubicBezTo>
                    <a:pt x="8100" y="5400"/>
                    <a:pt x="8100" y="0"/>
                    <a:pt x="5400" y="0"/>
                  </a:cubicBezTo>
                  <a:cubicBezTo>
                    <a:pt x="2700" y="0"/>
                    <a:pt x="0" y="5400"/>
                    <a:pt x="2700" y="10800"/>
                  </a:cubicBezTo>
                  <a:cubicBezTo>
                    <a:pt x="2700" y="16200"/>
                    <a:pt x="2700" y="16200"/>
                    <a:pt x="0" y="18900"/>
                  </a:cubicBezTo>
                  <a:cubicBezTo>
                    <a:pt x="0" y="21600"/>
                    <a:pt x="5400" y="21600"/>
                    <a:pt x="10800" y="21600"/>
                  </a:cubicBezTo>
                  <a:cubicBezTo>
                    <a:pt x="13500" y="21600"/>
                    <a:pt x="21600" y="18900"/>
                    <a:pt x="21600" y="162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47" name="Freeform 123"/>
            <p:cNvSpPr/>
            <p:nvPr/>
          </p:nvSpPr>
          <p:spPr>
            <a:xfrm>
              <a:off x="658371" y="872572"/>
              <a:ext cx="23582" cy="442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735" h="18935" extrusionOk="0">
                  <a:moveTo>
                    <a:pt x="10800" y="873"/>
                  </a:moveTo>
                  <a:cubicBezTo>
                    <a:pt x="7200" y="873"/>
                    <a:pt x="7200" y="-1091"/>
                    <a:pt x="7200" y="873"/>
                  </a:cubicBezTo>
                  <a:cubicBezTo>
                    <a:pt x="3600" y="873"/>
                    <a:pt x="0" y="6764"/>
                    <a:pt x="0" y="10691"/>
                  </a:cubicBezTo>
                  <a:cubicBezTo>
                    <a:pt x="3600" y="14618"/>
                    <a:pt x="0" y="20509"/>
                    <a:pt x="3600" y="18545"/>
                  </a:cubicBezTo>
                  <a:cubicBezTo>
                    <a:pt x="7200" y="18545"/>
                    <a:pt x="10800" y="12654"/>
                    <a:pt x="10800" y="10691"/>
                  </a:cubicBezTo>
                  <a:cubicBezTo>
                    <a:pt x="10800" y="8727"/>
                    <a:pt x="21600" y="2836"/>
                    <a:pt x="18000" y="2836"/>
                  </a:cubicBezTo>
                  <a:cubicBezTo>
                    <a:pt x="18000" y="2836"/>
                    <a:pt x="10800" y="2836"/>
                    <a:pt x="10800" y="873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48" name="Freeform 124"/>
            <p:cNvSpPr/>
            <p:nvPr/>
          </p:nvSpPr>
          <p:spPr>
            <a:xfrm>
              <a:off x="638459" y="769037"/>
              <a:ext cx="19913" cy="504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57" h="20037" extrusionOk="0">
                  <a:moveTo>
                    <a:pt x="9817" y="3600"/>
                  </a:moveTo>
                  <a:cubicBezTo>
                    <a:pt x="5497" y="1800"/>
                    <a:pt x="5497" y="0"/>
                    <a:pt x="1177" y="0"/>
                  </a:cubicBezTo>
                  <a:cubicBezTo>
                    <a:pt x="-3143" y="1800"/>
                    <a:pt x="5497" y="5400"/>
                    <a:pt x="9817" y="7200"/>
                  </a:cubicBezTo>
                  <a:cubicBezTo>
                    <a:pt x="9817" y="9000"/>
                    <a:pt x="9817" y="16200"/>
                    <a:pt x="9817" y="19800"/>
                  </a:cubicBezTo>
                  <a:cubicBezTo>
                    <a:pt x="14137" y="21600"/>
                    <a:pt x="18457" y="12600"/>
                    <a:pt x="18457" y="10800"/>
                  </a:cubicBezTo>
                  <a:cubicBezTo>
                    <a:pt x="18457" y="10800"/>
                    <a:pt x="14137" y="7200"/>
                    <a:pt x="14137" y="7200"/>
                  </a:cubicBezTo>
                  <a:cubicBezTo>
                    <a:pt x="14137" y="5400"/>
                    <a:pt x="14137" y="5400"/>
                    <a:pt x="9817" y="3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49" name="Freeform 125"/>
            <p:cNvSpPr/>
            <p:nvPr/>
          </p:nvSpPr>
          <p:spPr>
            <a:xfrm>
              <a:off x="662256" y="772922"/>
              <a:ext cx="17478" cy="235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725" extrusionOk="0">
                  <a:moveTo>
                    <a:pt x="0" y="0"/>
                  </a:moveTo>
                  <a:cubicBezTo>
                    <a:pt x="0" y="0"/>
                    <a:pt x="5400" y="3600"/>
                    <a:pt x="5400" y="10800"/>
                  </a:cubicBezTo>
                  <a:cubicBezTo>
                    <a:pt x="10800" y="14400"/>
                    <a:pt x="5400" y="14400"/>
                    <a:pt x="5400" y="18000"/>
                  </a:cubicBezTo>
                  <a:cubicBezTo>
                    <a:pt x="5400" y="21600"/>
                    <a:pt x="21600" y="10800"/>
                    <a:pt x="21600" y="7200"/>
                  </a:cubicBezTo>
                  <a:cubicBezTo>
                    <a:pt x="21600" y="3600"/>
                    <a:pt x="5400" y="0"/>
                    <a:pt x="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50" name="Freeform 126"/>
            <p:cNvSpPr/>
            <p:nvPr/>
          </p:nvSpPr>
          <p:spPr>
            <a:xfrm>
              <a:off x="670713" y="798494"/>
              <a:ext cx="12701" cy="128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12979" extrusionOk="0">
                  <a:moveTo>
                    <a:pt x="14400" y="11059"/>
                  </a:moveTo>
                  <a:cubicBezTo>
                    <a:pt x="14400" y="11059"/>
                    <a:pt x="21600" y="-6221"/>
                    <a:pt x="7200" y="2419"/>
                  </a:cubicBezTo>
                  <a:cubicBezTo>
                    <a:pt x="0" y="2419"/>
                    <a:pt x="7200" y="11059"/>
                    <a:pt x="0" y="11059"/>
                  </a:cubicBezTo>
                  <a:cubicBezTo>
                    <a:pt x="0" y="11059"/>
                    <a:pt x="7200" y="15379"/>
                    <a:pt x="14400" y="11059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51" name="Freeform 127"/>
            <p:cNvSpPr/>
            <p:nvPr/>
          </p:nvSpPr>
          <p:spPr>
            <a:xfrm>
              <a:off x="295239" y="772921"/>
              <a:ext cx="49343" cy="42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9" h="19875" extrusionOk="0">
                  <a:moveTo>
                    <a:pt x="19636" y="4320"/>
                  </a:moveTo>
                  <a:cubicBezTo>
                    <a:pt x="17673" y="4320"/>
                    <a:pt x="19636" y="2160"/>
                    <a:pt x="17673" y="0"/>
                  </a:cubicBezTo>
                  <a:cubicBezTo>
                    <a:pt x="15709" y="0"/>
                    <a:pt x="17673" y="2160"/>
                    <a:pt x="17673" y="4320"/>
                  </a:cubicBezTo>
                  <a:cubicBezTo>
                    <a:pt x="15709" y="4320"/>
                    <a:pt x="13745" y="4320"/>
                    <a:pt x="11782" y="4320"/>
                  </a:cubicBezTo>
                  <a:cubicBezTo>
                    <a:pt x="9818" y="4320"/>
                    <a:pt x="9818" y="6480"/>
                    <a:pt x="9818" y="6480"/>
                  </a:cubicBezTo>
                  <a:cubicBezTo>
                    <a:pt x="9818" y="8640"/>
                    <a:pt x="7855" y="6480"/>
                    <a:pt x="5891" y="6480"/>
                  </a:cubicBezTo>
                  <a:cubicBezTo>
                    <a:pt x="3927" y="6480"/>
                    <a:pt x="1964" y="10800"/>
                    <a:pt x="0" y="12960"/>
                  </a:cubicBezTo>
                  <a:cubicBezTo>
                    <a:pt x="0" y="15120"/>
                    <a:pt x="1964" y="15120"/>
                    <a:pt x="3927" y="15120"/>
                  </a:cubicBezTo>
                  <a:cubicBezTo>
                    <a:pt x="5891" y="15120"/>
                    <a:pt x="3927" y="17280"/>
                    <a:pt x="3927" y="19440"/>
                  </a:cubicBezTo>
                  <a:cubicBezTo>
                    <a:pt x="3927" y="21600"/>
                    <a:pt x="9818" y="15120"/>
                    <a:pt x="9818" y="12960"/>
                  </a:cubicBezTo>
                  <a:cubicBezTo>
                    <a:pt x="11782" y="12960"/>
                    <a:pt x="11782" y="15120"/>
                    <a:pt x="11782" y="15120"/>
                  </a:cubicBezTo>
                  <a:cubicBezTo>
                    <a:pt x="13745" y="15120"/>
                    <a:pt x="17673" y="10800"/>
                    <a:pt x="19636" y="8640"/>
                  </a:cubicBezTo>
                  <a:cubicBezTo>
                    <a:pt x="21600" y="8640"/>
                    <a:pt x="21600" y="4320"/>
                    <a:pt x="19636" y="432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52" name="Freeform 128"/>
            <p:cNvSpPr/>
            <p:nvPr/>
          </p:nvSpPr>
          <p:spPr>
            <a:xfrm>
              <a:off x="342633" y="761716"/>
              <a:ext cx="2057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69" h="21600" extrusionOk="0">
                  <a:moveTo>
                    <a:pt x="1789" y="0"/>
                  </a:moveTo>
                  <a:cubicBezTo>
                    <a:pt x="-2531" y="10800"/>
                    <a:pt x="1789" y="21600"/>
                    <a:pt x="6109" y="21600"/>
                  </a:cubicBezTo>
                  <a:cubicBezTo>
                    <a:pt x="10429" y="21600"/>
                    <a:pt x="19069" y="21600"/>
                    <a:pt x="19069" y="21600"/>
                  </a:cubicBezTo>
                  <a:cubicBezTo>
                    <a:pt x="14749" y="21600"/>
                    <a:pt x="6109" y="0"/>
                    <a:pt x="1789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53" name="Freeform 129"/>
            <p:cNvSpPr/>
            <p:nvPr/>
          </p:nvSpPr>
          <p:spPr>
            <a:xfrm>
              <a:off x="87458" y="856428"/>
              <a:ext cx="27188" cy="13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7200"/>
                  </a:moveTo>
                  <a:cubicBezTo>
                    <a:pt x="7200" y="7200"/>
                    <a:pt x="0" y="14400"/>
                    <a:pt x="0" y="21600"/>
                  </a:cubicBezTo>
                  <a:cubicBezTo>
                    <a:pt x="0" y="21600"/>
                    <a:pt x="14400" y="14400"/>
                    <a:pt x="18000" y="14400"/>
                  </a:cubicBezTo>
                  <a:cubicBezTo>
                    <a:pt x="21600" y="14400"/>
                    <a:pt x="21600" y="7200"/>
                    <a:pt x="21600" y="0"/>
                  </a:cubicBezTo>
                  <a:cubicBezTo>
                    <a:pt x="18000" y="0"/>
                    <a:pt x="14400" y="7200"/>
                    <a:pt x="10800" y="72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54" name="Freeform 130"/>
            <p:cNvSpPr/>
            <p:nvPr/>
          </p:nvSpPr>
          <p:spPr>
            <a:xfrm>
              <a:off x="33086" y="887160"/>
              <a:ext cx="1638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50" h="13414" extrusionOk="0">
                  <a:moveTo>
                    <a:pt x="16200" y="1102"/>
                  </a:moveTo>
                  <a:cubicBezTo>
                    <a:pt x="10800" y="-4298"/>
                    <a:pt x="0" y="11902"/>
                    <a:pt x="0" y="11902"/>
                  </a:cubicBezTo>
                  <a:cubicBezTo>
                    <a:pt x="0" y="17302"/>
                    <a:pt x="16200" y="6502"/>
                    <a:pt x="16200" y="6502"/>
                  </a:cubicBezTo>
                  <a:cubicBezTo>
                    <a:pt x="21600" y="1102"/>
                    <a:pt x="21600" y="1102"/>
                    <a:pt x="16200" y="1102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55" name="Freeform 131"/>
            <p:cNvSpPr/>
            <p:nvPr/>
          </p:nvSpPr>
          <p:spPr>
            <a:xfrm>
              <a:off x="0" y="897208"/>
              <a:ext cx="19445" cy="15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449" h="17067" extrusionOk="0">
                  <a:moveTo>
                    <a:pt x="573" y="16200"/>
                  </a:moveTo>
                  <a:cubicBezTo>
                    <a:pt x="573" y="21600"/>
                    <a:pt x="18573" y="0"/>
                    <a:pt x="14973" y="0"/>
                  </a:cubicBezTo>
                  <a:cubicBezTo>
                    <a:pt x="11373" y="0"/>
                    <a:pt x="-3027" y="10800"/>
                    <a:pt x="573" y="162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56" name="Freeform 132"/>
            <p:cNvSpPr/>
            <p:nvPr/>
          </p:nvSpPr>
          <p:spPr>
            <a:xfrm>
              <a:off x="110105" y="702481"/>
              <a:ext cx="25377" cy="17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41" h="16090" extrusionOk="0">
                  <a:moveTo>
                    <a:pt x="16269" y="1210"/>
                  </a:moveTo>
                  <a:cubicBezTo>
                    <a:pt x="16269" y="-3110"/>
                    <a:pt x="3926" y="5530"/>
                    <a:pt x="841" y="5530"/>
                  </a:cubicBezTo>
                  <a:cubicBezTo>
                    <a:pt x="-2245" y="9850"/>
                    <a:pt x="3926" y="14170"/>
                    <a:pt x="7012" y="14170"/>
                  </a:cubicBezTo>
                  <a:cubicBezTo>
                    <a:pt x="7012" y="18490"/>
                    <a:pt x="13184" y="14170"/>
                    <a:pt x="16269" y="14170"/>
                  </a:cubicBezTo>
                  <a:cubicBezTo>
                    <a:pt x="19355" y="14170"/>
                    <a:pt x="16269" y="5530"/>
                    <a:pt x="16269" y="121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57" name="Freeform 133"/>
            <p:cNvSpPr/>
            <p:nvPr/>
          </p:nvSpPr>
          <p:spPr>
            <a:xfrm>
              <a:off x="1560024" y="903036"/>
              <a:ext cx="30138" cy="14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43" h="18437" extrusionOk="0">
                  <a:moveTo>
                    <a:pt x="1200" y="0"/>
                  </a:moveTo>
                  <a:cubicBezTo>
                    <a:pt x="1200" y="0"/>
                    <a:pt x="-1500" y="5400"/>
                    <a:pt x="1200" y="10800"/>
                  </a:cubicBezTo>
                  <a:cubicBezTo>
                    <a:pt x="3900" y="16200"/>
                    <a:pt x="12000" y="21600"/>
                    <a:pt x="14700" y="16200"/>
                  </a:cubicBezTo>
                  <a:cubicBezTo>
                    <a:pt x="20100" y="16200"/>
                    <a:pt x="17400" y="10800"/>
                    <a:pt x="12000" y="5400"/>
                  </a:cubicBezTo>
                  <a:cubicBezTo>
                    <a:pt x="6600" y="5400"/>
                    <a:pt x="3900" y="0"/>
                    <a:pt x="120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58" name="Freeform 134"/>
            <p:cNvSpPr/>
            <p:nvPr/>
          </p:nvSpPr>
          <p:spPr>
            <a:xfrm>
              <a:off x="3261249" y="833123"/>
              <a:ext cx="30874" cy="27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074" h="21600" extrusionOk="0">
                  <a:moveTo>
                    <a:pt x="9218" y="3600"/>
                  </a:moveTo>
                  <a:cubicBezTo>
                    <a:pt x="6518" y="7200"/>
                    <a:pt x="1118" y="7200"/>
                    <a:pt x="1118" y="7200"/>
                  </a:cubicBezTo>
                  <a:cubicBezTo>
                    <a:pt x="-1582" y="7200"/>
                    <a:pt x="1118" y="10800"/>
                    <a:pt x="3818" y="14400"/>
                  </a:cubicBezTo>
                  <a:cubicBezTo>
                    <a:pt x="9218" y="18000"/>
                    <a:pt x="6518" y="21600"/>
                    <a:pt x="9218" y="21600"/>
                  </a:cubicBezTo>
                  <a:cubicBezTo>
                    <a:pt x="14618" y="21600"/>
                    <a:pt x="14618" y="21600"/>
                    <a:pt x="17318" y="21600"/>
                  </a:cubicBezTo>
                  <a:cubicBezTo>
                    <a:pt x="20018" y="21600"/>
                    <a:pt x="14618" y="14400"/>
                    <a:pt x="14618" y="10800"/>
                  </a:cubicBezTo>
                  <a:cubicBezTo>
                    <a:pt x="14618" y="7200"/>
                    <a:pt x="17318" y="3600"/>
                    <a:pt x="17318" y="0"/>
                  </a:cubicBezTo>
                  <a:cubicBezTo>
                    <a:pt x="20018" y="0"/>
                    <a:pt x="11918" y="3600"/>
                    <a:pt x="9218" y="3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59" name="Freeform 135"/>
            <p:cNvSpPr/>
            <p:nvPr/>
          </p:nvSpPr>
          <p:spPr>
            <a:xfrm>
              <a:off x="3397587" y="780237"/>
              <a:ext cx="22138" cy="29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20" h="19355" extrusionOk="0">
                  <a:moveTo>
                    <a:pt x="11880" y="10098"/>
                  </a:moveTo>
                  <a:cubicBezTo>
                    <a:pt x="16200" y="10098"/>
                    <a:pt x="16200" y="3926"/>
                    <a:pt x="20520" y="841"/>
                  </a:cubicBezTo>
                  <a:cubicBezTo>
                    <a:pt x="20520" y="-2245"/>
                    <a:pt x="11880" y="3926"/>
                    <a:pt x="3240" y="7012"/>
                  </a:cubicBezTo>
                  <a:cubicBezTo>
                    <a:pt x="-1080" y="10098"/>
                    <a:pt x="-1080" y="16269"/>
                    <a:pt x="3240" y="19355"/>
                  </a:cubicBezTo>
                  <a:cubicBezTo>
                    <a:pt x="3240" y="19355"/>
                    <a:pt x="11880" y="13184"/>
                    <a:pt x="11880" y="10098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60" name="Freeform 136"/>
            <p:cNvSpPr/>
            <p:nvPr/>
          </p:nvSpPr>
          <p:spPr>
            <a:xfrm>
              <a:off x="3463233" y="759328"/>
              <a:ext cx="20574" cy="17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69" h="21600" extrusionOk="0">
                  <a:moveTo>
                    <a:pt x="6109" y="21600"/>
                  </a:moveTo>
                  <a:cubicBezTo>
                    <a:pt x="10429" y="16200"/>
                    <a:pt x="19069" y="10800"/>
                    <a:pt x="19069" y="5400"/>
                  </a:cubicBezTo>
                  <a:cubicBezTo>
                    <a:pt x="19069" y="5400"/>
                    <a:pt x="19069" y="0"/>
                    <a:pt x="14749" y="0"/>
                  </a:cubicBezTo>
                  <a:cubicBezTo>
                    <a:pt x="6109" y="5400"/>
                    <a:pt x="1789" y="5400"/>
                    <a:pt x="1789" y="5400"/>
                  </a:cubicBezTo>
                  <a:cubicBezTo>
                    <a:pt x="-2531" y="5400"/>
                    <a:pt x="1789" y="21600"/>
                    <a:pt x="6109" y="216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61" name="Freeform 137"/>
            <p:cNvSpPr/>
            <p:nvPr/>
          </p:nvSpPr>
          <p:spPr>
            <a:xfrm>
              <a:off x="3465384" y="745986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912" h="13824" extrusionOk="0">
                  <a:moveTo>
                    <a:pt x="10182" y="3024"/>
                  </a:moveTo>
                  <a:cubicBezTo>
                    <a:pt x="2982" y="3024"/>
                    <a:pt x="-4218" y="13824"/>
                    <a:pt x="2982" y="13824"/>
                  </a:cubicBezTo>
                  <a:cubicBezTo>
                    <a:pt x="17382" y="13824"/>
                    <a:pt x="17382" y="-7776"/>
                    <a:pt x="10182" y="3024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62" name="Freeform 138"/>
            <p:cNvSpPr/>
            <p:nvPr/>
          </p:nvSpPr>
          <p:spPr>
            <a:xfrm>
              <a:off x="4175824" y="2522514"/>
              <a:ext cx="12701" cy="158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390" h="14699" extrusionOk="0">
                  <a:moveTo>
                    <a:pt x="1472" y="869"/>
                  </a:moveTo>
                  <a:cubicBezTo>
                    <a:pt x="-3928" y="5189"/>
                    <a:pt x="6872" y="18149"/>
                    <a:pt x="12272" y="13829"/>
                  </a:cubicBezTo>
                  <a:cubicBezTo>
                    <a:pt x="17672" y="9509"/>
                    <a:pt x="12272" y="-3451"/>
                    <a:pt x="1472" y="869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63" name="Freeform 139"/>
            <p:cNvSpPr/>
            <p:nvPr/>
          </p:nvSpPr>
          <p:spPr>
            <a:xfrm>
              <a:off x="6363614" y="2256500"/>
              <a:ext cx="2882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60" h="19800" extrusionOk="0">
                  <a:moveTo>
                    <a:pt x="0" y="0"/>
                  </a:moveTo>
                  <a:cubicBezTo>
                    <a:pt x="0" y="0"/>
                    <a:pt x="3086" y="7200"/>
                    <a:pt x="9257" y="14400"/>
                  </a:cubicBezTo>
                  <a:cubicBezTo>
                    <a:pt x="12343" y="21600"/>
                    <a:pt x="18514" y="21600"/>
                    <a:pt x="18514" y="14400"/>
                  </a:cubicBezTo>
                  <a:cubicBezTo>
                    <a:pt x="21600" y="7200"/>
                    <a:pt x="3086" y="0"/>
                    <a:pt x="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64" name="Freeform 140"/>
            <p:cNvSpPr/>
            <p:nvPr/>
          </p:nvSpPr>
          <p:spPr>
            <a:xfrm>
              <a:off x="6423810" y="2278594"/>
              <a:ext cx="1942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274" extrusionOk="0">
                  <a:moveTo>
                    <a:pt x="0" y="4474"/>
                  </a:moveTo>
                  <a:cubicBezTo>
                    <a:pt x="0" y="15274"/>
                    <a:pt x="21600" y="15274"/>
                    <a:pt x="21600" y="15274"/>
                  </a:cubicBezTo>
                  <a:cubicBezTo>
                    <a:pt x="21600" y="4474"/>
                    <a:pt x="0" y="-6326"/>
                    <a:pt x="0" y="4474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65" name="Freeform 141"/>
            <p:cNvSpPr/>
            <p:nvPr/>
          </p:nvSpPr>
          <p:spPr>
            <a:xfrm>
              <a:off x="6329361" y="2215837"/>
              <a:ext cx="30372" cy="19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688" h="15869" extrusionOk="0">
                  <a:moveTo>
                    <a:pt x="14406" y="14400"/>
                  </a:moveTo>
                  <a:cubicBezTo>
                    <a:pt x="16566" y="7200"/>
                    <a:pt x="5766" y="0"/>
                    <a:pt x="1446" y="0"/>
                  </a:cubicBezTo>
                  <a:cubicBezTo>
                    <a:pt x="-5034" y="0"/>
                    <a:pt x="12246" y="21600"/>
                    <a:pt x="14406" y="144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66" name="Freeform 142"/>
            <p:cNvSpPr/>
            <p:nvPr/>
          </p:nvSpPr>
          <p:spPr>
            <a:xfrm>
              <a:off x="3311424" y="1318332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2900" extrusionOk="0">
                  <a:moveTo>
                    <a:pt x="0" y="8100"/>
                  </a:moveTo>
                  <a:cubicBezTo>
                    <a:pt x="0" y="18900"/>
                    <a:pt x="21600" y="8100"/>
                    <a:pt x="21600" y="8100"/>
                  </a:cubicBezTo>
                  <a:cubicBezTo>
                    <a:pt x="10800" y="-2700"/>
                    <a:pt x="0" y="-2700"/>
                    <a:pt x="0" y="81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67" name="Freeform 143"/>
            <p:cNvSpPr/>
            <p:nvPr/>
          </p:nvSpPr>
          <p:spPr>
            <a:xfrm>
              <a:off x="2535894" y="1755861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258" h="15274" extrusionOk="0">
                  <a:moveTo>
                    <a:pt x="4621" y="0"/>
                  </a:moveTo>
                  <a:cubicBezTo>
                    <a:pt x="-6179" y="10800"/>
                    <a:pt x="4621" y="21600"/>
                    <a:pt x="10021" y="10800"/>
                  </a:cubicBezTo>
                  <a:cubicBezTo>
                    <a:pt x="15421" y="0"/>
                    <a:pt x="10021" y="0"/>
                    <a:pt x="4621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68" name="Freeform 144"/>
            <p:cNvSpPr/>
            <p:nvPr/>
          </p:nvSpPr>
          <p:spPr>
            <a:xfrm>
              <a:off x="3169654" y="1990844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1371" h="15274" extrusionOk="0">
                  <a:moveTo>
                    <a:pt x="10021" y="10800"/>
                  </a:moveTo>
                  <a:cubicBezTo>
                    <a:pt x="10021" y="10800"/>
                    <a:pt x="15421" y="0"/>
                    <a:pt x="4621" y="0"/>
                  </a:cubicBezTo>
                  <a:cubicBezTo>
                    <a:pt x="-6179" y="10800"/>
                    <a:pt x="4621" y="21600"/>
                    <a:pt x="10021" y="108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69" name="Freeform 145"/>
            <p:cNvSpPr/>
            <p:nvPr/>
          </p:nvSpPr>
          <p:spPr>
            <a:xfrm>
              <a:off x="3131350" y="2044415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274" h="21600" extrusionOk="0">
                  <a:moveTo>
                    <a:pt x="0" y="0"/>
                  </a:moveTo>
                  <a:cubicBezTo>
                    <a:pt x="0" y="21600"/>
                    <a:pt x="0" y="21600"/>
                    <a:pt x="10800" y="21600"/>
                  </a:cubicBezTo>
                  <a:cubicBezTo>
                    <a:pt x="21600" y="21600"/>
                    <a:pt x="10800" y="0"/>
                    <a:pt x="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70" name="Freeform 146"/>
            <p:cNvSpPr/>
            <p:nvPr/>
          </p:nvSpPr>
          <p:spPr>
            <a:xfrm>
              <a:off x="4151171" y="2142487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945" h="13165" extrusionOk="0">
                  <a:moveTo>
                    <a:pt x="2016" y="2982"/>
                  </a:moveTo>
                  <a:cubicBezTo>
                    <a:pt x="-5184" y="10182"/>
                    <a:pt x="9216" y="17382"/>
                    <a:pt x="9216" y="10182"/>
                  </a:cubicBezTo>
                  <a:cubicBezTo>
                    <a:pt x="16416" y="2982"/>
                    <a:pt x="16416" y="-4218"/>
                    <a:pt x="2016" y="2982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71" name="Freeform 147"/>
            <p:cNvSpPr/>
            <p:nvPr/>
          </p:nvSpPr>
          <p:spPr>
            <a:xfrm>
              <a:off x="4012963" y="1515737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274" h="15274" extrusionOk="0">
                  <a:moveTo>
                    <a:pt x="0" y="0"/>
                  </a:moveTo>
                  <a:cubicBezTo>
                    <a:pt x="0" y="10800"/>
                    <a:pt x="10800" y="21600"/>
                    <a:pt x="10800" y="10800"/>
                  </a:cubicBezTo>
                  <a:cubicBezTo>
                    <a:pt x="21600" y="10800"/>
                    <a:pt x="10800" y="0"/>
                    <a:pt x="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72" name="Freeform 148"/>
            <p:cNvSpPr/>
            <p:nvPr/>
          </p:nvSpPr>
          <p:spPr>
            <a:xfrm>
              <a:off x="3901666" y="2310997"/>
              <a:ext cx="13731" cy="13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726" h="21600" extrusionOk="0">
                  <a:moveTo>
                    <a:pt x="4710" y="0"/>
                  </a:moveTo>
                  <a:cubicBezTo>
                    <a:pt x="-3930" y="0"/>
                    <a:pt x="390" y="21600"/>
                    <a:pt x="9030" y="21600"/>
                  </a:cubicBezTo>
                  <a:cubicBezTo>
                    <a:pt x="17670" y="21600"/>
                    <a:pt x="9030" y="0"/>
                    <a:pt x="471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73" name="Freeform 149"/>
            <p:cNvSpPr/>
            <p:nvPr/>
          </p:nvSpPr>
          <p:spPr>
            <a:xfrm>
              <a:off x="1769125" y="1841385"/>
              <a:ext cx="15543" cy="144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87" h="13350" extrusionOk="0">
                  <a:moveTo>
                    <a:pt x="16200" y="9030"/>
                  </a:moveTo>
                  <a:cubicBezTo>
                    <a:pt x="21600" y="390"/>
                    <a:pt x="5400" y="-3930"/>
                    <a:pt x="0" y="4710"/>
                  </a:cubicBezTo>
                  <a:cubicBezTo>
                    <a:pt x="0" y="17670"/>
                    <a:pt x="10800" y="13350"/>
                    <a:pt x="16200" y="903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74" name="Freeform 150"/>
            <p:cNvSpPr/>
            <p:nvPr/>
          </p:nvSpPr>
          <p:spPr>
            <a:xfrm>
              <a:off x="5770947" y="1131801"/>
              <a:ext cx="13988" cy="13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87" h="17287" extrusionOk="0">
                  <a:moveTo>
                    <a:pt x="17287" y="1087"/>
                  </a:moveTo>
                  <a:cubicBezTo>
                    <a:pt x="11887" y="-4313"/>
                    <a:pt x="-4313" y="11887"/>
                    <a:pt x="1087" y="17287"/>
                  </a:cubicBezTo>
                  <a:cubicBezTo>
                    <a:pt x="1087" y="17287"/>
                    <a:pt x="17287" y="1087"/>
                    <a:pt x="17287" y="1087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75" name="Freeform 151"/>
            <p:cNvSpPr/>
            <p:nvPr/>
          </p:nvSpPr>
          <p:spPr>
            <a:xfrm>
              <a:off x="5791610" y="1105005"/>
              <a:ext cx="26214" cy="23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346" h="18405" extrusionOk="0">
                  <a:moveTo>
                    <a:pt x="14991" y="0"/>
                  </a:moveTo>
                  <a:cubicBezTo>
                    <a:pt x="14991" y="0"/>
                    <a:pt x="9591" y="7200"/>
                    <a:pt x="9591" y="7200"/>
                  </a:cubicBezTo>
                  <a:cubicBezTo>
                    <a:pt x="6891" y="7200"/>
                    <a:pt x="-3909" y="14400"/>
                    <a:pt x="1491" y="18000"/>
                  </a:cubicBezTo>
                  <a:cubicBezTo>
                    <a:pt x="4191" y="21600"/>
                    <a:pt x="17691" y="0"/>
                    <a:pt x="14991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76" name="Freeform 152"/>
            <p:cNvSpPr/>
            <p:nvPr/>
          </p:nvSpPr>
          <p:spPr>
            <a:xfrm>
              <a:off x="5829072" y="1085371"/>
              <a:ext cx="12701" cy="13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743" h="17067" extrusionOk="0">
                  <a:moveTo>
                    <a:pt x="12272" y="867"/>
                  </a:moveTo>
                  <a:cubicBezTo>
                    <a:pt x="6872" y="-4533"/>
                    <a:pt x="-3928" y="17067"/>
                    <a:pt x="1472" y="17067"/>
                  </a:cubicBezTo>
                  <a:cubicBezTo>
                    <a:pt x="6872" y="17067"/>
                    <a:pt x="17672" y="6267"/>
                    <a:pt x="12272" y="867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77" name="Freeform 153"/>
            <p:cNvSpPr/>
            <p:nvPr/>
          </p:nvSpPr>
          <p:spPr>
            <a:xfrm>
              <a:off x="5856937" y="1062868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62" h="15869" extrusionOk="0">
                  <a:moveTo>
                    <a:pt x="16362" y="0"/>
                  </a:moveTo>
                  <a:cubicBezTo>
                    <a:pt x="9162" y="0"/>
                    <a:pt x="-5238" y="7200"/>
                    <a:pt x="1962" y="14400"/>
                  </a:cubicBezTo>
                  <a:cubicBezTo>
                    <a:pt x="9162" y="21600"/>
                    <a:pt x="16362" y="0"/>
                    <a:pt x="16362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78" name="Freeform 154"/>
            <p:cNvSpPr/>
            <p:nvPr/>
          </p:nvSpPr>
          <p:spPr>
            <a:xfrm>
              <a:off x="5900717" y="974890"/>
              <a:ext cx="14675" cy="194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22" h="21600" extrusionOk="0">
                  <a:moveTo>
                    <a:pt x="14850" y="0"/>
                  </a:moveTo>
                  <a:cubicBezTo>
                    <a:pt x="9450" y="0"/>
                    <a:pt x="9450" y="5400"/>
                    <a:pt x="4050" y="10800"/>
                  </a:cubicBezTo>
                  <a:cubicBezTo>
                    <a:pt x="-1350" y="10800"/>
                    <a:pt x="-1350" y="21600"/>
                    <a:pt x="4050" y="21600"/>
                  </a:cubicBezTo>
                  <a:cubicBezTo>
                    <a:pt x="9450" y="21600"/>
                    <a:pt x="20250" y="0"/>
                    <a:pt x="1485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79" name="Freeform 155"/>
            <p:cNvSpPr/>
            <p:nvPr/>
          </p:nvSpPr>
          <p:spPr>
            <a:xfrm>
              <a:off x="5886842" y="1018062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extrusionOk="0">
                  <a:moveTo>
                    <a:pt x="0" y="0"/>
                  </a:moveTo>
                  <a:cubicBezTo>
                    <a:pt x="0" y="0"/>
                    <a:pt x="0" y="21600"/>
                    <a:pt x="0" y="21600"/>
                  </a:cubicBezTo>
                  <a:cubicBezTo>
                    <a:pt x="21600" y="21600"/>
                    <a:pt x="21600" y="0"/>
                    <a:pt x="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80" name="Freeform 156"/>
            <p:cNvSpPr/>
            <p:nvPr/>
          </p:nvSpPr>
          <p:spPr>
            <a:xfrm>
              <a:off x="5438753" y="1560854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9600" h="21600" extrusionOk="0">
                  <a:moveTo>
                    <a:pt x="4800" y="0"/>
                  </a:moveTo>
                  <a:cubicBezTo>
                    <a:pt x="4800" y="0"/>
                    <a:pt x="-6000" y="21600"/>
                    <a:pt x="4800" y="21600"/>
                  </a:cubicBezTo>
                  <a:cubicBezTo>
                    <a:pt x="15600" y="21600"/>
                    <a:pt x="4800" y="0"/>
                    <a:pt x="4800" y="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  <p:sp>
          <p:nvSpPr>
            <p:cNvPr id="681" name="Freeform 157"/>
            <p:cNvSpPr/>
            <p:nvPr/>
          </p:nvSpPr>
          <p:spPr>
            <a:xfrm>
              <a:off x="3328886" y="3006235"/>
              <a:ext cx="40350" cy="520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0" h="19975" extrusionOk="0">
                  <a:moveTo>
                    <a:pt x="3600" y="19800"/>
                  </a:moveTo>
                  <a:cubicBezTo>
                    <a:pt x="6000" y="21600"/>
                    <a:pt x="15600" y="9000"/>
                    <a:pt x="18000" y="5400"/>
                  </a:cubicBezTo>
                  <a:cubicBezTo>
                    <a:pt x="18000" y="5400"/>
                    <a:pt x="18000" y="3600"/>
                    <a:pt x="20400" y="0"/>
                  </a:cubicBezTo>
                  <a:cubicBezTo>
                    <a:pt x="3600" y="0"/>
                    <a:pt x="3600" y="0"/>
                    <a:pt x="3600" y="0"/>
                  </a:cubicBezTo>
                  <a:cubicBezTo>
                    <a:pt x="-1200" y="5400"/>
                    <a:pt x="-1200" y="14400"/>
                    <a:pt x="3600" y="19800"/>
                  </a:cubicBezTo>
                  <a:close/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  <a:endParaRPr/>
            </a:p>
          </p:txBody>
        </p:sp>
      </p:grpSp>
      <p:sp>
        <p:nvSpPr>
          <p:cNvPr id="683" name="等腰三角形 324"/>
          <p:cNvSpPr/>
          <p:nvPr/>
        </p:nvSpPr>
        <p:spPr>
          <a:xfrm flipV="1">
            <a:off x="2249488" y="2232025"/>
            <a:ext cx="261937" cy="266700"/>
          </a:xfrm>
          <a:prstGeom prst="triangle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87" name="组合 325"/>
          <p:cNvGrpSpPr/>
          <p:nvPr/>
        </p:nvGrpSpPr>
        <p:grpSpPr>
          <a:xfrm>
            <a:off x="1182688" y="1001712"/>
            <a:ext cx="2395537" cy="1154552"/>
            <a:chOff x="0" y="0"/>
            <a:chExt cx="2395535" cy="1154550"/>
          </a:xfrm>
        </p:grpSpPr>
        <p:sp>
          <p:nvSpPr>
            <p:cNvPr id="684" name="矩形标注 326"/>
            <p:cNvSpPr/>
            <p:nvPr/>
          </p:nvSpPr>
          <p:spPr>
            <a:xfrm>
              <a:off x="0" y="1586"/>
              <a:ext cx="2387601" cy="1152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231"/>
                  </a:lnTo>
                  <a:lnTo>
                    <a:pt x="9000" y="18231"/>
                  </a:lnTo>
                  <a:lnTo>
                    <a:pt x="10605" y="21600"/>
                  </a:lnTo>
                  <a:lnTo>
                    <a:pt x="3600" y="18231"/>
                  </a:lnTo>
                  <a:lnTo>
                    <a:pt x="0" y="18231"/>
                  </a:lnTo>
                  <a:lnTo>
                    <a:pt x="0" y="10635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414455"/>
                  </a:solidFill>
                </a:defRPr>
              </a:pPr>
              <a:endParaRPr/>
            </a:p>
          </p:txBody>
        </p:sp>
        <p:sp>
          <p:nvSpPr>
            <p:cNvPr id="685" name="文本框 230"/>
            <p:cNvSpPr txBox="1"/>
            <p:nvPr/>
          </p:nvSpPr>
          <p:spPr>
            <a:xfrm>
              <a:off x="5211" y="0"/>
              <a:ext cx="2023088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 b="1">
                  <a:solidFill>
                    <a:srgbClr val="414455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美国麻省理工学院</a:t>
              </a:r>
            </a:p>
          </p:txBody>
        </p:sp>
        <p:sp>
          <p:nvSpPr>
            <p:cNvPr id="686" name="文本框 231"/>
            <p:cNvSpPr txBox="1"/>
            <p:nvPr/>
          </p:nvSpPr>
          <p:spPr>
            <a:xfrm>
              <a:off x="5211" y="271861"/>
              <a:ext cx="2390325" cy="7880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300">
                  <a:solidFill>
                    <a:srgbClr val="414455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1987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Lorna J.Gibson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出版《</a:t>
              </a:r>
              <a:r>
                <a:t>Cellular Solids Structure and Properties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》</a:t>
              </a:r>
            </a:p>
          </p:txBody>
        </p:sp>
      </p:grpSp>
      <p:sp>
        <p:nvSpPr>
          <p:cNvPr id="688" name="等腰三角形 329"/>
          <p:cNvSpPr/>
          <p:nvPr/>
        </p:nvSpPr>
        <p:spPr>
          <a:xfrm flipV="1">
            <a:off x="4086225" y="1881188"/>
            <a:ext cx="261938" cy="268288"/>
          </a:xfrm>
          <a:prstGeom prst="triangle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92" name="组合 330"/>
          <p:cNvGrpSpPr/>
          <p:nvPr/>
        </p:nvGrpSpPr>
        <p:grpSpPr>
          <a:xfrm>
            <a:off x="3054349" y="2246284"/>
            <a:ext cx="2397126" cy="1401331"/>
            <a:chOff x="0" y="0"/>
            <a:chExt cx="2397124" cy="1401329"/>
          </a:xfrm>
        </p:grpSpPr>
        <p:sp>
          <p:nvSpPr>
            <p:cNvPr id="689" name="矩形标注 331"/>
            <p:cNvSpPr/>
            <p:nvPr/>
          </p:nvSpPr>
          <p:spPr>
            <a:xfrm rot="10800000" flipH="1">
              <a:off x="0" y="0"/>
              <a:ext cx="2389189" cy="13208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9107"/>
                  </a:lnTo>
                  <a:lnTo>
                    <a:pt x="9000" y="19107"/>
                  </a:lnTo>
                  <a:lnTo>
                    <a:pt x="10092" y="21600"/>
                  </a:lnTo>
                  <a:lnTo>
                    <a:pt x="3600" y="19107"/>
                  </a:lnTo>
                  <a:lnTo>
                    <a:pt x="0" y="19107"/>
                  </a:lnTo>
                  <a:lnTo>
                    <a:pt x="0" y="11146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414455"/>
                  </a:solidFill>
                </a:defRPr>
              </a:pPr>
              <a:endParaRPr/>
            </a:p>
          </p:txBody>
        </p:sp>
        <p:sp>
          <p:nvSpPr>
            <p:cNvPr id="690" name="文本框 235"/>
            <p:cNvSpPr txBox="1"/>
            <p:nvPr/>
          </p:nvSpPr>
          <p:spPr>
            <a:xfrm>
              <a:off x="5215" y="150840"/>
              <a:ext cx="1645758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 b="1">
                  <a:solidFill>
                    <a:srgbClr val="414455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英国剑桥大学</a:t>
              </a:r>
            </a:p>
          </p:txBody>
        </p:sp>
        <p:sp>
          <p:nvSpPr>
            <p:cNvPr id="691" name="文本框 236"/>
            <p:cNvSpPr txBox="1"/>
            <p:nvPr/>
          </p:nvSpPr>
          <p:spPr>
            <a:xfrm>
              <a:off x="5215" y="422787"/>
              <a:ext cx="2391910" cy="9785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300">
                  <a:solidFill>
                    <a:srgbClr val="414455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2007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Han Zhao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、</a:t>
              </a:r>
              <a:r>
                <a:t>N.A.Fleck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出版《</a:t>
              </a:r>
              <a:r>
                <a:t>IUTAM Symposium on Mechanical Properties of Cellular Materials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》</a:t>
              </a:r>
            </a:p>
          </p:txBody>
        </p:sp>
      </p:grpSp>
      <p:sp>
        <p:nvSpPr>
          <p:cNvPr id="693" name="等腰三角形 334"/>
          <p:cNvSpPr/>
          <p:nvPr/>
        </p:nvSpPr>
        <p:spPr>
          <a:xfrm flipV="1">
            <a:off x="6170612" y="2889250"/>
            <a:ext cx="261938" cy="268288"/>
          </a:xfrm>
          <a:prstGeom prst="triangle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97" name="组合 335"/>
          <p:cNvGrpSpPr/>
          <p:nvPr/>
        </p:nvGrpSpPr>
        <p:grpSpPr>
          <a:xfrm>
            <a:off x="5834062" y="1722438"/>
            <a:ext cx="2092326" cy="1064612"/>
            <a:chOff x="0" y="0"/>
            <a:chExt cx="2092324" cy="1064610"/>
          </a:xfrm>
        </p:grpSpPr>
        <p:sp>
          <p:nvSpPr>
            <p:cNvPr id="694" name="矩形标注 336"/>
            <p:cNvSpPr/>
            <p:nvPr/>
          </p:nvSpPr>
          <p:spPr>
            <a:xfrm>
              <a:off x="0" y="0"/>
              <a:ext cx="2085975" cy="1064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7296"/>
                  </a:lnTo>
                  <a:lnTo>
                    <a:pt x="9000" y="17296"/>
                  </a:lnTo>
                  <a:lnTo>
                    <a:pt x="5277" y="21600"/>
                  </a:lnTo>
                  <a:lnTo>
                    <a:pt x="3600" y="17296"/>
                  </a:lnTo>
                  <a:lnTo>
                    <a:pt x="0" y="17296"/>
                  </a:lnTo>
                  <a:lnTo>
                    <a:pt x="0" y="10089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414455"/>
                  </a:solidFill>
                </a:defRPr>
              </a:pPr>
              <a:endParaRPr/>
            </a:p>
          </p:txBody>
        </p:sp>
        <p:sp>
          <p:nvSpPr>
            <p:cNvPr id="695" name="文本框 240"/>
            <p:cNvSpPr txBox="1"/>
            <p:nvPr/>
          </p:nvSpPr>
          <p:spPr>
            <a:xfrm>
              <a:off x="4552" y="56523"/>
              <a:ext cx="2080990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 b="1">
                  <a:solidFill>
                    <a:srgbClr val="414455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新加坡南洋理工大学</a:t>
              </a:r>
            </a:p>
          </p:txBody>
        </p:sp>
        <p:sp>
          <p:nvSpPr>
            <p:cNvPr id="696" name="文本框 241"/>
            <p:cNvSpPr txBox="1"/>
            <p:nvPr/>
          </p:nvSpPr>
          <p:spPr>
            <a:xfrm>
              <a:off x="4552" y="365586"/>
              <a:ext cx="2087773" cy="5540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300">
                  <a:solidFill>
                    <a:srgbClr val="414455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2006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XXX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出版《材料与结构的能量吸收》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4" fill="hold" grpId="4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2" presetClass="entr" presetSubtype="9" fill="hold" grpId="5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750"/>
                            </p:stCondLst>
                            <p:childTnLst>
                              <p:par>
                                <p:cTn id="30" presetID="2" presetClass="entr" presetSubtype="3" fill="hold" grpId="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750"/>
                            </p:stCondLst>
                            <p:childTnLst>
                              <p:par>
                                <p:cTn id="35" presetID="2" presetClass="entr" presetSubtype="4" fill="hold" grpId="7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2" grpId="1" animBg="1" advAuto="0"/>
      <p:bldP spid="683" grpId="3" animBg="1" advAuto="0"/>
      <p:bldP spid="687" grpId="5" animBg="1" advAuto="0"/>
      <p:bldP spid="688" grpId="2" animBg="1" advAuto="0"/>
      <p:bldP spid="692" grpId="7" animBg="1" advAuto="0"/>
      <p:bldP spid="693" grpId="4" animBg="1" advAuto="0"/>
      <p:bldP spid="697" grpId="6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2" name="组合 39"/>
          <p:cNvGrpSpPr/>
          <p:nvPr/>
        </p:nvGrpSpPr>
        <p:grpSpPr>
          <a:xfrm>
            <a:off x="1620184" y="817539"/>
            <a:ext cx="4689002" cy="4013310"/>
            <a:chOff x="0" y="0"/>
            <a:chExt cx="4689000" cy="4013308"/>
          </a:xfrm>
        </p:grpSpPr>
        <p:sp>
          <p:nvSpPr>
            <p:cNvPr id="699" name="任意多边形 45"/>
            <p:cNvSpPr/>
            <p:nvPr/>
          </p:nvSpPr>
          <p:spPr>
            <a:xfrm>
              <a:off x="1804672" y="2136357"/>
              <a:ext cx="1102072" cy="9061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39" y="21353"/>
                  </a:moveTo>
                  <a:lnTo>
                    <a:pt x="6152" y="21361"/>
                  </a:lnTo>
                  <a:lnTo>
                    <a:pt x="6152" y="21600"/>
                  </a:lnTo>
                  <a:lnTo>
                    <a:pt x="6139" y="21600"/>
                  </a:lnTo>
                  <a:close/>
                  <a:moveTo>
                    <a:pt x="5684" y="19688"/>
                  </a:moveTo>
                  <a:lnTo>
                    <a:pt x="5697" y="19720"/>
                  </a:lnTo>
                  <a:lnTo>
                    <a:pt x="5697" y="21061"/>
                  </a:lnTo>
                  <a:lnTo>
                    <a:pt x="5684" y="21053"/>
                  </a:lnTo>
                  <a:close/>
                  <a:moveTo>
                    <a:pt x="13646" y="16952"/>
                  </a:moveTo>
                  <a:lnTo>
                    <a:pt x="14324" y="16952"/>
                  </a:lnTo>
                  <a:lnTo>
                    <a:pt x="14331" y="16986"/>
                  </a:lnTo>
                  <a:lnTo>
                    <a:pt x="13655" y="16986"/>
                  </a:lnTo>
                  <a:close/>
                  <a:moveTo>
                    <a:pt x="3862" y="16136"/>
                  </a:moveTo>
                  <a:lnTo>
                    <a:pt x="3878" y="16166"/>
                  </a:lnTo>
                  <a:lnTo>
                    <a:pt x="3655" y="16435"/>
                  </a:lnTo>
                  <a:lnTo>
                    <a:pt x="3638" y="16405"/>
                  </a:lnTo>
                  <a:close/>
                  <a:moveTo>
                    <a:pt x="11141" y="15619"/>
                  </a:moveTo>
                  <a:lnTo>
                    <a:pt x="11154" y="15619"/>
                  </a:lnTo>
                  <a:lnTo>
                    <a:pt x="11154" y="17236"/>
                  </a:lnTo>
                  <a:lnTo>
                    <a:pt x="11141" y="17225"/>
                  </a:lnTo>
                  <a:close/>
                  <a:moveTo>
                    <a:pt x="2046" y="8486"/>
                  </a:moveTo>
                  <a:lnTo>
                    <a:pt x="2060" y="8510"/>
                  </a:lnTo>
                  <a:lnTo>
                    <a:pt x="1833" y="16123"/>
                  </a:lnTo>
                  <a:lnTo>
                    <a:pt x="1819" y="16132"/>
                  </a:lnTo>
                  <a:close/>
                  <a:moveTo>
                    <a:pt x="2044" y="7384"/>
                  </a:moveTo>
                  <a:lnTo>
                    <a:pt x="2060" y="7416"/>
                  </a:lnTo>
                  <a:lnTo>
                    <a:pt x="1609" y="7687"/>
                  </a:lnTo>
                  <a:lnTo>
                    <a:pt x="1592" y="7656"/>
                  </a:lnTo>
                  <a:close/>
                  <a:moveTo>
                    <a:pt x="1137" y="4666"/>
                  </a:moveTo>
                  <a:lnTo>
                    <a:pt x="1150" y="4682"/>
                  </a:lnTo>
                  <a:lnTo>
                    <a:pt x="1150" y="5496"/>
                  </a:lnTo>
                  <a:lnTo>
                    <a:pt x="1137" y="5468"/>
                  </a:lnTo>
                  <a:close/>
                  <a:moveTo>
                    <a:pt x="14097" y="4375"/>
                  </a:moveTo>
                  <a:lnTo>
                    <a:pt x="14552" y="4648"/>
                  </a:lnTo>
                  <a:lnTo>
                    <a:pt x="14779" y="5195"/>
                  </a:lnTo>
                  <a:lnTo>
                    <a:pt x="15688" y="4922"/>
                  </a:lnTo>
                  <a:lnTo>
                    <a:pt x="16825" y="6015"/>
                  </a:lnTo>
                  <a:lnTo>
                    <a:pt x="18644" y="6562"/>
                  </a:lnTo>
                  <a:lnTo>
                    <a:pt x="20008" y="7656"/>
                  </a:lnTo>
                  <a:lnTo>
                    <a:pt x="20691" y="7929"/>
                  </a:lnTo>
                  <a:lnTo>
                    <a:pt x="21600" y="8749"/>
                  </a:lnTo>
                  <a:lnTo>
                    <a:pt x="21600" y="10116"/>
                  </a:lnTo>
                  <a:lnTo>
                    <a:pt x="21145" y="10116"/>
                  </a:lnTo>
                  <a:lnTo>
                    <a:pt x="20236" y="10663"/>
                  </a:lnTo>
                  <a:lnTo>
                    <a:pt x="18872" y="10663"/>
                  </a:lnTo>
                  <a:lnTo>
                    <a:pt x="18417" y="11210"/>
                  </a:lnTo>
                  <a:lnTo>
                    <a:pt x="18417" y="11484"/>
                  </a:lnTo>
                  <a:lnTo>
                    <a:pt x="18644" y="12030"/>
                  </a:lnTo>
                  <a:lnTo>
                    <a:pt x="18644" y="12304"/>
                  </a:lnTo>
                  <a:lnTo>
                    <a:pt x="18417" y="12851"/>
                  </a:lnTo>
                  <a:lnTo>
                    <a:pt x="18644" y="12851"/>
                  </a:lnTo>
                  <a:lnTo>
                    <a:pt x="19781" y="14491"/>
                  </a:lnTo>
                  <a:lnTo>
                    <a:pt x="20008" y="15585"/>
                  </a:lnTo>
                  <a:lnTo>
                    <a:pt x="19781" y="16405"/>
                  </a:lnTo>
                  <a:lnTo>
                    <a:pt x="19781" y="16678"/>
                  </a:lnTo>
                  <a:lnTo>
                    <a:pt x="19554" y="17225"/>
                  </a:lnTo>
                  <a:lnTo>
                    <a:pt x="19099" y="17225"/>
                  </a:lnTo>
                  <a:lnTo>
                    <a:pt x="18872" y="16678"/>
                  </a:lnTo>
                  <a:lnTo>
                    <a:pt x="18644" y="16678"/>
                  </a:lnTo>
                  <a:lnTo>
                    <a:pt x="17962" y="14765"/>
                  </a:lnTo>
                  <a:lnTo>
                    <a:pt x="17280" y="14765"/>
                  </a:lnTo>
                  <a:lnTo>
                    <a:pt x="16825" y="14218"/>
                  </a:lnTo>
                  <a:lnTo>
                    <a:pt x="16598" y="14491"/>
                  </a:lnTo>
                  <a:lnTo>
                    <a:pt x="16371" y="15585"/>
                  </a:lnTo>
                  <a:lnTo>
                    <a:pt x="15688" y="15038"/>
                  </a:lnTo>
                  <a:lnTo>
                    <a:pt x="15688" y="15858"/>
                  </a:lnTo>
                  <a:lnTo>
                    <a:pt x="15234" y="16132"/>
                  </a:lnTo>
                  <a:lnTo>
                    <a:pt x="15006" y="15858"/>
                  </a:lnTo>
                  <a:lnTo>
                    <a:pt x="14552" y="15858"/>
                  </a:lnTo>
                  <a:lnTo>
                    <a:pt x="14349" y="15777"/>
                  </a:lnTo>
                  <a:lnTo>
                    <a:pt x="14309" y="15673"/>
                  </a:lnTo>
                  <a:lnTo>
                    <a:pt x="13979" y="15196"/>
                  </a:lnTo>
                  <a:lnTo>
                    <a:pt x="13686" y="15386"/>
                  </a:lnTo>
                  <a:lnTo>
                    <a:pt x="13430" y="15005"/>
                  </a:lnTo>
                  <a:lnTo>
                    <a:pt x="13211" y="14481"/>
                  </a:lnTo>
                  <a:lnTo>
                    <a:pt x="12771" y="14290"/>
                  </a:lnTo>
                  <a:lnTo>
                    <a:pt x="12625" y="13908"/>
                  </a:lnTo>
                  <a:lnTo>
                    <a:pt x="12552" y="13384"/>
                  </a:lnTo>
                  <a:lnTo>
                    <a:pt x="12845" y="13050"/>
                  </a:lnTo>
                  <a:lnTo>
                    <a:pt x="13284" y="12669"/>
                  </a:lnTo>
                  <a:lnTo>
                    <a:pt x="13174" y="12192"/>
                  </a:lnTo>
                  <a:lnTo>
                    <a:pt x="12881" y="11763"/>
                  </a:lnTo>
                  <a:lnTo>
                    <a:pt x="13320" y="11525"/>
                  </a:lnTo>
                  <a:lnTo>
                    <a:pt x="13320" y="11286"/>
                  </a:lnTo>
                  <a:lnTo>
                    <a:pt x="13760" y="11191"/>
                  </a:lnTo>
                  <a:lnTo>
                    <a:pt x="14345" y="11715"/>
                  </a:lnTo>
                  <a:lnTo>
                    <a:pt x="14601" y="11668"/>
                  </a:lnTo>
                  <a:lnTo>
                    <a:pt x="15077" y="11429"/>
                  </a:lnTo>
                  <a:lnTo>
                    <a:pt x="15224" y="11858"/>
                  </a:lnTo>
                  <a:lnTo>
                    <a:pt x="15516" y="12144"/>
                  </a:lnTo>
                  <a:lnTo>
                    <a:pt x="15846" y="12049"/>
                  </a:lnTo>
                  <a:lnTo>
                    <a:pt x="16139" y="11715"/>
                  </a:lnTo>
                  <a:lnTo>
                    <a:pt x="16322" y="11095"/>
                  </a:lnTo>
                  <a:lnTo>
                    <a:pt x="16468" y="10762"/>
                  </a:lnTo>
                  <a:lnTo>
                    <a:pt x="16358" y="10476"/>
                  </a:lnTo>
                  <a:lnTo>
                    <a:pt x="16541" y="10094"/>
                  </a:lnTo>
                  <a:lnTo>
                    <a:pt x="16797" y="10142"/>
                  </a:lnTo>
                  <a:lnTo>
                    <a:pt x="17090" y="9951"/>
                  </a:lnTo>
                  <a:lnTo>
                    <a:pt x="17273" y="10190"/>
                  </a:lnTo>
                  <a:lnTo>
                    <a:pt x="17420" y="10094"/>
                  </a:lnTo>
                  <a:lnTo>
                    <a:pt x="17383" y="9808"/>
                  </a:lnTo>
                  <a:lnTo>
                    <a:pt x="17529" y="9570"/>
                  </a:lnTo>
                  <a:lnTo>
                    <a:pt x="17529" y="9188"/>
                  </a:lnTo>
                  <a:lnTo>
                    <a:pt x="17749" y="8950"/>
                  </a:lnTo>
                  <a:lnTo>
                    <a:pt x="17676" y="8807"/>
                  </a:lnTo>
                  <a:lnTo>
                    <a:pt x="17895" y="8569"/>
                  </a:lnTo>
                  <a:lnTo>
                    <a:pt x="17932" y="8378"/>
                  </a:lnTo>
                  <a:lnTo>
                    <a:pt x="18188" y="8330"/>
                  </a:lnTo>
                  <a:lnTo>
                    <a:pt x="18334" y="8187"/>
                  </a:lnTo>
                  <a:lnTo>
                    <a:pt x="18517" y="7949"/>
                  </a:lnTo>
                  <a:lnTo>
                    <a:pt x="18444" y="7806"/>
                  </a:lnTo>
                  <a:lnTo>
                    <a:pt x="18151" y="7424"/>
                  </a:lnTo>
                  <a:lnTo>
                    <a:pt x="18005" y="7186"/>
                  </a:lnTo>
                  <a:lnTo>
                    <a:pt x="18151" y="7091"/>
                  </a:lnTo>
                  <a:lnTo>
                    <a:pt x="18188" y="6900"/>
                  </a:lnTo>
                  <a:lnTo>
                    <a:pt x="18298" y="6614"/>
                  </a:lnTo>
                  <a:lnTo>
                    <a:pt x="18766" y="6683"/>
                  </a:lnTo>
                  <a:lnTo>
                    <a:pt x="18657" y="6596"/>
                  </a:lnTo>
                  <a:lnTo>
                    <a:pt x="16838" y="6049"/>
                  </a:lnTo>
                  <a:lnTo>
                    <a:pt x="15702" y="4956"/>
                  </a:lnTo>
                  <a:lnTo>
                    <a:pt x="14792" y="5229"/>
                  </a:lnTo>
                  <a:lnTo>
                    <a:pt x="14565" y="4682"/>
                  </a:lnTo>
                  <a:lnTo>
                    <a:pt x="14110" y="4409"/>
                  </a:lnTo>
                  <a:lnTo>
                    <a:pt x="13428" y="5503"/>
                  </a:lnTo>
                  <a:lnTo>
                    <a:pt x="12291" y="5229"/>
                  </a:lnTo>
                  <a:lnTo>
                    <a:pt x="11836" y="4682"/>
                  </a:lnTo>
                  <a:lnTo>
                    <a:pt x="11829" y="4655"/>
                  </a:lnTo>
                  <a:lnTo>
                    <a:pt x="12278" y="5195"/>
                  </a:lnTo>
                  <a:lnTo>
                    <a:pt x="13415" y="5468"/>
                  </a:lnTo>
                  <a:close/>
                  <a:moveTo>
                    <a:pt x="9782" y="1644"/>
                  </a:moveTo>
                  <a:lnTo>
                    <a:pt x="10914" y="2461"/>
                  </a:lnTo>
                  <a:lnTo>
                    <a:pt x="11368" y="2461"/>
                  </a:lnTo>
                  <a:lnTo>
                    <a:pt x="11368" y="2495"/>
                  </a:lnTo>
                  <a:lnTo>
                    <a:pt x="10927" y="2495"/>
                  </a:lnTo>
                  <a:lnTo>
                    <a:pt x="9790" y="1675"/>
                  </a:lnTo>
                  <a:close/>
                  <a:moveTo>
                    <a:pt x="681" y="1641"/>
                  </a:moveTo>
                  <a:lnTo>
                    <a:pt x="695" y="1675"/>
                  </a:lnTo>
                  <a:lnTo>
                    <a:pt x="241" y="2222"/>
                  </a:lnTo>
                  <a:lnTo>
                    <a:pt x="13" y="3315"/>
                  </a:lnTo>
                  <a:lnTo>
                    <a:pt x="13" y="3562"/>
                  </a:lnTo>
                  <a:lnTo>
                    <a:pt x="0" y="3554"/>
                  </a:lnTo>
                  <a:lnTo>
                    <a:pt x="0" y="3281"/>
                  </a:lnTo>
                  <a:lnTo>
                    <a:pt x="227" y="2187"/>
                  </a:lnTo>
                  <a:close/>
                  <a:moveTo>
                    <a:pt x="9549" y="820"/>
                  </a:moveTo>
                  <a:lnTo>
                    <a:pt x="9559" y="856"/>
                  </a:lnTo>
                  <a:lnTo>
                    <a:pt x="9108" y="1128"/>
                  </a:lnTo>
                  <a:lnTo>
                    <a:pt x="8426" y="1128"/>
                  </a:lnTo>
                  <a:lnTo>
                    <a:pt x="8426" y="1401"/>
                  </a:lnTo>
                  <a:lnTo>
                    <a:pt x="8653" y="2495"/>
                  </a:lnTo>
                  <a:lnTo>
                    <a:pt x="8198" y="3315"/>
                  </a:lnTo>
                  <a:lnTo>
                    <a:pt x="7289" y="3042"/>
                  </a:lnTo>
                  <a:lnTo>
                    <a:pt x="6380" y="3315"/>
                  </a:lnTo>
                  <a:lnTo>
                    <a:pt x="6152" y="4409"/>
                  </a:lnTo>
                  <a:lnTo>
                    <a:pt x="5015" y="4409"/>
                  </a:lnTo>
                  <a:lnTo>
                    <a:pt x="4561" y="3862"/>
                  </a:lnTo>
                  <a:lnTo>
                    <a:pt x="4333" y="3589"/>
                  </a:lnTo>
                  <a:lnTo>
                    <a:pt x="4333" y="3862"/>
                  </a:lnTo>
                  <a:lnTo>
                    <a:pt x="3651" y="4135"/>
                  </a:lnTo>
                  <a:lnTo>
                    <a:pt x="2969" y="2768"/>
                  </a:lnTo>
                  <a:lnTo>
                    <a:pt x="2514" y="2768"/>
                  </a:lnTo>
                  <a:lnTo>
                    <a:pt x="2514" y="2734"/>
                  </a:lnTo>
                  <a:lnTo>
                    <a:pt x="2956" y="2734"/>
                  </a:lnTo>
                  <a:lnTo>
                    <a:pt x="3638" y="4101"/>
                  </a:lnTo>
                  <a:lnTo>
                    <a:pt x="4320" y="3828"/>
                  </a:lnTo>
                  <a:lnTo>
                    <a:pt x="4320" y="3554"/>
                  </a:lnTo>
                  <a:lnTo>
                    <a:pt x="4547" y="3828"/>
                  </a:lnTo>
                  <a:lnTo>
                    <a:pt x="5002" y="4375"/>
                  </a:lnTo>
                  <a:lnTo>
                    <a:pt x="6139" y="4375"/>
                  </a:lnTo>
                  <a:lnTo>
                    <a:pt x="6366" y="3281"/>
                  </a:lnTo>
                  <a:lnTo>
                    <a:pt x="7276" y="3008"/>
                  </a:lnTo>
                  <a:lnTo>
                    <a:pt x="8185" y="3281"/>
                  </a:lnTo>
                  <a:lnTo>
                    <a:pt x="8640" y="2461"/>
                  </a:lnTo>
                  <a:lnTo>
                    <a:pt x="8413" y="1367"/>
                  </a:lnTo>
                  <a:lnTo>
                    <a:pt x="8413" y="1094"/>
                  </a:lnTo>
                  <a:lnTo>
                    <a:pt x="9095" y="1094"/>
                  </a:lnTo>
                  <a:close/>
                  <a:moveTo>
                    <a:pt x="455" y="0"/>
                  </a:moveTo>
                  <a:lnTo>
                    <a:pt x="909" y="0"/>
                  </a:lnTo>
                  <a:lnTo>
                    <a:pt x="1137" y="547"/>
                  </a:lnTo>
                  <a:lnTo>
                    <a:pt x="1819" y="547"/>
                  </a:lnTo>
                  <a:lnTo>
                    <a:pt x="2501" y="1367"/>
                  </a:lnTo>
                  <a:lnTo>
                    <a:pt x="2501" y="1385"/>
                  </a:lnTo>
                  <a:lnTo>
                    <a:pt x="1832" y="581"/>
                  </a:lnTo>
                  <a:lnTo>
                    <a:pt x="1150" y="581"/>
                  </a:lnTo>
                  <a:lnTo>
                    <a:pt x="923" y="34"/>
                  </a:lnTo>
                  <a:lnTo>
                    <a:pt x="468" y="34"/>
                  </a:lnTo>
                  <a:lnTo>
                    <a:pt x="468" y="1125"/>
                  </a:lnTo>
                  <a:lnTo>
                    <a:pt x="455" y="1094"/>
                  </a:lnTo>
                  <a:close/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00" name="任意多边形 46"/>
            <p:cNvSpPr/>
            <p:nvPr/>
          </p:nvSpPr>
          <p:spPr>
            <a:xfrm>
              <a:off x="1802575" y="2139182"/>
              <a:ext cx="956817" cy="9061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4" y="0"/>
                  </a:moveTo>
                  <a:lnTo>
                    <a:pt x="1048" y="0"/>
                  </a:lnTo>
                  <a:lnTo>
                    <a:pt x="1309" y="547"/>
                  </a:lnTo>
                  <a:lnTo>
                    <a:pt x="2095" y="547"/>
                  </a:lnTo>
                  <a:lnTo>
                    <a:pt x="2881" y="1367"/>
                  </a:lnTo>
                  <a:lnTo>
                    <a:pt x="2881" y="2734"/>
                  </a:lnTo>
                  <a:lnTo>
                    <a:pt x="3405" y="2734"/>
                  </a:lnTo>
                  <a:lnTo>
                    <a:pt x="4190" y="4101"/>
                  </a:lnTo>
                  <a:lnTo>
                    <a:pt x="4976" y="3828"/>
                  </a:lnTo>
                  <a:lnTo>
                    <a:pt x="4976" y="3554"/>
                  </a:lnTo>
                  <a:lnTo>
                    <a:pt x="5238" y="3828"/>
                  </a:lnTo>
                  <a:lnTo>
                    <a:pt x="5761" y="4375"/>
                  </a:lnTo>
                  <a:lnTo>
                    <a:pt x="7071" y="4375"/>
                  </a:lnTo>
                  <a:lnTo>
                    <a:pt x="7333" y="3281"/>
                  </a:lnTo>
                  <a:lnTo>
                    <a:pt x="8380" y="3008"/>
                  </a:lnTo>
                  <a:lnTo>
                    <a:pt x="9428" y="3281"/>
                  </a:lnTo>
                  <a:lnTo>
                    <a:pt x="9952" y="2461"/>
                  </a:lnTo>
                  <a:lnTo>
                    <a:pt x="9690" y="1367"/>
                  </a:lnTo>
                  <a:lnTo>
                    <a:pt x="9690" y="1094"/>
                  </a:lnTo>
                  <a:lnTo>
                    <a:pt x="10475" y="1094"/>
                  </a:lnTo>
                  <a:lnTo>
                    <a:pt x="10999" y="820"/>
                  </a:lnTo>
                  <a:lnTo>
                    <a:pt x="11261" y="1641"/>
                  </a:lnTo>
                  <a:lnTo>
                    <a:pt x="12571" y="2461"/>
                  </a:lnTo>
                  <a:lnTo>
                    <a:pt x="13094" y="2461"/>
                  </a:lnTo>
                  <a:lnTo>
                    <a:pt x="13094" y="3008"/>
                  </a:lnTo>
                  <a:lnTo>
                    <a:pt x="13618" y="4648"/>
                  </a:lnTo>
                  <a:lnTo>
                    <a:pt x="14142" y="5195"/>
                  </a:lnTo>
                  <a:lnTo>
                    <a:pt x="15451" y="5468"/>
                  </a:lnTo>
                  <a:lnTo>
                    <a:pt x="16237" y="4375"/>
                  </a:lnTo>
                  <a:lnTo>
                    <a:pt x="16761" y="4648"/>
                  </a:lnTo>
                  <a:lnTo>
                    <a:pt x="17023" y="5195"/>
                  </a:lnTo>
                  <a:lnTo>
                    <a:pt x="18070" y="4922"/>
                  </a:lnTo>
                  <a:lnTo>
                    <a:pt x="19380" y="6015"/>
                  </a:lnTo>
                  <a:lnTo>
                    <a:pt x="21475" y="6562"/>
                  </a:lnTo>
                  <a:lnTo>
                    <a:pt x="21600" y="6649"/>
                  </a:lnTo>
                  <a:lnTo>
                    <a:pt x="21060" y="6580"/>
                  </a:lnTo>
                  <a:lnTo>
                    <a:pt x="20934" y="6866"/>
                  </a:lnTo>
                  <a:lnTo>
                    <a:pt x="20892" y="7056"/>
                  </a:lnTo>
                  <a:lnTo>
                    <a:pt x="20723" y="7152"/>
                  </a:lnTo>
                  <a:lnTo>
                    <a:pt x="20892" y="7390"/>
                  </a:lnTo>
                  <a:lnTo>
                    <a:pt x="21229" y="7772"/>
                  </a:lnTo>
                  <a:lnTo>
                    <a:pt x="21313" y="7915"/>
                  </a:lnTo>
                  <a:lnTo>
                    <a:pt x="21103" y="8153"/>
                  </a:lnTo>
                  <a:lnTo>
                    <a:pt x="20934" y="8296"/>
                  </a:lnTo>
                  <a:lnTo>
                    <a:pt x="20639" y="8344"/>
                  </a:lnTo>
                  <a:lnTo>
                    <a:pt x="20597" y="8534"/>
                  </a:lnTo>
                  <a:lnTo>
                    <a:pt x="20344" y="8773"/>
                  </a:lnTo>
                  <a:lnTo>
                    <a:pt x="20428" y="8916"/>
                  </a:lnTo>
                  <a:lnTo>
                    <a:pt x="20175" y="9154"/>
                  </a:lnTo>
                  <a:lnTo>
                    <a:pt x="20175" y="9536"/>
                  </a:lnTo>
                  <a:lnTo>
                    <a:pt x="20007" y="9774"/>
                  </a:lnTo>
                  <a:lnTo>
                    <a:pt x="20049" y="10060"/>
                  </a:lnTo>
                  <a:lnTo>
                    <a:pt x="19880" y="10155"/>
                  </a:lnTo>
                  <a:lnTo>
                    <a:pt x="19669" y="9917"/>
                  </a:lnTo>
                  <a:lnTo>
                    <a:pt x="19332" y="10108"/>
                  </a:lnTo>
                  <a:lnTo>
                    <a:pt x="19037" y="10060"/>
                  </a:lnTo>
                  <a:lnTo>
                    <a:pt x="18826" y="10441"/>
                  </a:lnTo>
                  <a:lnTo>
                    <a:pt x="18953" y="10728"/>
                  </a:lnTo>
                  <a:lnTo>
                    <a:pt x="18784" y="11061"/>
                  </a:lnTo>
                  <a:lnTo>
                    <a:pt x="18573" y="11681"/>
                  </a:lnTo>
                  <a:lnTo>
                    <a:pt x="18236" y="12015"/>
                  </a:lnTo>
                  <a:lnTo>
                    <a:pt x="17857" y="12110"/>
                  </a:lnTo>
                  <a:lnTo>
                    <a:pt x="17519" y="11824"/>
                  </a:lnTo>
                  <a:lnTo>
                    <a:pt x="17351" y="11395"/>
                  </a:lnTo>
                  <a:lnTo>
                    <a:pt x="16803" y="11633"/>
                  </a:lnTo>
                  <a:lnTo>
                    <a:pt x="16508" y="11681"/>
                  </a:lnTo>
                  <a:lnTo>
                    <a:pt x="15833" y="11157"/>
                  </a:lnTo>
                  <a:lnTo>
                    <a:pt x="15327" y="11252"/>
                  </a:lnTo>
                  <a:lnTo>
                    <a:pt x="15327" y="11490"/>
                  </a:lnTo>
                  <a:lnTo>
                    <a:pt x="14821" y="11729"/>
                  </a:lnTo>
                  <a:lnTo>
                    <a:pt x="15159" y="12158"/>
                  </a:lnTo>
                  <a:lnTo>
                    <a:pt x="15285" y="12635"/>
                  </a:lnTo>
                  <a:lnTo>
                    <a:pt x="14779" y="13016"/>
                  </a:lnTo>
                  <a:lnTo>
                    <a:pt x="14442" y="13350"/>
                  </a:lnTo>
                  <a:lnTo>
                    <a:pt x="14526" y="13874"/>
                  </a:lnTo>
                  <a:lnTo>
                    <a:pt x="14695" y="14256"/>
                  </a:lnTo>
                  <a:lnTo>
                    <a:pt x="15201" y="14446"/>
                  </a:lnTo>
                  <a:lnTo>
                    <a:pt x="15454" y="14971"/>
                  </a:lnTo>
                  <a:lnTo>
                    <a:pt x="15749" y="15352"/>
                  </a:lnTo>
                  <a:lnTo>
                    <a:pt x="16086" y="15162"/>
                  </a:lnTo>
                  <a:lnTo>
                    <a:pt x="16466" y="15638"/>
                  </a:lnTo>
                  <a:lnTo>
                    <a:pt x="16527" y="15777"/>
                  </a:lnTo>
                  <a:lnTo>
                    <a:pt x="15975" y="15585"/>
                  </a:lnTo>
                  <a:lnTo>
                    <a:pt x="15451" y="16132"/>
                  </a:lnTo>
                  <a:lnTo>
                    <a:pt x="15713" y="16952"/>
                  </a:lnTo>
                  <a:lnTo>
                    <a:pt x="16499" y="16952"/>
                  </a:lnTo>
                  <a:lnTo>
                    <a:pt x="16761" y="18046"/>
                  </a:lnTo>
                  <a:lnTo>
                    <a:pt x="14927" y="18046"/>
                  </a:lnTo>
                  <a:lnTo>
                    <a:pt x="14404" y="17225"/>
                  </a:lnTo>
                  <a:lnTo>
                    <a:pt x="13618" y="17772"/>
                  </a:lnTo>
                  <a:lnTo>
                    <a:pt x="12832" y="17225"/>
                  </a:lnTo>
                  <a:lnTo>
                    <a:pt x="12832" y="15585"/>
                  </a:lnTo>
                  <a:lnTo>
                    <a:pt x="11785" y="15585"/>
                  </a:lnTo>
                  <a:lnTo>
                    <a:pt x="11785" y="16678"/>
                  </a:lnTo>
                  <a:lnTo>
                    <a:pt x="10999" y="16952"/>
                  </a:lnTo>
                  <a:lnTo>
                    <a:pt x="10999" y="17225"/>
                  </a:lnTo>
                  <a:lnTo>
                    <a:pt x="10214" y="18319"/>
                  </a:lnTo>
                  <a:lnTo>
                    <a:pt x="9690" y="18319"/>
                  </a:lnTo>
                  <a:lnTo>
                    <a:pt x="9690" y="21600"/>
                  </a:lnTo>
                  <a:lnTo>
                    <a:pt x="8904" y="21600"/>
                  </a:lnTo>
                  <a:lnTo>
                    <a:pt x="8642" y="21053"/>
                  </a:lnTo>
                  <a:lnTo>
                    <a:pt x="8118" y="21600"/>
                  </a:lnTo>
                  <a:lnTo>
                    <a:pt x="7071" y="21600"/>
                  </a:lnTo>
                  <a:lnTo>
                    <a:pt x="7071" y="21327"/>
                  </a:lnTo>
                  <a:lnTo>
                    <a:pt x="6547" y="21053"/>
                  </a:lnTo>
                  <a:lnTo>
                    <a:pt x="6547" y="19686"/>
                  </a:lnTo>
                  <a:lnTo>
                    <a:pt x="5238" y="16952"/>
                  </a:lnTo>
                  <a:lnTo>
                    <a:pt x="4714" y="16952"/>
                  </a:lnTo>
                  <a:lnTo>
                    <a:pt x="4714" y="17225"/>
                  </a:lnTo>
                  <a:lnTo>
                    <a:pt x="4190" y="16405"/>
                  </a:lnTo>
                  <a:lnTo>
                    <a:pt x="4452" y="16132"/>
                  </a:lnTo>
                  <a:lnTo>
                    <a:pt x="3405" y="14491"/>
                  </a:lnTo>
                  <a:lnTo>
                    <a:pt x="2881" y="14765"/>
                  </a:lnTo>
                  <a:lnTo>
                    <a:pt x="2619" y="15858"/>
                  </a:lnTo>
                  <a:lnTo>
                    <a:pt x="2095" y="16132"/>
                  </a:lnTo>
                  <a:lnTo>
                    <a:pt x="2357" y="8476"/>
                  </a:lnTo>
                  <a:lnTo>
                    <a:pt x="1833" y="7656"/>
                  </a:lnTo>
                  <a:lnTo>
                    <a:pt x="2357" y="7382"/>
                  </a:lnTo>
                  <a:lnTo>
                    <a:pt x="1309" y="5468"/>
                  </a:lnTo>
                  <a:lnTo>
                    <a:pt x="1309" y="4648"/>
                  </a:lnTo>
                  <a:lnTo>
                    <a:pt x="524" y="3828"/>
                  </a:lnTo>
                  <a:lnTo>
                    <a:pt x="0" y="3554"/>
                  </a:lnTo>
                  <a:lnTo>
                    <a:pt x="0" y="3281"/>
                  </a:lnTo>
                  <a:lnTo>
                    <a:pt x="262" y="2187"/>
                  </a:lnTo>
                  <a:lnTo>
                    <a:pt x="786" y="1641"/>
                  </a:lnTo>
                  <a:lnTo>
                    <a:pt x="524" y="1094"/>
                  </a:lnTo>
                  <a:close/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01" name="Freeform 5"/>
            <p:cNvSpPr/>
            <p:nvPr/>
          </p:nvSpPr>
          <p:spPr>
            <a:xfrm>
              <a:off x="2736273" y="3783027"/>
              <a:ext cx="256188" cy="230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91" y="2160"/>
                  </a:moveTo>
                  <a:lnTo>
                    <a:pt x="7855" y="2160"/>
                  </a:lnTo>
                  <a:lnTo>
                    <a:pt x="9818" y="1080"/>
                  </a:lnTo>
                  <a:lnTo>
                    <a:pt x="11782" y="2160"/>
                  </a:lnTo>
                  <a:lnTo>
                    <a:pt x="14727" y="0"/>
                  </a:lnTo>
                  <a:lnTo>
                    <a:pt x="18655" y="1080"/>
                  </a:lnTo>
                  <a:lnTo>
                    <a:pt x="20618" y="0"/>
                  </a:lnTo>
                  <a:lnTo>
                    <a:pt x="21600" y="4320"/>
                  </a:lnTo>
                  <a:lnTo>
                    <a:pt x="18655" y="6480"/>
                  </a:lnTo>
                  <a:lnTo>
                    <a:pt x="17673" y="14040"/>
                  </a:lnTo>
                  <a:lnTo>
                    <a:pt x="15709" y="16200"/>
                  </a:lnTo>
                  <a:lnTo>
                    <a:pt x="15709" y="19440"/>
                  </a:lnTo>
                  <a:lnTo>
                    <a:pt x="12764" y="18360"/>
                  </a:lnTo>
                  <a:lnTo>
                    <a:pt x="11782" y="19440"/>
                  </a:lnTo>
                  <a:lnTo>
                    <a:pt x="11782" y="21600"/>
                  </a:lnTo>
                  <a:lnTo>
                    <a:pt x="9818" y="21600"/>
                  </a:lnTo>
                  <a:lnTo>
                    <a:pt x="5891" y="19440"/>
                  </a:lnTo>
                  <a:lnTo>
                    <a:pt x="982" y="18360"/>
                  </a:lnTo>
                  <a:lnTo>
                    <a:pt x="0" y="11880"/>
                  </a:lnTo>
                  <a:lnTo>
                    <a:pt x="0" y="8640"/>
                  </a:lnTo>
                  <a:lnTo>
                    <a:pt x="4909" y="4320"/>
                  </a:lnTo>
                  <a:lnTo>
                    <a:pt x="5891" y="216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02" name="Freeform 7"/>
            <p:cNvSpPr/>
            <p:nvPr/>
          </p:nvSpPr>
          <p:spPr>
            <a:xfrm>
              <a:off x="3662323" y="0"/>
              <a:ext cx="1026678" cy="1003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5" y="993"/>
                  </a:moveTo>
                  <a:lnTo>
                    <a:pt x="491" y="1986"/>
                  </a:lnTo>
                  <a:lnTo>
                    <a:pt x="0" y="2979"/>
                  </a:lnTo>
                  <a:lnTo>
                    <a:pt x="982" y="3228"/>
                  </a:lnTo>
                  <a:lnTo>
                    <a:pt x="1473" y="2731"/>
                  </a:lnTo>
                  <a:lnTo>
                    <a:pt x="2209" y="3228"/>
                  </a:lnTo>
                  <a:lnTo>
                    <a:pt x="2700" y="4717"/>
                  </a:lnTo>
                  <a:lnTo>
                    <a:pt x="3191" y="5462"/>
                  </a:lnTo>
                  <a:lnTo>
                    <a:pt x="4418" y="4966"/>
                  </a:lnTo>
                  <a:lnTo>
                    <a:pt x="4909" y="4966"/>
                  </a:lnTo>
                  <a:lnTo>
                    <a:pt x="5891" y="3972"/>
                  </a:lnTo>
                  <a:lnTo>
                    <a:pt x="7118" y="5214"/>
                  </a:lnTo>
                  <a:lnTo>
                    <a:pt x="6382" y="7697"/>
                  </a:lnTo>
                  <a:lnTo>
                    <a:pt x="6627" y="9683"/>
                  </a:lnTo>
                  <a:lnTo>
                    <a:pt x="5891" y="10428"/>
                  </a:lnTo>
                  <a:lnTo>
                    <a:pt x="5891" y="12166"/>
                  </a:lnTo>
                  <a:lnTo>
                    <a:pt x="5400" y="11421"/>
                  </a:lnTo>
                  <a:lnTo>
                    <a:pt x="3191" y="14400"/>
                  </a:lnTo>
                  <a:lnTo>
                    <a:pt x="3927" y="15641"/>
                  </a:lnTo>
                  <a:lnTo>
                    <a:pt x="4664" y="15145"/>
                  </a:lnTo>
                  <a:lnTo>
                    <a:pt x="4909" y="15641"/>
                  </a:lnTo>
                  <a:lnTo>
                    <a:pt x="4173" y="16138"/>
                  </a:lnTo>
                  <a:lnTo>
                    <a:pt x="4173" y="16883"/>
                  </a:lnTo>
                  <a:lnTo>
                    <a:pt x="5400" y="16883"/>
                  </a:lnTo>
                  <a:lnTo>
                    <a:pt x="5891" y="16634"/>
                  </a:lnTo>
                  <a:lnTo>
                    <a:pt x="5891" y="17876"/>
                  </a:lnTo>
                  <a:lnTo>
                    <a:pt x="7118" y="18621"/>
                  </a:lnTo>
                  <a:lnTo>
                    <a:pt x="8836" y="18124"/>
                  </a:lnTo>
                  <a:lnTo>
                    <a:pt x="8836" y="18869"/>
                  </a:lnTo>
                  <a:lnTo>
                    <a:pt x="9818" y="18372"/>
                  </a:lnTo>
                  <a:lnTo>
                    <a:pt x="11291" y="19862"/>
                  </a:lnTo>
                  <a:lnTo>
                    <a:pt x="11782" y="19862"/>
                  </a:lnTo>
                  <a:lnTo>
                    <a:pt x="12273" y="20855"/>
                  </a:lnTo>
                  <a:lnTo>
                    <a:pt x="13009" y="20607"/>
                  </a:lnTo>
                  <a:lnTo>
                    <a:pt x="13009" y="19614"/>
                  </a:lnTo>
                  <a:lnTo>
                    <a:pt x="13255" y="19366"/>
                  </a:lnTo>
                  <a:lnTo>
                    <a:pt x="13255" y="20607"/>
                  </a:lnTo>
                  <a:lnTo>
                    <a:pt x="14727" y="21600"/>
                  </a:lnTo>
                  <a:lnTo>
                    <a:pt x="14973" y="20855"/>
                  </a:lnTo>
                  <a:lnTo>
                    <a:pt x="15218" y="21103"/>
                  </a:lnTo>
                  <a:lnTo>
                    <a:pt x="16200" y="20110"/>
                  </a:lnTo>
                  <a:lnTo>
                    <a:pt x="16936" y="21103"/>
                  </a:lnTo>
                  <a:lnTo>
                    <a:pt x="18409" y="21103"/>
                  </a:lnTo>
                  <a:lnTo>
                    <a:pt x="18164" y="19614"/>
                  </a:lnTo>
                  <a:lnTo>
                    <a:pt x="17427" y="17876"/>
                  </a:lnTo>
                  <a:lnTo>
                    <a:pt x="18409" y="16386"/>
                  </a:lnTo>
                  <a:lnTo>
                    <a:pt x="19391" y="16138"/>
                  </a:lnTo>
                  <a:lnTo>
                    <a:pt x="20373" y="16634"/>
                  </a:lnTo>
                  <a:lnTo>
                    <a:pt x="21109" y="13159"/>
                  </a:lnTo>
                  <a:lnTo>
                    <a:pt x="20864" y="10676"/>
                  </a:lnTo>
                  <a:lnTo>
                    <a:pt x="21355" y="10179"/>
                  </a:lnTo>
                  <a:lnTo>
                    <a:pt x="21355" y="9186"/>
                  </a:lnTo>
                  <a:lnTo>
                    <a:pt x="20864" y="8938"/>
                  </a:lnTo>
                  <a:lnTo>
                    <a:pt x="21600" y="7945"/>
                  </a:lnTo>
                  <a:lnTo>
                    <a:pt x="20864" y="7945"/>
                  </a:lnTo>
                  <a:lnTo>
                    <a:pt x="18655" y="9931"/>
                  </a:lnTo>
                  <a:lnTo>
                    <a:pt x="18655" y="10428"/>
                  </a:lnTo>
                  <a:lnTo>
                    <a:pt x="17182" y="11172"/>
                  </a:lnTo>
                  <a:lnTo>
                    <a:pt x="15955" y="11172"/>
                  </a:lnTo>
                  <a:lnTo>
                    <a:pt x="14973" y="9434"/>
                  </a:lnTo>
                  <a:lnTo>
                    <a:pt x="14973" y="8690"/>
                  </a:lnTo>
                  <a:lnTo>
                    <a:pt x="13500" y="8690"/>
                  </a:lnTo>
                  <a:lnTo>
                    <a:pt x="12764" y="7945"/>
                  </a:lnTo>
                  <a:lnTo>
                    <a:pt x="11536" y="7945"/>
                  </a:lnTo>
                  <a:lnTo>
                    <a:pt x="11536" y="7448"/>
                  </a:lnTo>
                  <a:lnTo>
                    <a:pt x="11045" y="7448"/>
                  </a:lnTo>
                  <a:lnTo>
                    <a:pt x="11045" y="7945"/>
                  </a:lnTo>
                  <a:lnTo>
                    <a:pt x="10309" y="7697"/>
                  </a:lnTo>
                  <a:lnTo>
                    <a:pt x="9082" y="5462"/>
                  </a:lnTo>
                  <a:lnTo>
                    <a:pt x="7609" y="3228"/>
                  </a:lnTo>
                  <a:lnTo>
                    <a:pt x="7609" y="2731"/>
                  </a:lnTo>
                  <a:lnTo>
                    <a:pt x="6136" y="745"/>
                  </a:lnTo>
                  <a:lnTo>
                    <a:pt x="4418" y="745"/>
                  </a:lnTo>
                  <a:lnTo>
                    <a:pt x="3191" y="0"/>
                  </a:lnTo>
                  <a:lnTo>
                    <a:pt x="491" y="497"/>
                  </a:lnTo>
                  <a:lnTo>
                    <a:pt x="245" y="993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03" name="Freeform 8"/>
            <p:cNvSpPr/>
            <p:nvPr/>
          </p:nvSpPr>
          <p:spPr>
            <a:xfrm>
              <a:off x="3765624" y="773268"/>
              <a:ext cx="770250" cy="577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776"/>
                  </a:moveTo>
                  <a:lnTo>
                    <a:pt x="19636" y="7776"/>
                  </a:lnTo>
                  <a:lnTo>
                    <a:pt x="18655" y="6480"/>
                  </a:lnTo>
                  <a:lnTo>
                    <a:pt x="17345" y="8208"/>
                  </a:lnTo>
                  <a:lnTo>
                    <a:pt x="17018" y="7344"/>
                  </a:lnTo>
                  <a:lnTo>
                    <a:pt x="16691" y="8640"/>
                  </a:lnTo>
                  <a:lnTo>
                    <a:pt x="14727" y="6912"/>
                  </a:lnTo>
                  <a:lnTo>
                    <a:pt x="14727" y="4752"/>
                  </a:lnTo>
                  <a:lnTo>
                    <a:pt x="14073" y="5184"/>
                  </a:lnTo>
                  <a:lnTo>
                    <a:pt x="14400" y="6912"/>
                  </a:lnTo>
                  <a:lnTo>
                    <a:pt x="13418" y="6912"/>
                  </a:lnTo>
                  <a:lnTo>
                    <a:pt x="12764" y="5616"/>
                  </a:lnTo>
                  <a:lnTo>
                    <a:pt x="12109" y="5616"/>
                  </a:lnTo>
                  <a:lnTo>
                    <a:pt x="10145" y="3024"/>
                  </a:lnTo>
                  <a:lnTo>
                    <a:pt x="8836" y="3888"/>
                  </a:lnTo>
                  <a:lnTo>
                    <a:pt x="8836" y="3024"/>
                  </a:lnTo>
                  <a:lnTo>
                    <a:pt x="6545" y="3456"/>
                  </a:lnTo>
                  <a:lnTo>
                    <a:pt x="4909" y="2160"/>
                  </a:lnTo>
                  <a:lnTo>
                    <a:pt x="4909" y="0"/>
                  </a:lnTo>
                  <a:lnTo>
                    <a:pt x="4255" y="432"/>
                  </a:lnTo>
                  <a:lnTo>
                    <a:pt x="2618" y="432"/>
                  </a:lnTo>
                  <a:lnTo>
                    <a:pt x="2945" y="3024"/>
                  </a:lnTo>
                  <a:lnTo>
                    <a:pt x="1964" y="3024"/>
                  </a:lnTo>
                  <a:lnTo>
                    <a:pt x="327" y="1728"/>
                  </a:lnTo>
                  <a:lnTo>
                    <a:pt x="0" y="3024"/>
                  </a:lnTo>
                  <a:lnTo>
                    <a:pt x="1309" y="4752"/>
                  </a:lnTo>
                  <a:lnTo>
                    <a:pt x="982" y="6480"/>
                  </a:lnTo>
                  <a:lnTo>
                    <a:pt x="1964" y="8640"/>
                  </a:lnTo>
                  <a:lnTo>
                    <a:pt x="3600" y="7344"/>
                  </a:lnTo>
                  <a:lnTo>
                    <a:pt x="4582" y="9936"/>
                  </a:lnTo>
                  <a:lnTo>
                    <a:pt x="4582" y="12096"/>
                  </a:lnTo>
                  <a:lnTo>
                    <a:pt x="6218" y="12096"/>
                  </a:lnTo>
                  <a:lnTo>
                    <a:pt x="6873" y="14256"/>
                  </a:lnTo>
                  <a:lnTo>
                    <a:pt x="7200" y="12528"/>
                  </a:lnTo>
                  <a:lnTo>
                    <a:pt x="8509" y="15120"/>
                  </a:lnTo>
                  <a:lnTo>
                    <a:pt x="9491" y="17280"/>
                  </a:lnTo>
                  <a:lnTo>
                    <a:pt x="9491" y="18576"/>
                  </a:lnTo>
                  <a:lnTo>
                    <a:pt x="10800" y="21600"/>
                  </a:lnTo>
                  <a:lnTo>
                    <a:pt x="11782" y="20304"/>
                  </a:lnTo>
                  <a:lnTo>
                    <a:pt x="12436" y="17712"/>
                  </a:lnTo>
                  <a:lnTo>
                    <a:pt x="13091" y="17280"/>
                  </a:lnTo>
                  <a:lnTo>
                    <a:pt x="13745" y="17712"/>
                  </a:lnTo>
                  <a:lnTo>
                    <a:pt x="13418" y="18576"/>
                  </a:lnTo>
                  <a:lnTo>
                    <a:pt x="15382" y="18576"/>
                  </a:lnTo>
                  <a:lnTo>
                    <a:pt x="16036" y="17712"/>
                  </a:lnTo>
                  <a:lnTo>
                    <a:pt x="16036" y="16848"/>
                  </a:lnTo>
                  <a:lnTo>
                    <a:pt x="15709" y="15984"/>
                  </a:lnTo>
                  <a:lnTo>
                    <a:pt x="17673" y="14688"/>
                  </a:lnTo>
                  <a:lnTo>
                    <a:pt x="18000" y="14256"/>
                  </a:lnTo>
                  <a:lnTo>
                    <a:pt x="18000" y="13392"/>
                  </a:lnTo>
                  <a:lnTo>
                    <a:pt x="18655" y="12960"/>
                  </a:lnTo>
                  <a:lnTo>
                    <a:pt x="18655" y="10368"/>
                  </a:lnTo>
                  <a:lnTo>
                    <a:pt x="19309" y="10368"/>
                  </a:lnTo>
                  <a:lnTo>
                    <a:pt x="19636" y="11664"/>
                  </a:lnTo>
                  <a:lnTo>
                    <a:pt x="20618" y="12528"/>
                  </a:lnTo>
                  <a:lnTo>
                    <a:pt x="20945" y="12096"/>
                  </a:lnTo>
                  <a:lnTo>
                    <a:pt x="20618" y="11232"/>
                  </a:lnTo>
                  <a:lnTo>
                    <a:pt x="20618" y="10368"/>
                  </a:lnTo>
                  <a:lnTo>
                    <a:pt x="21600" y="9936"/>
                  </a:lnTo>
                  <a:lnTo>
                    <a:pt x="21600" y="7776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04" name="Freeform 9"/>
            <p:cNvSpPr/>
            <p:nvPr/>
          </p:nvSpPr>
          <p:spPr>
            <a:xfrm>
              <a:off x="3602775" y="1094811"/>
              <a:ext cx="549066" cy="567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9698"/>
                  </a:moveTo>
                  <a:lnTo>
                    <a:pt x="19302" y="6612"/>
                  </a:lnTo>
                  <a:lnTo>
                    <a:pt x="19762" y="5290"/>
                  </a:lnTo>
                  <a:lnTo>
                    <a:pt x="17923" y="2204"/>
                  </a:lnTo>
                  <a:lnTo>
                    <a:pt x="16545" y="441"/>
                  </a:lnTo>
                  <a:lnTo>
                    <a:pt x="16085" y="2204"/>
                  </a:lnTo>
                  <a:lnTo>
                    <a:pt x="15166" y="0"/>
                  </a:lnTo>
                  <a:lnTo>
                    <a:pt x="13328" y="0"/>
                  </a:lnTo>
                  <a:lnTo>
                    <a:pt x="13787" y="1322"/>
                  </a:lnTo>
                  <a:lnTo>
                    <a:pt x="11489" y="3086"/>
                  </a:lnTo>
                  <a:lnTo>
                    <a:pt x="10111" y="3086"/>
                  </a:lnTo>
                  <a:lnTo>
                    <a:pt x="2757" y="7935"/>
                  </a:lnTo>
                  <a:lnTo>
                    <a:pt x="1379" y="6171"/>
                  </a:lnTo>
                  <a:lnTo>
                    <a:pt x="460" y="6171"/>
                  </a:lnTo>
                  <a:lnTo>
                    <a:pt x="919" y="7494"/>
                  </a:lnTo>
                  <a:lnTo>
                    <a:pt x="919" y="8816"/>
                  </a:lnTo>
                  <a:lnTo>
                    <a:pt x="1379" y="10139"/>
                  </a:lnTo>
                  <a:lnTo>
                    <a:pt x="460" y="10139"/>
                  </a:lnTo>
                  <a:lnTo>
                    <a:pt x="460" y="11902"/>
                  </a:lnTo>
                  <a:lnTo>
                    <a:pt x="0" y="12784"/>
                  </a:lnTo>
                  <a:lnTo>
                    <a:pt x="1838" y="13224"/>
                  </a:lnTo>
                  <a:lnTo>
                    <a:pt x="3677" y="16310"/>
                  </a:lnTo>
                  <a:lnTo>
                    <a:pt x="5974" y="13224"/>
                  </a:lnTo>
                  <a:lnTo>
                    <a:pt x="6894" y="11461"/>
                  </a:lnTo>
                  <a:lnTo>
                    <a:pt x="9191" y="11020"/>
                  </a:lnTo>
                  <a:lnTo>
                    <a:pt x="10570" y="11902"/>
                  </a:lnTo>
                  <a:lnTo>
                    <a:pt x="10570" y="12343"/>
                  </a:lnTo>
                  <a:lnTo>
                    <a:pt x="11030" y="12343"/>
                  </a:lnTo>
                  <a:lnTo>
                    <a:pt x="9651" y="15429"/>
                  </a:lnTo>
                  <a:lnTo>
                    <a:pt x="8732" y="15429"/>
                  </a:lnTo>
                  <a:lnTo>
                    <a:pt x="9191" y="17192"/>
                  </a:lnTo>
                  <a:lnTo>
                    <a:pt x="8732" y="17633"/>
                  </a:lnTo>
                  <a:lnTo>
                    <a:pt x="9651" y="17633"/>
                  </a:lnTo>
                  <a:lnTo>
                    <a:pt x="7813" y="20718"/>
                  </a:lnTo>
                  <a:lnTo>
                    <a:pt x="8272" y="21600"/>
                  </a:lnTo>
                  <a:lnTo>
                    <a:pt x="9191" y="20718"/>
                  </a:lnTo>
                  <a:lnTo>
                    <a:pt x="9651" y="19396"/>
                  </a:lnTo>
                  <a:lnTo>
                    <a:pt x="10570" y="19396"/>
                  </a:lnTo>
                  <a:lnTo>
                    <a:pt x="11489" y="18514"/>
                  </a:lnTo>
                  <a:lnTo>
                    <a:pt x="11489" y="17192"/>
                  </a:lnTo>
                  <a:lnTo>
                    <a:pt x="14706" y="15429"/>
                  </a:lnTo>
                  <a:lnTo>
                    <a:pt x="17464" y="14547"/>
                  </a:lnTo>
                  <a:lnTo>
                    <a:pt x="17923" y="12343"/>
                  </a:lnTo>
                  <a:lnTo>
                    <a:pt x="19762" y="11020"/>
                  </a:lnTo>
                  <a:lnTo>
                    <a:pt x="21140" y="10580"/>
                  </a:lnTo>
                  <a:lnTo>
                    <a:pt x="21600" y="9698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05" name="Freeform 10"/>
            <p:cNvSpPr/>
            <p:nvPr/>
          </p:nvSpPr>
          <p:spPr>
            <a:xfrm>
              <a:off x="3183499" y="1223691"/>
              <a:ext cx="512614" cy="7731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8382"/>
                  </a:moveTo>
                  <a:lnTo>
                    <a:pt x="19636" y="6448"/>
                  </a:lnTo>
                  <a:lnTo>
                    <a:pt x="17673" y="6125"/>
                  </a:lnTo>
                  <a:lnTo>
                    <a:pt x="18164" y="3869"/>
                  </a:lnTo>
                  <a:lnTo>
                    <a:pt x="16200" y="4191"/>
                  </a:lnTo>
                  <a:lnTo>
                    <a:pt x="15218" y="3546"/>
                  </a:lnTo>
                  <a:lnTo>
                    <a:pt x="15218" y="1934"/>
                  </a:lnTo>
                  <a:lnTo>
                    <a:pt x="13745" y="0"/>
                  </a:lnTo>
                  <a:lnTo>
                    <a:pt x="10800" y="967"/>
                  </a:lnTo>
                  <a:lnTo>
                    <a:pt x="10800" y="2579"/>
                  </a:lnTo>
                  <a:lnTo>
                    <a:pt x="8836" y="2257"/>
                  </a:lnTo>
                  <a:lnTo>
                    <a:pt x="8345" y="3224"/>
                  </a:lnTo>
                  <a:lnTo>
                    <a:pt x="6873" y="2901"/>
                  </a:lnTo>
                  <a:lnTo>
                    <a:pt x="4909" y="4191"/>
                  </a:lnTo>
                  <a:lnTo>
                    <a:pt x="3436" y="2257"/>
                  </a:lnTo>
                  <a:lnTo>
                    <a:pt x="1964" y="2901"/>
                  </a:lnTo>
                  <a:lnTo>
                    <a:pt x="1473" y="4513"/>
                  </a:lnTo>
                  <a:lnTo>
                    <a:pt x="491" y="4836"/>
                  </a:lnTo>
                  <a:lnTo>
                    <a:pt x="1964" y="7415"/>
                  </a:lnTo>
                  <a:lnTo>
                    <a:pt x="3436" y="8060"/>
                  </a:lnTo>
                  <a:lnTo>
                    <a:pt x="1964" y="8704"/>
                  </a:lnTo>
                  <a:lnTo>
                    <a:pt x="1473" y="9349"/>
                  </a:lnTo>
                  <a:lnTo>
                    <a:pt x="3436" y="9349"/>
                  </a:lnTo>
                  <a:lnTo>
                    <a:pt x="3927" y="10961"/>
                  </a:lnTo>
                  <a:lnTo>
                    <a:pt x="2945" y="12251"/>
                  </a:lnTo>
                  <a:lnTo>
                    <a:pt x="1964" y="11606"/>
                  </a:lnTo>
                  <a:lnTo>
                    <a:pt x="982" y="12251"/>
                  </a:lnTo>
                  <a:lnTo>
                    <a:pt x="982" y="13218"/>
                  </a:lnTo>
                  <a:lnTo>
                    <a:pt x="0" y="13863"/>
                  </a:lnTo>
                  <a:lnTo>
                    <a:pt x="1964" y="16119"/>
                  </a:lnTo>
                  <a:lnTo>
                    <a:pt x="491" y="19666"/>
                  </a:lnTo>
                  <a:lnTo>
                    <a:pt x="1473" y="20633"/>
                  </a:lnTo>
                  <a:lnTo>
                    <a:pt x="4418" y="20633"/>
                  </a:lnTo>
                  <a:lnTo>
                    <a:pt x="5400" y="21278"/>
                  </a:lnTo>
                  <a:lnTo>
                    <a:pt x="7855" y="21600"/>
                  </a:lnTo>
                  <a:lnTo>
                    <a:pt x="6873" y="20633"/>
                  </a:lnTo>
                  <a:lnTo>
                    <a:pt x="7364" y="19343"/>
                  </a:lnTo>
                  <a:lnTo>
                    <a:pt x="9327" y="17087"/>
                  </a:lnTo>
                  <a:lnTo>
                    <a:pt x="11782" y="15475"/>
                  </a:lnTo>
                  <a:lnTo>
                    <a:pt x="14236" y="15152"/>
                  </a:lnTo>
                  <a:lnTo>
                    <a:pt x="15218" y="14507"/>
                  </a:lnTo>
                  <a:lnTo>
                    <a:pt x="13745" y="12573"/>
                  </a:lnTo>
                  <a:lnTo>
                    <a:pt x="11782" y="12896"/>
                  </a:lnTo>
                  <a:lnTo>
                    <a:pt x="10800" y="12573"/>
                  </a:lnTo>
                  <a:lnTo>
                    <a:pt x="11291" y="11606"/>
                  </a:lnTo>
                  <a:lnTo>
                    <a:pt x="11291" y="9994"/>
                  </a:lnTo>
                  <a:lnTo>
                    <a:pt x="9818" y="10639"/>
                  </a:lnTo>
                  <a:lnTo>
                    <a:pt x="7855" y="10316"/>
                  </a:lnTo>
                  <a:lnTo>
                    <a:pt x="6382" y="10316"/>
                  </a:lnTo>
                  <a:lnTo>
                    <a:pt x="6382" y="9027"/>
                  </a:lnTo>
                  <a:lnTo>
                    <a:pt x="8345" y="6770"/>
                  </a:lnTo>
                  <a:lnTo>
                    <a:pt x="9327" y="6770"/>
                  </a:lnTo>
                  <a:lnTo>
                    <a:pt x="9818" y="5481"/>
                  </a:lnTo>
                  <a:lnTo>
                    <a:pt x="10800" y="5481"/>
                  </a:lnTo>
                  <a:lnTo>
                    <a:pt x="11782" y="6125"/>
                  </a:lnTo>
                  <a:lnTo>
                    <a:pt x="13255" y="6125"/>
                  </a:lnTo>
                  <a:lnTo>
                    <a:pt x="12764" y="7415"/>
                  </a:lnTo>
                  <a:lnTo>
                    <a:pt x="12764" y="8060"/>
                  </a:lnTo>
                  <a:lnTo>
                    <a:pt x="13745" y="8060"/>
                  </a:lnTo>
                  <a:lnTo>
                    <a:pt x="13745" y="9349"/>
                  </a:lnTo>
                  <a:lnTo>
                    <a:pt x="15709" y="10316"/>
                  </a:lnTo>
                  <a:lnTo>
                    <a:pt x="16200" y="11284"/>
                  </a:lnTo>
                  <a:lnTo>
                    <a:pt x="16691" y="11606"/>
                  </a:lnTo>
                  <a:lnTo>
                    <a:pt x="19145" y="10316"/>
                  </a:lnTo>
                  <a:lnTo>
                    <a:pt x="20127" y="8704"/>
                  </a:lnTo>
                  <a:lnTo>
                    <a:pt x="21600" y="8382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06" name="Freeform 14"/>
            <p:cNvSpPr/>
            <p:nvPr/>
          </p:nvSpPr>
          <p:spPr>
            <a:xfrm>
              <a:off x="3322043" y="1731392"/>
              <a:ext cx="631704" cy="416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600" y="600"/>
                  </a:moveTo>
                  <a:lnTo>
                    <a:pt x="6800" y="1800"/>
                  </a:lnTo>
                  <a:lnTo>
                    <a:pt x="4800" y="2400"/>
                  </a:lnTo>
                  <a:lnTo>
                    <a:pt x="2800" y="5400"/>
                  </a:lnTo>
                  <a:lnTo>
                    <a:pt x="800" y="9600"/>
                  </a:lnTo>
                  <a:lnTo>
                    <a:pt x="800" y="12000"/>
                  </a:lnTo>
                  <a:lnTo>
                    <a:pt x="1600" y="13800"/>
                  </a:lnTo>
                  <a:lnTo>
                    <a:pt x="2400" y="13200"/>
                  </a:lnTo>
                  <a:lnTo>
                    <a:pt x="3200" y="13200"/>
                  </a:lnTo>
                  <a:lnTo>
                    <a:pt x="400" y="16800"/>
                  </a:lnTo>
                  <a:lnTo>
                    <a:pt x="0" y="18600"/>
                  </a:lnTo>
                  <a:lnTo>
                    <a:pt x="800" y="19200"/>
                  </a:lnTo>
                  <a:lnTo>
                    <a:pt x="2400" y="21600"/>
                  </a:lnTo>
                  <a:lnTo>
                    <a:pt x="4000" y="21600"/>
                  </a:lnTo>
                  <a:lnTo>
                    <a:pt x="4800" y="20400"/>
                  </a:lnTo>
                  <a:lnTo>
                    <a:pt x="4800" y="19200"/>
                  </a:lnTo>
                  <a:lnTo>
                    <a:pt x="5600" y="19800"/>
                  </a:lnTo>
                  <a:lnTo>
                    <a:pt x="6000" y="20400"/>
                  </a:lnTo>
                  <a:lnTo>
                    <a:pt x="7600" y="21600"/>
                  </a:lnTo>
                  <a:lnTo>
                    <a:pt x="8400" y="20400"/>
                  </a:lnTo>
                  <a:lnTo>
                    <a:pt x="9600" y="20400"/>
                  </a:lnTo>
                  <a:lnTo>
                    <a:pt x="9600" y="21600"/>
                  </a:lnTo>
                  <a:lnTo>
                    <a:pt x="10400" y="21000"/>
                  </a:lnTo>
                  <a:lnTo>
                    <a:pt x="12000" y="17400"/>
                  </a:lnTo>
                  <a:lnTo>
                    <a:pt x="12800" y="17400"/>
                  </a:lnTo>
                  <a:lnTo>
                    <a:pt x="14800" y="12600"/>
                  </a:lnTo>
                  <a:lnTo>
                    <a:pt x="14800" y="10800"/>
                  </a:lnTo>
                  <a:lnTo>
                    <a:pt x="15200" y="10200"/>
                  </a:lnTo>
                  <a:lnTo>
                    <a:pt x="15600" y="11400"/>
                  </a:lnTo>
                  <a:lnTo>
                    <a:pt x="17200" y="7200"/>
                  </a:lnTo>
                  <a:lnTo>
                    <a:pt x="18800" y="6000"/>
                  </a:lnTo>
                  <a:lnTo>
                    <a:pt x="18800" y="6600"/>
                  </a:lnTo>
                  <a:lnTo>
                    <a:pt x="20000" y="4800"/>
                  </a:lnTo>
                  <a:lnTo>
                    <a:pt x="20800" y="5400"/>
                  </a:lnTo>
                  <a:lnTo>
                    <a:pt x="21600" y="1800"/>
                  </a:lnTo>
                  <a:lnTo>
                    <a:pt x="21200" y="1200"/>
                  </a:lnTo>
                  <a:lnTo>
                    <a:pt x="20000" y="1200"/>
                  </a:lnTo>
                  <a:lnTo>
                    <a:pt x="19200" y="1800"/>
                  </a:lnTo>
                  <a:lnTo>
                    <a:pt x="17200" y="1800"/>
                  </a:lnTo>
                  <a:lnTo>
                    <a:pt x="16400" y="0"/>
                  </a:lnTo>
                  <a:lnTo>
                    <a:pt x="13600" y="3000"/>
                  </a:lnTo>
                  <a:lnTo>
                    <a:pt x="13200" y="4800"/>
                  </a:lnTo>
                  <a:lnTo>
                    <a:pt x="10000" y="4800"/>
                  </a:lnTo>
                  <a:lnTo>
                    <a:pt x="10000" y="3600"/>
                  </a:lnTo>
                  <a:lnTo>
                    <a:pt x="10800" y="2400"/>
                  </a:lnTo>
                  <a:lnTo>
                    <a:pt x="10000" y="0"/>
                  </a:lnTo>
                  <a:lnTo>
                    <a:pt x="8400" y="0"/>
                  </a:lnTo>
                  <a:lnTo>
                    <a:pt x="8000" y="1200"/>
                  </a:lnTo>
                  <a:lnTo>
                    <a:pt x="7600" y="60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07" name="Freeform 18"/>
            <p:cNvSpPr/>
            <p:nvPr/>
          </p:nvSpPr>
          <p:spPr>
            <a:xfrm>
              <a:off x="3473955" y="2827508"/>
              <a:ext cx="397156" cy="5309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287"/>
                  </a:moveTo>
                  <a:lnTo>
                    <a:pt x="21600" y="2817"/>
                  </a:lnTo>
                  <a:lnTo>
                    <a:pt x="20329" y="2817"/>
                  </a:lnTo>
                  <a:lnTo>
                    <a:pt x="20329" y="3287"/>
                  </a:lnTo>
                  <a:lnTo>
                    <a:pt x="18424" y="3287"/>
                  </a:lnTo>
                  <a:lnTo>
                    <a:pt x="18424" y="1878"/>
                  </a:lnTo>
                  <a:lnTo>
                    <a:pt x="17788" y="1878"/>
                  </a:lnTo>
                  <a:lnTo>
                    <a:pt x="16518" y="3287"/>
                  </a:lnTo>
                  <a:lnTo>
                    <a:pt x="14612" y="3287"/>
                  </a:lnTo>
                  <a:lnTo>
                    <a:pt x="13976" y="1878"/>
                  </a:lnTo>
                  <a:lnTo>
                    <a:pt x="12706" y="0"/>
                  </a:lnTo>
                  <a:lnTo>
                    <a:pt x="11435" y="0"/>
                  </a:lnTo>
                  <a:lnTo>
                    <a:pt x="11435" y="470"/>
                  </a:lnTo>
                  <a:lnTo>
                    <a:pt x="8894" y="939"/>
                  </a:lnTo>
                  <a:lnTo>
                    <a:pt x="8894" y="1878"/>
                  </a:lnTo>
                  <a:lnTo>
                    <a:pt x="6353" y="1878"/>
                  </a:lnTo>
                  <a:lnTo>
                    <a:pt x="5082" y="2817"/>
                  </a:lnTo>
                  <a:lnTo>
                    <a:pt x="5082" y="4226"/>
                  </a:lnTo>
                  <a:lnTo>
                    <a:pt x="5718" y="5165"/>
                  </a:lnTo>
                  <a:lnTo>
                    <a:pt x="3812" y="6574"/>
                  </a:lnTo>
                  <a:lnTo>
                    <a:pt x="3176" y="6574"/>
                  </a:lnTo>
                  <a:lnTo>
                    <a:pt x="2541" y="8452"/>
                  </a:lnTo>
                  <a:lnTo>
                    <a:pt x="2541" y="10330"/>
                  </a:lnTo>
                  <a:lnTo>
                    <a:pt x="1271" y="11739"/>
                  </a:lnTo>
                  <a:lnTo>
                    <a:pt x="635" y="12678"/>
                  </a:lnTo>
                  <a:lnTo>
                    <a:pt x="0" y="15026"/>
                  </a:lnTo>
                  <a:lnTo>
                    <a:pt x="635" y="15965"/>
                  </a:lnTo>
                  <a:lnTo>
                    <a:pt x="4447" y="15965"/>
                  </a:lnTo>
                  <a:lnTo>
                    <a:pt x="6353" y="19252"/>
                  </a:lnTo>
                  <a:lnTo>
                    <a:pt x="6988" y="21600"/>
                  </a:lnTo>
                  <a:lnTo>
                    <a:pt x="8894" y="19252"/>
                  </a:lnTo>
                  <a:lnTo>
                    <a:pt x="9529" y="19722"/>
                  </a:lnTo>
                  <a:lnTo>
                    <a:pt x="12071" y="17843"/>
                  </a:lnTo>
                  <a:lnTo>
                    <a:pt x="12071" y="16435"/>
                  </a:lnTo>
                  <a:lnTo>
                    <a:pt x="14612" y="15965"/>
                  </a:lnTo>
                  <a:lnTo>
                    <a:pt x="15882" y="13617"/>
                  </a:lnTo>
                  <a:lnTo>
                    <a:pt x="17153" y="13148"/>
                  </a:lnTo>
                  <a:lnTo>
                    <a:pt x="17153" y="11739"/>
                  </a:lnTo>
                  <a:lnTo>
                    <a:pt x="19059" y="11739"/>
                  </a:lnTo>
                  <a:lnTo>
                    <a:pt x="19694" y="9391"/>
                  </a:lnTo>
                  <a:lnTo>
                    <a:pt x="19059" y="7513"/>
                  </a:lnTo>
                  <a:lnTo>
                    <a:pt x="19694" y="7043"/>
                  </a:lnTo>
                  <a:lnTo>
                    <a:pt x="18424" y="6104"/>
                  </a:lnTo>
                  <a:lnTo>
                    <a:pt x="19694" y="5635"/>
                  </a:lnTo>
                  <a:lnTo>
                    <a:pt x="20329" y="6104"/>
                  </a:lnTo>
                  <a:lnTo>
                    <a:pt x="21600" y="4696"/>
                  </a:lnTo>
                  <a:lnTo>
                    <a:pt x="21600" y="3287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08" name="Freeform 26"/>
            <p:cNvSpPr/>
            <p:nvPr/>
          </p:nvSpPr>
          <p:spPr>
            <a:xfrm>
              <a:off x="3240619" y="2641350"/>
              <a:ext cx="444550" cy="614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26" y="2038"/>
                  </a:moveTo>
                  <a:lnTo>
                    <a:pt x="19895" y="3668"/>
                  </a:lnTo>
                  <a:lnTo>
                    <a:pt x="21600" y="4483"/>
                  </a:lnTo>
                  <a:lnTo>
                    <a:pt x="21600" y="6928"/>
                  </a:lnTo>
                  <a:lnTo>
                    <a:pt x="19326" y="7743"/>
                  </a:lnTo>
                  <a:lnTo>
                    <a:pt x="19326" y="8151"/>
                  </a:lnTo>
                  <a:lnTo>
                    <a:pt x="17053" y="8151"/>
                  </a:lnTo>
                  <a:lnTo>
                    <a:pt x="15916" y="8966"/>
                  </a:lnTo>
                  <a:lnTo>
                    <a:pt x="15916" y="10189"/>
                  </a:lnTo>
                  <a:lnTo>
                    <a:pt x="16484" y="10596"/>
                  </a:lnTo>
                  <a:lnTo>
                    <a:pt x="14779" y="12226"/>
                  </a:lnTo>
                  <a:lnTo>
                    <a:pt x="13642" y="12226"/>
                  </a:lnTo>
                  <a:lnTo>
                    <a:pt x="13642" y="15487"/>
                  </a:lnTo>
                  <a:lnTo>
                    <a:pt x="12505" y="16302"/>
                  </a:lnTo>
                  <a:lnTo>
                    <a:pt x="11937" y="18340"/>
                  </a:lnTo>
                  <a:lnTo>
                    <a:pt x="11368" y="19562"/>
                  </a:lnTo>
                  <a:lnTo>
                    <a:pt x="11368" y="19970"/>
                  </a:lnTo>
                  <a:lnTo>
                    <a:pt x="10800" y="21192"/>
                  </a:lnTo>
                  <a:lnTo>
                    <a:pt x="9663" y="21192"/>
                  </a:lnTo>
                  <a:lnTo>
                    <a:pt x="9095" y="20785"/>
                  </a:lnTo>
                  <a:lnTo>
                    <a:pt x="4547" y="21600"/>
                  </a:lnTo>
                  <a:lnTo>
                    <a:pt x="3979" y="21192"/>
                  </a:lnTo>
                  <a:lnTo>
                    <a:pt x="5684" y="18747"/>
                  </a:lnTo>
                  <a:lnTo>
                    <a:pt x="3979" y="18340"/>
                  </a:lnTo>
                  <a:lnTo>
                    <a:pt x="2842" y="18747"/>
                  </a:lnTo>
                  <a:lnTo>
                    <a:pt x="1705" y="18340"/>
                  </a:lnTo>
                  <a:lnTo>
                    <a:pt x="1705" y="16302"/>
                  </a:lnTo>
                  <a:lnTo>
                    <a:pt x="2842" y="15894"/>
                  </a:lnTo>
                  <a:lnTo>
                    <a:pt x="3411" y="15894"/>
                  </a:lnTo>
                  <a:lnTo>
                    <a:pt x="3411" y="14672"/>
                  </a:lnTo>
                  <a:lnTo>
                    <a:pt x="2274" y="14672"/>
                  </a:lnTo>
                  <a:lnTo>
                    <a:pt x="2274" y="13857"/>
                  </a:lnTo>
                  <a:lnTo>
                    <a:pt x="1137" y="13449"/>
                  </a:lnTo>
                  <a:lnTo>
                    <a:pt x="1137" y="11004"/>
                  </a:lnTo>
                  <a:lnTo>
                    <a:pt x="0" y="10189"/>
                  </a:lnTo>
                  <a:lnTo>
                    <a:pt x="568" y="8966"/>
                  </a:lnTo>
                  <a:lnTo>
                    <a:pt x="2274" y="7743"/>
                  </a:lnTo>
                  <a:lnTo>
                    <a:pt x="2274" y="6521"/>
                  </a:lnTo>
                  <a:lnTo>
                    <a:pt x="1705" y="6113"/>
                  </a:lnTo>
                  <a:lnTo>
                    <a:pt x="2274" y="5298"/>
                  </a:lnTo>
                  <a:lnTo>
                    <a:pt x="1137" y="4075"/>
                  </a:lnTo>
                  <a:lnTo>
                    <a:pt x="2274" y="3260"/>
                  </a:lnTo>
                  <a:lnTo>
                    <a:pt x="3979" y="2853"/>
                  </a:lnTo>
                  <a:lnTo>
                    <a:pt x="7958" y="1223"/>
                  </a:lnTo>
                  <a:lnTo>
                    <a:pt x="10232" y="408"/>
                  </a:lnTo>
                  <a:lnTo>
                    <a:pt x="11937" y="408"/>
                  </a:lnTo>
                  <a:lnTo>
                    <a:pt x="13074" y="0"/>
                  </a:lnTo>
                  <a:lnTo>
                    <a:pt x="13642" y="408"/>
                  </a:lnTo>
                  <a:lnTo>
                    <a:pt x="13074" y="815"/>
                  </a:lnTo>
                  <a:lnTo>
                    <a:pt x="13074" y="1630"/>
                  </a:lnTo>
                  <a:lnTo>
                    <a:pt x="14779" y="1630"/>
                  </a:lnTo>
                  <a:lnTo>
                    <a:pt x="14779" y="815"/>
                  </a:lnTo>
                  <a:lnTo>
                    <a:pt x="15347" y="0"/>
                  </a:lnTo>
                  <a:lnTo>
                    <a:pt x="16484" y="815"/>
                  </a:lnTo>
                  <a:lnTo>
                    <a:pt x="17053" y="1630"/>
                  </a:lnTo>
                  <a:lnTo>
                    <a:pt x="19326" y="1630"/>
                  </a:lnTo>
                  <a:lnTo>
                    <a:pt x="19326" y="2038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09" name="Freeform 29"/>
            <p:cNvSpPr/>
            <p:nvPr/>
          </p:nvSpPr>
          <p:spPr>
            <a:xfrm>
              <a:off x="3322043" y="2134950"/>
              <a:ext cx="443339" cy="554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84" y="450"/>
                  </a:moveTo>
                  <a:lnTo>
                    <a:pt x="6253" y="0"/>
                  </a:lnTo>
                  <a:lnTo>
                    <a:pt x="8526" y="450"/>
                  </a:lnTo>
                  <a:lnTo>
                    <a:pt x="9095" y="1800"/>
                  </a:lnTo>
                  <a:lnTo>
                    <a:pt x="10800" y="1800"/>
                  </a:lnTo>
                  <a:lnTo>
                    <a:pt x="12505" y="3600"/>
                  </a:lnTo>
                  <a:lnTo>
                    <a:pt x="13074" y="3150"/>
                  </a:lnTo>
                  <a:lnTo>
                    <a:pt x="14211" y="5400"/>
                  </a:lnTo>
                  <a:lnTo>
                    <a:pt x="15916" y="7650"/>
                  </a:lnTo>
                  <a:lnTo>
                    <a:pt x="17053" y="7650"/>
                  </a:lnTo>
                  <a:lnTo>
                    <a:pt x="18189" y="6750"/>
                  </a:lnTo>
                  <a:lnTo>
                    <a:pt x="19326" y="8100"/>
                  </a:lnTo>
                  <a:lnTo>
                    <a:pt x="18189" y="9000"/>
                  </a:lnTo>
                  <a:lnTo>
                    <a:pt x="17621" y="8100"/>
                  </a:lnTo>
                  <a:lnTo>
                    <a:pt x="16484" y="8100"/>
                  </a:lnTo>
                  <a:lnTo>
                    <a:pt x="16484" y="9900"/>
                  </a:lnTo>
                  <a:lnTo>
                    <a:pt x="15916" y="10800"/>
                  </a:lnTo>
                  <a:lnTo>
                    <a:pt x="17621" y="12600"/>
                  </a:lnTo>
                  <a:lnTo>
                    <a:pt x="17621" y="13950"/>
                  </a:lnTo>
                  <a:lnTo>
                    <a:pt x="20463" y="13950"/>
                  </a:lnTo>
                  <a:lnTo>
                    <a:pt x="21600" y="14850"/>
                  </a:lnTo>
                  <a:lnTo>
                    <a:pt x="20463" y="16650"/>
                  </a:lnTo>
                  <a:lnTo>
                    <a:pt x="21032" y="18000"/>
                  </a:lnTo>
                  <a:lnTo>
                    <a:pt x="19895" y="18000"/>
                  </a:lnTo>
                  <a:lnTo>
                    <a:pt x="19895" y="17550"/>
                  </a:lnTo>
                  <a:lnTo>
                    <a:pt x="18758" y="17550"/>
                  </a:lnTo>
                  <a:lnTo>
                    <a:pt x="18758" y="18450"/>
                  </a:lnTo>
                  <a:lnTo>
                    <a:pt x="19326" y="19350"/>
                  </a:lnTo>
                  <a:lnTo>
                    <a:pt x="18758" y="19350"/>
                  </a:lnTo>
                  <a:lnTo>
                    <a:pt x="18758" y="20250"/>
                  </a:lnTo>
                  <a:lnTo>
                    <a:pt x="16484" y="21600"/>
                  </a:lnTo>
                  <a:lnTo>
                    <a:pt x="15916" y="21600"/>
                  </a:lnTo>
                  <a:lnTo>
                    <a:pt x="15347" y="21150"/>
                  </a:lnTo>
                  <a:lnTo>
                    <a:pt x="13074" y="21600"/>
                  </a:lnTo>
                  <a:lnTo>
                    <a:pt x="11937" y="19800"/>
                  </a:lnTo>
                  <a:lnTo>
                    <a:pt x="10800" y="20700"/>
                  </a:lnTo>
                  <a:lnTo>
                    <a:pt x="10800" y="21600"/>
                  </a:lnTo>
                  <a:lnTo>
                    <a:pt x="9095" y="21600"/>
                  </a:lnTo>
                  <a:lnTo>
                    <a:pt x="9095" y="20700"/>
                  </a:lnTo>
                  <a:lnTo>
                    <a:pt x="9663" y="20250"/>
                  </a:lnTo>
                  <a:lnTo>
                    <a:pt x="9095" y="19800"/>
                  </a:lnTo>
                  <a:lnTo>
                    <a:pt x="8526" y="20700"/>
                  </a:lnTo>
                  <a:lnTo>
                    <a:pt x="6253" y="20250"/>
                  </a:lnTo>
                  <a:lnTo>
                    <a:pt x="5684" y="17550"/>
                  </a:lnTo>
                  <a:lnTo>
                    <a:pt x="5684" y="16650"/>
                  </a:lnTo>
                  <a:lnTo>
                    <a:pt x="5116" y="14850"/>
                  </a:lnTo>
                  <a:lnTo>
                    <a:pt x="2274" y="13500"/>
                  </a:lnTo>
                  <a:lnTo>
                    <a:pt x="5116" y="12150"/>
                  </a:lnTo>
                  <a:lnTo>
                    <a:pt x="5684" y="12150"/>
                  </a:lnTo>
                  <a:lnTo>
                    <a:pt x="5116" y="9000"/>
                  </a:lnTo>
                  <a:lnTo>
                    <a:pt x="3411" y="9450"/>
                  </a:lnTo>
                  <a:lnTo>
                    <a:pt x="1705" y="8550"/>
                  </a:lnTo>
                  <a:lnTo>
                    <a:pt x="1137" y="7650"/>
                  </a:lnTo>
                  <a:lnTo>
                    <a:pt x="0" y="7650"/>
                  </a:lnTo>
                  <a:lnTo>
                    <a:pt x="568" y="6750"/>
                  </a:lnTo>
                  <a:lnTo>
                    <a:pt x="2274" y="6750"/>
                  </a:lnTo>
                  <a:lnTo>
                    <a:pt x="2842" y="4950"/>
                  </a:lnTo>
                  <a:lnTo>
                    <a:pt x="2842" y="2250"/>
                  </a:lnTo>
                  <a:lnTo>
                    <a:pt x="3411" y="2250"/>
                  </a:lnTo>
                  <a:lnTo>
                    <a:pt x="5116" y="3150"/>
                  </a:lnTo>
                  <a:lnTo>
                    <a:pt x="5684" y="4050"/>
                  </a:lnTo>
                  <a:lnTo>
                    <a:pt x="7389" y="2700"/>
                  </a:lnTo>
                  <a:lnTo>
                    <a:pt x="7389" y="1800"/>
                  </a:lnTo>
                  <a:lnTo>
                    <a:pt x="5684" y="900"/>
                  </a:lnTo>
                  <a:lnTo>
                    <a:pt x="5684" y="45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10" name="Freeform 28"/>
            <p:cNvSpPr/>
            <p:nvPr/>
          </p:nvSpPr>
          <p:spPr>
            <a:xfrm>
              <a:off x="2750856" y="2297675"/>
              <a:ext cx="711917" cy="459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6740"/>
                  </a:moveTo>
                  <a:lnTo>
                    <a:pt x="19830" y="17820"/>
                  </a:lnTo>
                  <a:lnTo>
                    <a:pt x="17351" y="19980"/>
                  </a:lnTo>
                  <a:lnTo>
                    <a:pt x="16289" y="20520"/>
                  </a:lnTo>
                  <a:lnTo>
                    <a:pt x="15580" y="21600"/>
                  </a:lnTo>
                  <a:lnTo>
                    <a:pt x="14518" y="21600"/>
                  </a:lnTo>
                  <a:lnTo>
                    <a:pt x="14872" y="18360"/>
                  </a:lnTo>
                  <a:lnTo>
                    <a:pt x="14164" y="18360"/>
                  </a:lnTo>
                  <a:lnTo>
                    <a:pt x="12748" y="19440"/>
                  </a:lnTo>
                  <a:lnTo>
                    <a:pt x="12393" y="18900"/>
                  </a:lnTo>
                  <a:lnTo>
                    <a:pt x="10623" y="18900"/>
                  </a:lnTo>
                  <a:lnTo>
                    <a:pt x="9915" y="17280"/>
                  </a:lnTo>
                  <a:lnTo>
                    <a:pt x="8144" y="17280"/>
                  </a:lnTo>
                  <a:lnTo>
                    <a:pt x="6374" y="16200"/>
                  </a:lnTo>
                  <a:lnTo>
                    <a:pt x="5666" y="16740"/>
                  </a:lnTo>
                  <a:lnTo>
                    <a:pt x="6020" y="18900"/>
                  </a:lnTo>
                  <a:lnTo>
                    <a:pt x="4957" y="18360"/>
                  </a:lnTo>
                  <a:lnTo>
                    <a:pt x="3541" y="18360"/>
                  </a:lnTo>
                  <a:lnTo>
                    <a:pt x="2125" y="21600"/>
                  </a:lnTo>
                  <a:lnTo>
                    <a:pt x="354" y="18360"/>
                  </a:lnTo>
                  <a:lnTo>
                    <a:pt x="0" y="18360"/>
                  </a:lnTo>
                  <a:lnTo>
                    <a:pt x="354" y="17280"/>
                  </a:lnTo>
                  <a:lnTo>
                    <a:pt x="708" y="16740"/>
                  </a:lnTo>
                  <a:lnTo>
                    <a:pt x="0" y="15660"/>
                  </a:lnTo>
                  <a:lnTo>
                    <a:pt x="0" y="15120"/>
                  </a:lnTo>
                  <a:lnTo>
                    <a:pt x="708" y="14040"/>
                  </a:lnTo>
                  <a:lnTo>
                    <a:pt x="3187" y="14040"/>
                  </a:lnTo>
                  <a:lnTo>
                    <a:pt x="4249" y="12960"/>
                  </a:lnTo>
                  <a:lnTo>
                    <a:pt x="4957" y="12420"/>
                  </a:lnTo>
                  <a:lnTo>
                    <a:pt x="4957" y="10800"/>
                  </a:lnTo>
                  <a:lnTo>
                    <a:pt x="3541" y="8100"/>
                  </a:lnTo>
                  <a:lnTo>
                    <a:pt x="3187" y="5400"/>
                  </a:lnTo>
                  <a:lnTo>
                    <a:pt x="3895" y="3780"/>
                  </a:lnTo>
                  <a:lnTo>
                    <a:pt x="3895" y="2700"/>
                  </a:lnTo>
                  <a:lnTo>
                    <a:pt x="3187" y="540"/>
                  </a:lnTo>
                  <a:lnTo>
                    <a:pt x="5666" y="540"/>
                  </a:lnTo>
                  <a:lnTo>
                    <a:pt x="6374" y="1080"/>
                  </a:lnTo>
                  <a:lnTo>
                    <a:pt x="7436" y="0"/>
                  </a:lnTo>
                  <a:lnTo>
                    <a:pt x="9207" y="4860"/>
                  </a:lnTo>
                  <a:lnTo>
                    <a:pt x="12393" y="4860"/>
                  </a:lnTo>
                  <a:lnTo>
                    <a:pt x="13102" y="5400"/>
                  </a:lnTo>
                  <a:lnTo>
                    <a:pt x="13810" y="4860"/>
                  </a:lnTo>
                  <a:lnTo>
                    <a:pt x="14872" y="5940"/>
                  </a:lnTo>
                  <a:lnTo>
                    <a:pt x="14872" y="7560"/>
                  </a:lnTo>
                  <a:lnTo>
                    <a:pt x="15580" y="8640"/>
                  </a:lnTo>
                  <a:lnTo>
                    <a:pt x="15934" y="7560"/>
                  </a:lnTo>
                  <a:lnTo>
                    <a:pt x="16643" y="8640"/>
                  </a:lnTo>
                  <a:lnTo>
                    <a:pt x="18059" y="8640"/>
                  </a:lnTo>
                  <a:lnTo>
                    <a:pt x="18413" y="8100"/>
                  </a:lnTo>
                  <a:lnTo>
                    <a:pt x="20538" y="10260"/>
                  </a:lnTo>
                  <a:lnTo>
                    <a:pt x="20892" y="12960"/>
                  </a:lnTo>
                  <a:lnTo>
                    <a:pt x="20892" y="14580"/>
                  </a:lnTo>
                  <a:lnTo>
                    <a:pt x="21600" y="1674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11" name="Freeform 27"/>
            <p:cNvSpPr/>
            <p:nvPr/>
          </p:nvSpPr>
          <p:spPr>
            <a:xfrm>
              <a:off x="2795822" y="2641350"/>
              <a:ext cx="513824" cy="602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4154"/>
                  </a:moveTo>
                  <a:lnTo>
                    <a:pt x="20618" y="5400"/>
                  </a:lnTo>
                  <a:lnTo>
                    <a:pt x="20127" y="6231"/>
                  </a:lnTo>
                  <a:lnTo>
                    <a:pt x="21109" y="6646"/>
                  </a:lnTo>
                  <a:lnTo>
                    <a:pt x="19145" y="9138"/>
                  </a:lnTo>
                  <a:lnTo>
                    <a:pt x="18655" y="10385"/>
                  </a:lnTo>
                  <a:lnTo>
                    <a:pt x="19636" y="11215"/>
                  </a:lnTo>
                  <a:lnTo>
                    <a:pt x="19636" y="13708"/>
                  </a:lnTo>
                  <a:lnTo>
                    <a:pt x="20618" y="14123"/>
                  </a:lnTo>
                  <a:lnTo>
                    <a:pt x="20127" y="14954"/>
                  </a:lnTo>
                  <a:lnTo>
                    <a:pt x="21600" y="14954"/>
                  </a:lnTo>
                  <a:lnTo>
                    <a:pt x="21600" y="16200"/>
                  </a:lnTo>
                  <a:lnTo>
                    <a:pt x="21109" y="16200"/>
                  </a:lnTo>
                  <a:lnTo>
                    <a:pt x="20127" y="16615"/>
                  </a:lnTo>
                  <a:lnTo>
                    <a:pt x="20127" y="18692"/>
                  </a:lnTo>
                  <a:lnTo>
                    <a:pt x="19636" y="19108"/>
                  </a:lnTo>
                  <a:lnTo>
                    <a:pt x="16200" y="19108"/>
                  </a:lnTo>
                  <a:lnTo>
                    <a:pt x="16691" y="20769"/>
                  </a:lnTo>
                  <a:lnTo>
                    <a:pt x="15218" y="20769"/>
                  </a:lnTo>
                  <a:lnTo>
                    <a:pt x="13745" y="19523"/>
                  </a:lnTo>
                  <a:lnTo>
                    <a:pt x="13255" y="19938"/>
                  </a:lnTo>
                  <a:lnTo>
                    <a:pt x="13255" y="21185"/>
                  </a:lnTo>
                  <a:lnTo>
                    <a:pt x="12273" y="21185"/>
                  </a:lnTo>
                  <a:lnTo>
                    <a:pt x="11782" y="21600"/>
                  </a:lnTo>
                  <a:lnTo>
                    <a:pt x="10309" y="21600"/>
                  </a:lnTo>
                  <a:lnTo>
                    <a:pt x="10309" y="19938"/>
                  </a:lnTo>
                  <a:lnTo>
                    <a:pt x="9327" y="19938"/>
                  </a:lnTo>
                  <a:lnTo>
                    <a:pt x="9327" y="20769"/>
                  </a:lnTo>
                  <a:lnTo>
                    <a:pt x="8345" y="20769"/>
                  </a:lnTo>
                  <a:lnTo>
                    <a:pt x="8836" y="18277"/>
                  </a:lnTo>
                  <a:lnTo>
                    <a:pt x="9327" y="17446"/>
                  </a:lnTo>
                  <a:lnTo>
                    <a:pt x="9327" y="15369"/>
                  </a:lnTo>
                  <a:lnTo>
                    <a:pt x="8836" y="14954"/>
                  </a:lnTo>
                  <a:lnTo>
                    <a:pt x="5891" y="15369"/>
                  </a:lnTo>
                  <a:lnTo>
                    <a:pt x="5891" y="16200"/>
                  </a:lnTo>
                  <a:lnTo>
                    <a:pt x="4418" y="16615"/>
                  </a:lnTo>
                  <a:lnTo>
                    <a:pt x="3927" y="15785"/>
                  </a:lnTo>
                  <a:lnTo>
                    <a:pt x="3436" y="16615"/>
                  </a:lnTo>
                  <a:lnTo>
                    <a:pt x="1964" y="16200"/>
                  </a:lnTo>
                  <a:lnTo>
                    <a:pt x="1964" y="15785"/>
                  </a:lnTo>
                  <a:lnTo>
                    <a:pt x="1473" y="15785"/>
                  </a:lnTo>
                  <a:lnTo>
                    <a:pt x="1473" y="14954"/>
                  </a:lnTo>
                  <a:lnTo>
                    <a:pt x="982" y="13708"/>
                  </a:lnTo>
                  <a:lnTo>
                    <a:pt x="1964" y="13292"/>
                  </a:lnTo>
                  <a:lnTo>
                    <a:pt x="1473" y="12462"/>
                  </a:lnTo>
                  <a:lnTo>
                    <a:pt x="0" y="12462"/>
                  </a:lnTo>
                  <a:lnTo>
                    <a:pt x="0" y="11631"/>
                  </a:lnTo>
                  <a:lnTo>
                    <a:pt x="1473" y="9969"/>
                  </a:lnTo>
                  <a:lnTo>
                    <a:pt x="1473" y="8723"/>
                  </a:lnTo>
                  <a:lnTo>
                    <a:pt x="1964" y="8308"/>
                  </a:lnTo>
                  <a:lnTo>
                    <a:pt x="1473" y="7062"/>
                  </a:lnTo>
                  <a:lnTo>
                    <a:pt x="982" y="7062"/>
                  </a:lnTo>
                  <a:lnTo>
                    <a:pt x="1473" y="6231"/>
                  </a:lnTo>
                  <a:lnTo>
                    <a:pt x="982" y="4154"/>
                  </a:lnTo>
                  <a:lnTo>
                    <a:pt x="2945" y="1662"/>
                  </a:lnTo>
                  <a:lnTo>
                    <a:pt x="4909" y="1662"/>
                  </a:lnTo>
                  <a:lnTo>
                    <a:pt x="6382" y="2077"/>
                  </a:lnTo>
                  <a:lnTo>
                    <a:pt x="5891" y="415"/>
                  </a:lnTo>
                  <a:lnTo>
                    <a:pt x="6873" y="0"/>
                  </a:lnTo>
                  <a:lnTo>
                    <a:pt x="9327" y="831"/>
                  </a:lnTo>
                  <a:lnTo>
                    <a:pt x="11291" y="831"/>
                  </a:lnTo>
                  <a:lnTo>
                    <a:pt x="12764" y="2077"/>
                  </a:lnTo>
                  <a:lnTo>
                    <a:pt x="15218" y="2077"/>
                  </a:lnTo>
                  <a:lnTo>
                    <a:pt x="15709" y="2492"/>
                  </a:lnTo>
                  <a:lnTo>
                    <a:pt x="17673" y="1662"/>
                  </a:lnTo>
                  <a:lnTo>
                    <a:pt x="18655" y="1662"/>
                  </a:lnTo>
                  <a:lnTo>
                    <a:pt x="18655" y="4154"/>
                  </a:lnTo>
                  <a:lnTo>
                    <a:pt x="19636" y="4154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12" name="Freeform 19"/>
            <p:cNvSpPr/>
            <p:nvPr/>
          </p:nvSpPr>
          <p:spPr>
            <a:xfrm>
              <a:off x="2866308" y="3162069"/>
              <a:ext cx="736221" cy="5531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0"/>
                  </a:moveTo>
                  <a:lnTo>
                    <a:pt x="21257" y="5400"/>
                  </a:lnTo>
                  <a:lnTo>
                    <a:pt x="20229" y="2250"/>
                  </a:lnTo>
                  <a:lnTo>
                    <a:pt x="18171" y="2250"/>
                  </a:lnTo>
                  <a:lnTo>
                    <a:pt x="17829" y="1800"/>
                  </a:lnTo>
                  <a:lnTo>
                    <a:pt x="17486" y="3150"/>
                  </a:lnTo>
                  <a:lnTo>
                    <a:pt x="16800" y="3150"/>
                  </a:lnTo>
                  <a:lnTo>
                    <a:pt x="16114" y="2250"/>
                  </a:lnTo>
                  <a:lnTo>
                    <a:pt x="13714" y="3600"/>
                  </a:lnTo>
                  <a:lnTo>
                    <a:pt x="13371" y="3150"/>
                  </a:lnTo>
                  <a:lnTo>
                    <a:pt x="14400" y="450"/>
                  </a:lnTo>
                  <a:lnTo>
                    <a:pt x="13371" y="0"/>
                  </a:lnTo>
                  <a:lnTo>
                    <a:pt x="12686" y="900"/>
                  </a:lnTo>
                  <a:lnTo>
                    <a:pt x="12000" y="0"/>
                  </a:lnTo>
                  <a:lnTo>
                    <a:pt x="11657" y="450"/>
                  </a:lnTo>
                  <a:lnTo>
                    <a:pt x="9257" y="450"/>
                  </a:lnTo>
                  <a:lnTo>
                    <a:pt x="9600" y="2250"/>
                  </a:lnTo>
                  <a:lnTo>
                    <a:pt x="8914" y="2250"/>
                  </a:lnTo>
                  <a:lnTo>
                    <a:pt x="7543" y="900"/>
                  </a:lnTo>
                  <a:lnTo>
                    <a:pt x="7200" y="1350"/>
                  </a:lnTo>
                  <a:lnTo>
                    <a:pt x="7200" y="2700"/>
                  </a:lnTo>
                  <a:lnTo>
                    <a:pt x="6171" y="2700"/>
                  </a:lnTo>
                  <a:lnTo>
                    <a:pt x="6171" y="4050"/>
                  </a:lnTo>
                  <a:lnTo>
                    <a:pt x="6514" y="4950"/>
                  </a:lnTo>
                  <a:lnTo>
                    <a:pt x="6171" y="5400"/>
                  </a:lnTo>
                  <a:lnTo>
                    <a:pt x="6171" y="6300"/>
                  </a:lnTo>
                  <a:lnTo>
                    <a:pt x="4800" y="8100"/>
                  </a:lnTo>
                  <a:lnTo>
                    <a:pt x="4800" y="9450"/>
                  </a:lnTo>
                  <a:lnTo>
                    <a:pt x="4457" y="11250"/>
                  </a:lnTo>
                  <a:lnTo>
                    <a:pt x="3086" y="12600"/>
                  </a:lnTo>
                  <a:lnTo>
                    <a:pt x="2057" y="14400"/>
                  </a:lnTo>
                  <a:lnTo>
                    <a:pt x="1371" y="15300"/>
                  </a:lnTo>
                  <a:lnTo>
                    <a:pt x="343" y="15750"/>
                  </a:lnTo>
                  <a:lnTo>
                    <a:pt x="0" y="16650"/>
                  </a:lnTo>
                  <a:lnTo>
                    <a:pt x="686" y="17100"/>
                  </a:lnTo>
                  <a:lnTo>
                    <a:pt x="343" y="17550"/>
                  </a:lnTo>
                  <a:lnTo>
                    <a:pt x="343" y="19800"/>
                  </a:lnTo>
                  <a:lnTo>
                    <a:pt x="686" y="20250"/>
                  </a:lnTo>
                  <a:lnTo>
                    <a:pt x="686" y="21600"/>
                  </a:lnTo>
                  <a:lnTo>
                    <a:pt x="2400" y="21600"/>
                  </a:lnTo>
                  <a:lnTo>
                    <a:pt x="2400" y="20250"/>
                  </a:lnTo>
                  <a:lnTo>
                    <a:pt x="1714" y="19350"/>
                  </a:lnTo>
                  <a:lnTo>
                    <a:pt x="2057" y="17550"/>
                  </a:lnTo>
                  <a:lnTo>
                    <a:pt x="3429" y="17100"/>
                  </a:lnTo>
                  <a:lnTo>
                    <a:pt x="4457" y="17100"/>
                  </a:lnTo>
                  <a:lnTo>
                    <a:pt x="6514" y="15750"/>
                  </a:lnTo>
                  <a:lnTo>
                    <a:pt x="7886" y="15750"/>
                  </a:lnTo>
                  <a:lnTo>
                    <a:pt x="8229" y="16650"/>
                  </a:lnTo>
                  <a:lnTo>
                    <a:pt x="8914" y="14850"/>
                  </a:lnTo>
                  <a:lnTo>
                    <a:pt x="10286" y="13950"/>
                  </a:lnTo>
                  <a:lnTo>
                    <a:pt x="10629" y="12600"/>
                  </a:lnTo>
                  <a:lnTo>
                    <a:pt x="11314" y="13500"/>
                  </a:lnTo>
                  <a:lnTo>
                    <a:pt x="11657" y="13500"/>
                  </a:lnTo>
                  <a:lnTo>
                    <a:pt x="11314" y="12150"/>
                  </a:lnTo>
                  <a:lnTo>
                    <a:pt x="11314" y="10350"/>
                  </a:lnTo>
                  <a:lnTo>
                    <a:pt x="12000" y="11700"/>
                  </a:lnTo>
                  <a:lnTo>
                    <a:pt x="12343" y="13050"/>
                  </a:lnTo>
                  <a:lnTo>
                    <a:pt x="14400" y="13050"/>
                  </a:lnTo>
                  <a:lnTo>
                    <a:pt x="13714" y="12150"/>
                  </a:lnTo>
                  <a:lnTo>
                    <a:pt x="14400" y="11250"/>
                  </a:lnTo>
                  <a:lnTo>
                    <a:pt x="15429" y="11700"/>
                  </a:lnTo>
                  <a:lnTo>
                    <a:pt x="16114" y="10800"/>
                  </a:lnTo>
                  <a:lnTo>
                    <a:pt x="16800" y="10800"/>
                  </a:lnTo>
                  <a:lnTo>
                    <a:pt x="16800" y="11250"/>
                  </a:lnTo>
                  <a:lnTo>
                    <a:pt x="17143" y="11250"/>
                  </a:lnTo>
                  <a:lnTo>
                    <a:pt x="17143" y="10350"/>
                  </a:lnTo>
                  <a:lnTo>
                    <a:pt x="18171" y="10800"/>
                  </a:lnTo>
                  <a:lnTo>
                    <a:pt x="19200" y="9900"/>
                  </a:lnTo>
                  <a:lnTo>
                    <a:pt x="20229" y="9450"/>
                  </a:lnTo>
                  <a:lnTo>
                    <a:pt x="20571" y="7650"/>
                  </a:lnTo>
                  <a:lnTo>
                    <a:pt x="21600" y="720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13" name="Freeform 20"/>
            <p:cNvSpPr/>
            <p:nvPr/>
          </p:nvSpPr>
          <p:spPr>
            <a:xfrm>
              <a:off x="2375332" y="3057923"/>
              <a:ext cx="725282" cy="553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32" y="20700"/>
                  </a:moveTo>
                  <a:lnTo>
                    <a:pt x="14981" y="19350"/>
                  </a:lnTo>
                  <a:lnTo>
                    <a:pt x="16026" y="19350"/>
                  </a:lnTo>
                  <a:lnTo>
                    <a:pt x="19161" y="15300"/>
                  </a:lnTo>
                  <a:lnTo>
                    <a:pt x="19510" y="13500"/>
                  </a:lnTo>
                  <a:lnTo>
                    <a:pt x="19510" y="12150"/>
                  </a:lnTo>
                  <a:lnTo>
                    <a:pt x="20903" y="10350"/>
                  </a:lnTo>
                  <a:lnTo>
                    <a:pt x="20903" y="9450"/>
                  </a:lnTo>
                  <a:lnTo>
                    <a:pt x="21600" y="9000"/>
                  </a:lnTo>
                  <a:lnTo>
                    <a:pt x="20903" y="8550"/>
                  </a:lnTo>
                  <a:lnTo>
                    <a:pt x="20903" y="7200"/>
                  </a:lnTo>
                  <a:lnTo>
                    <a:pt x="19858" y="7200"/>
                  </a:lnTo>
                  <a:lnTo>
                    <a:pt x="19858" y="5400"/>
                  </a:lnTo>
                  <a:lnTo>
                    <a:pt x="19161" y="5400"/>
                  </a:lnTo>
                  <a:lnTo>
                    <a:pt x="19161" y="6300"/>
                  </a:lnTo>
                  <a:lnTo>
                    <a:pt x="18465" y="6300"/>
                  </a:lnTo>
                  <a:lnTo>
                    <a:pt x="18465" y="5850"/>
                  </a:lnTo>
                  <a:lnTo>
                    <a:pt x="18813" y="3600"/>
                  </a:lnTo>
                  <a:lnTo>
                    <a:pt x="19161" y="3150"/>
                  </a:lnTo>
                  <a:lnTo>
                    <a:pt x="19161" y="900"/>
                  </a:lnTo>
                  <a:lnTo>
                    <a:pt x="18813" y="0"/>
                  </a:lnTo>
                  <a:lnTo>
                    <a:pt x="17768" y="450"/>
                  </a:lnTo>
                  <a:lnTo>
                    <a:pt x="17071" y="450"/>
                  </a:lnTo>
                  <a:lnTo>
                    <a:pt x="16374" y="1350"/>
                  </a:lnTo>
                  <a:lnTo>
                    <a:pt x="15677" y="1800"/>
                  </a:lnTo>
                  <a:lnTo>
                    <a:pt x="15677" y="1350"/>
                  </a:lnTo>
                  <a:lnTo>
                    <a:pt x="14981" y="1800"/>
                  </a:lnTo>
                  <a:lnTo>
                    <a:pt x="13935" y="1800"/>
                  </a:lnTo>
                  <a:lnTo>
                    <a:pt x="13239" y="2250"/>
                  </a:lnTo>
                  <a:lnTo>
                    <a:pt x="12542" y="3600"/>
                  </a:lnTo>
                  <a:lnTo>
                    <a:pt x="11845" y="3150"/>
                  </a:lnTo>
                  <a:lnTo>
                    <a:pt x="11497" y="4050"/>
                  </a:lnTo>
                  <a:lnTo>
                    <a:pt x="10103" y="4050"/>
                  </a:lnTo>
                  <a:lnTo>
                    <a:pt x="9755" y="5400"/>
                  </a:lnTo>
                  <a:lnTo>
                    <a:pt x="8710" y="5850"/>
                  </a:lnTo>
                  <a:lnTo>
                    <a:pt x="8013" y="4950"/>
                  </a:lnTo>
                  <a:lnTo>
                    <a:pt x="7665" y="3600"/>
                  </a:lnTo>
                  <a:lnTo>
                    <a:pt x="6968" y="4050"/>
                  </a:lnTo>
                  <a:lnTo>
                    <a:pt x="6968" y="4950"/>
                  </a:lnTo>
                  <a:lnTo>
                    <a:pt x="6271" y="4950"/>
                  </a:lnTo>
                  <a:lnTo>
                    <a:pt x="4529" y="6300"/>
                  </a:lnTo>
                  <a:lnTo>
                    <a:pt x="4181" y="7200"/>
                  </a:lnTo>
                  <a:lnTo>
                    <a:pt x="2090" y="6300"/>
                  </a:lnTo>
                  <a:lnTo>
                    <a:pt x="1394" y="6300"/>
                  </a:lnTo>
                  <a:lnTo>
                    <a:pt x="1045" y="6750"/>
                  </a:lnTo>
                  <a:lnTo>
                    <a:pt x="0" y="7200"/>
                  </a:lnTo>
                  <a:lnTo>
                    <a:pt x="0" y="8100"/>
                  </a:lnTo>
                  <a:lnTo>
                    <a:pt x="1394" y="8100"/>
                  </a:lnTo>
                  <a:lnTo>
                    <a:pt x="1742" y="9000"/>
                  </a:lnTo>
                  <a:lnTo>
                    <a:pt x="3832" y="9450"/>
                  </a:lnTo>
                  <a:lnTo>
                    <a:pt x="4181" y="9900"/>
                  </a:lnTo>
                  <a:lnTo>
                    <a:pt x="4529" y="11700"/>
                  </a:lnTo>
                  <a:lnTo>
                    <a:pt x="2787" y="11700"/>
                  </a:lnTo>
                  <a:lnTo>
                    <a:pt x="2439" y="12600"/>
                  </a:lnTo>
                  <a:lnTo>
                    <a:pt x="2787" y="13500"/>
                  </a:lnTo>
                  <a:lnTo>
                    <a:pt x="5923" y="14850"/>
                  </a:lnTo>
                  <a:lnTo>
                    <a:pt x="5923" y="15750"/>
                  </a:lnTo>
                  <a:lnTo>
                    <a:pt x="5226" y="16200"/>
                  </a:lnTo>
                  <a:lnTo>
                    <a:pt x="5923" y="17100"/>
                  </a:lnTo>
                  <a:lnTo>
                    <a:pt x="5923" y="18450"/>
                  </a:lnTo>
                  <a:lnTo>
                    <a:pt x="9058" y="20250"/>
                  </a:lnTo>
                  <a:lnTo>
                    <a:pt x="10800" y="20250"/>
                  </a:lnTo>
                  <a:lnTo>
                    <a:pt x="11148" y="20700"/>
                  </a:lnTo>
                  <a:lnTo>
                    <a:pt x="11148" y="19350"/>
                  </a:lnTo>
                  <a:lnTo>
                    <a:pt x="12542" y="19800"/>
                  </a:lnTo>
                  <a:lnTo>
                    <a:pt x="12890" y="21150"/>
                  </a:lnTo>
                  <a:lnTo>
                    <a:pt x="13587" y="21600"/>
                  </a:lnTo>
                  <a:lnTo>
                    <a:pt x="14632" y="2070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14" name="Freeform 30"/>
            <p:cNvSpPr/>
            <p:nvPr/>
          </p:nvSpPr>
          <p:spPr>
            <a:xfrm>
              <a:off x="2925859" y="1961810"/>
              <a:ext cx="549067" cy="517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489" y="480"/>
                  </a:moveTo>
                  <a:lnTo>
                    <a:pt x="14247" y="0"/>
                  </a:lnTo>
                  <a:lnTo>
                    <a:pt x="15166" y="960"/>
                  </a:lnTo>
                  <a:lnTo>
                    <a:pt x="17464" y="1440"/>
                  </a:lnTo>
                  <a:lnTo>
                    <a:pt x="18383" y="960"/>
                  </a:lnTo>
                  <a:lnTo>
                    <a:pt x="19302" y="960"/>
                  </a:lnTo>
                  <a:lnTo>
                    <a:pt x="16085" y="3840"/>
                  </a:lnTo>
                  <a:lnTo>
                    <a:pt x="15626" y="5280"/>
                  </a:lnTo>
                  <a:lnTo>
                    <a:pt x="16085" y="5760"/>
                  </a:lnTo>
                  <a:lnTo>
                    <a:pt x="16545" y="5760"/>
                  </a:lnTo>
                  <a:lnTo>
                    <a:pt x="18383" y="7680"/>
                  </a:lnTo>
                  <a:lnTo>
                    <a:pt x="20221" y="7680"/>
                  </a:lnTo>
                  <a:lnTo>
                    <a:pt x="20221" y="8640"/>
                  </a:lnTo>
                  <a:lnTo>
                    <a:pt x="21600" y="9120"/>
                  </a:lnTo>
                  <a:lnTo>
                    <a:pt x="21600" y="10080"/>
                  </a:lnTo>
                  <a:lnTo>
                    <a:pt x="20221" y="11520"/>
                  </a:lnTo>
                  <a:lnTo>
                    <a:pt x="20221" y="10560"/>
                  </a:lnTo>
                  <a:lnTo>
                    <a:pt x="18843" y="9600"/>
                  </a:lnTo>
                  <a:lnTo>
                    <a:pt x="17923" y="9600"/>
                  </a:lnTo>
                  <a:lnTo>
                    <a:pt x="17923" y="12480"/>
                  </a:lnTo>
                  <a:lnTo>
                    <a:pt x="17464" y="14400"/>
                  </a:lnTo>
                  <a:lnTo>
                    <a:pt x="16085" y="14400"/>
                  </a:lnTo>
                  <a:lnTo>
                    <a:pt x="15626" y="14880"/>
                  </a:lnTo>
                  <a:lnTo>
                    <a:pt x="16545" y="15360"/>
                  </a:lnTo>
                  <a:lnTo>
                    <a:pt x="17004" y="16320"/>
                  </a:lnTo>
                  <a:lnTo>
                    <a:pt x="18383" y="17280"/>
                  </a:lnTo>
                  <a:lnTo>
                    <a:pt x="19762" y="16800"/>
                  </a:lnTo>
                  <a:lnTo>
                    <a:pt x="20221" y="20160"/>
                  </a:lnTo>
                  <a:lnTo>
                    <a:pt x="17464" y="21600"/>
                  </a:lnTo>
                  <a:lnTo>
                    <a:pt x="17004" y="21120"/>
                  </a:lnTo>
                  <a:lnTo>
                    <a:pt x="16545" y="21600"/>
                  </a:lnTo>
                  <a:lnTo>
                    <a:pt x="14706" y="21600"/>
                  </a:lnTo>
                  <a:lnTo>
                    <a:pt x="13787" y="20640"/>
                  </a:lnTo>
                  <a:lnTo>
                    <a:pt x="13328" y="21600"/>
                  </a:lnTo>
                  <a:lnTo>
                    <a:pt x="12409" y="20640"/>
                  </a:lnTo>
                  <a:lnTo>
                    <a:pt x="12409" y="19200"/>
                  </a:lnTo>
                  <a:lnTo>
                    <a:pt x="11030" y="18240"/>
                  </a:lnTo>
                  <a:lnTo>
                    <a:pt x="10111" y="18720"/>
                  </a:lnTo>
                  <a:lnTo>
                    <a:pt x="9191" y="18240"/>
                  </a:lnTo>
                  <a:lnTo>
                    <a:pt x="5055" y="17760"/>
                  </a:lnTo>
                  <a:lnTo>
                    <a:pt x="2757" y="13920"/>
                  </a:lnTo>
                  <a:lnTo>
                    <a:pt x="919" y="11040"/>
                  </a:lnTo>
                  <a:lnTo>
                    <a:pt x="0" y="7680"/>
                  </a:lnTo>
                  <a:lnTo>
                    <a:pt x="1838" y="7680"/>
                  </a:lnTo>
                  <a:lnTo>
                    <a:pt x="6434" y="4800"/>
                  </a:lnTo>
                  <a:lnTo>
                    <a:pt x="9651" y="4800"/>
                  </a:lnTo>
                  <a:lnTo>
                    <a:pt x="11030" y="2880"/>
                  </a:lnTo>
                  <a:lnTo>
                    <a:pt x="11489" y="48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15" name="Freeform 31"/>
            <p:cNvSpPr/>
            <p:nvPr/>
          </p:nvSpPr>
          <p:spPr>
            <a:xfrm>
              <a:off x="2917266" y="1490116"/>
              <a:ext cx="362158" cy="658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16" y="15916"/>
                  </a:moveTo>
                  <a:lnTo>
                    <a:pt x="17419" y="17811"/>
                  </a:lnTo>
                  <a:lnTo>
                    <a:pt x="15329" y="19326"/>
                  </a:lnTo>
                  <a:lnTo>
                    <a:pt x="11845" y="18947"/>
                  </a:lnTo>
                  <a:lnTo>
                    <a:pt x="6968" y="20463"/>
                  </a:lnTo>
                  <a:lnTo>
                    <a:pt x="3484" y="21600"/>
                  </a:lnTo>
                  <a:lnTo>
                    <a:pt x="697" y="21600"/>
                  </a:lnTo>
                  <a:lnTo>
                    <a:pt x="0" y="21221"/>
                  </a:lnTo>
                  <a:lnTo>
                    <a:pt x="1394" y="18189"/>
                  </a:lnTo>
                  <a:lnTo>
                    <a:pt x="2090" y="17432"/>
                  </a:lnTo>
                  <a:lnTo>
                    <a:pt x="697" y="15537"/>
                  </a:lnTo>
                  <a:lnTo>
                    <a:pt x="1394" y="12505"/>
                  </a:lnTo>
                  <a:lnTo>
                    <a:pt x="2090" y="10611"/>
                  </a:lnTo>
                  <a:lnTo>
                    <a:pt x="2787" y="9853"/>
                  </a:lnTo>
                  <a:lnTo>
                    <a:pt x="1394" y="9095"/>
                  </a:lnTo>
                  <a:lnTo>
                    <a:pt x="4877" y="5305"/>
                  </a:lnTo>
                  <a:lnTo>
                    <a:pt x="4877" y="3789"/>
                  </a:lnTo>
                  <a:lnTo>
                    <a:pt x="6271" y="3789"/>
                  </a:lnTo>
                  <a:lnTo>
                    <a:pt x="10452" y="1137"/>
                  </a:lnTo>
                  <a:lnTo>
                    <a:pt x="12542" y="758"/>
                  </a:lnTo>
                  <a:lnTo>
                    <a:pt x="14632" y="0"/>
                  </a:lnTo>
                  <a:lnTo>
                    <a:pt x="15329" y="379"/>
                  </a:lnTo>
                  <a:lnTo>
                    <a:pt x="18813" y="0"/>
                  </a:lnTo>
                  <a:lnTo>
                    <a:pt x="20903" y="1137"/>
                  </a:lnTo>
                  <a:lnTo>
                    <a:pt x="18813" y="1516"/>
                  </a:lnTo>
                  <a:lnTo>
                    <a:pt x="18116" y="2274"/>
                  </a:lnTo>
                  <a:lnTo>
                    <a:pt x="20903" y="2274"/>
                  </a:lnTo>
                  <a:lnTo>
                    <a:pt x="21600" y="4168"/>
                  </a:lnTo>
                  <a:lnTo>
                    <a:pt x="20206" y="5684"/>
                  </a:lnTo>
                  <a:lnTo>
                    <a:pt x="18813" y="4926"/>
                  </a:lnTo>
                  <a:lnTo>
                    <a:pt x="16723" y="5684"/>
                  </a:lnTo>
                  <a:lnTo>
                    <a:pt x="17419" y="6442"/>
                  </a:lnTo>
                  <a:lnTo>
                    <a:pt x="16026" y="7579"/>
                  </a:lnTo>
                  <a:lnTo>
                    <a:pt x="19510" y="10232"/>
                  </a:lnTo>
                  <a:lnTo>
                    <a:pt x="16723" y="14400"/>
                  </a:lnTo>
                  <a:lnTo>
                    <a:pt x="18116" y="15916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16" name="Freeform 35"/>
            <p:cNvSpPr/>
            <p:nvPr/>
          </p:nvSpPr>
          <p:spPr>
            <a:xfrm>
              <a:off x="1920813" y="46864"/>
              <a:ext cx="2077903" cy="17885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657"/>
                  </a:moveTo>
                  <a:lnTo>
                    <a:pt x="243" y="14772"/>
                  </a:lnTo>
                  <a:lnTo>
                    <a:pt x="243" y="15608"/>
                  </a:lnTo>
                  <a:lnTo>
                    <a:pt x="607" y="16165"/>
                  </a:lnTo>
                  <a:lnTo>
                    <a:pt x="728" y="16862"/>
                  </a:lnTo>
                  <a:lnTo>
                    <a:pt x="971" y="16862"/>
                  </a:lnTo>
                  <a:lnTo>
                    <a:pt x="971" y="16444"/>
                  </a:lnTo>
                  <a:lnTo>
                    <a:pt x="2063" y="16583"/>
                  </a:lnTo>
                  <a:lnTo>
                    <a:pt x="2063" y="17280"/>
                  </a:lnTo>
                  <a:lnTo>
                    <a:pt x="1699" y="17698"/>
                  </a:lnTo>
                  <a:lnTo>
                    <a:pt x="1699" y="17977"/>
                  </a:lnTo>
                  <a:lnTo>
                    <a:pt x="2427" y="18813"/>
                  </a:lnTo>
                  <a:lnTo>
                    <a:pt x="2427" y="19231"/>
                  </a:lnTo>
                  <a:lnTo>
                    <a:pt x="3276" y="19649"/>
                  </a:lnTo>
                  <a:lnTo>
                    <a:pt x="3398" y="19510"/>
                  </a:lnTo>
                  <a:lnTo>
                    <a:pt x="3276" y="18952"/>
                  </a:lnTo>
                  <a:lnTo>
                    <a:pt x="3883" y="19092"/>
                  </a:lnTo>
                  <a:lnTo>
                    <a:pt x="4004" y="19092"/>
                  </a:lnTo>
                  <a:lnTo>
                    <a:pt x="5097" y="18952"/>
                  </a:lnTo>
                  <a:lnTo>
                    <a:pt x="5339" y="19231"/>
                  </a:lnTo>
                  <a:lnTo>
                    <a:pt x="4733" y="19928"/>
                  </a:lnTo>
                  <a:lnTo>
                    <a:pt x="4490" y="20764"/>
                  </a:lnTo>
                  <a:lnTo>
                    <a:pt x="4975" y="21600"/>
                  </a:lnTo>
                  <a:lnTo>
                    <a:pt x="5703" y="21461"/>
                  </a:lnTo>
                  <a:lnTo>
                    <a:pt x="6067" y="21043"/>
                  </a:lnTo>
                  <a:lnTo>
                    <a:pt x="6431" y="20903"/>
                  </a:lnTo>
                  <a:lnTo>
                    <a:pt x="6553" y="19788"/>
                  </a:lnTo>
                  <a:lnTo>
                    <a:pt x="7402" y="18952"/>
                  </a:lnTo>
                  <a:lnTo>
                    <a:pt x="7524" y="19370"/>
                  </a:lnTo>
                  <a:lnTo>
                    <a:pt x="7281" y="20485"/>
                  </a:lnTo>
                  <a:lnTo>
                    <a:pt x="7888" y="20764"/>
                  </a:lnTo>
                  <a:lnTo>
                    <a:pt x="8494" y="21321"/>
                  </a:lnTo>
                  <a:lnTo>
                    <a:pt x="8980" y="21321"/>
                  </a:lnTo>
                  <a:lnTo>
                    <a:pt x="9101" y="20903"/>
                  </a:lnTo>
                  <a:lnTo>
                    <a:pt x="9344" y="20903"/>
                  </a:lnTo>
                  <a:lnTo>
                    <a:pt x="9222" y="20346"/>
                  </a:lnTo>
                  <a:lnTo>
                    <a:pt x="10072" y="19370"/>
                  </a:lnTo>
                  <a:lnTo>
                    <a:pt x="10072" y="19092"/>
                  </a:lnTo>
                  <a:lnTo>
                    <a:pt x="10679" y="19092"/>
                  </a:lnTo>
                  <a:lnTo>
                    <a:pt x="10800" y="18813"/>
                  </a:lnTo>
                  <a:lnTo>
                    <a:pt x="10921" y="18813"/>
                  </a:lnTo>
                  <a:lnTo>
                    <a:pt x="11164" y="19092"/>
                  </a:lnTo>
                  <a:lnTo>
                    <a:pt x="11164" y="18674"/>
                  </a:lnTo>
                  <a:lnTo>
                    <a:pt x="11528" y="18813"/>
                  </a:lnTo>
                  <a:lnTo>
                    <a:pt x="12135" y="17837"/>
                  </a:lnTo>
                  <a:lnTo>
                    <a:pt x="12620" y="17698"/>
                  </a:lnTo>
                  <a:lnTo>
                    <a:pt x="12863" y="17419"/>
                  </a:lnTo>
                  <a:lnTo>
                    <a:pt x="13106" y="17559"/>
                  </a:lnTo>
                  <a:lnTo>
                    <a:pt x="13591" y="17419"/>
                  </a:lnTo>
                  <a:lnTo>
                    <a:pt x="13227" y="16165"/>
                  </a:lnTo>
                  <a:lnTo>
                    <a:pt x="13591" y="16026"/>
                  </a:lnTo>
                  <a:lnTo>
                    <a:pt x="13591" y="15468"/>
                  </a:lnTo>
                  <a:lnTo>
                    <a:pt x="14076" y="15190"/>
                  </a:lnTo>
                  <a:lnTo>
                    <a:pt x="14319" y="15886"/>
                  </a:lnTo>
                  <a:lnTo>
                    <a:pt x="14926" y="15468"/>
                  </a:lnTo>
                  <a:lnTo>
                    <a:pt x="15169" y="15608"/>
                  </a:lnTo>
                  <a:lnTo>
                    <a:pt x="15290" y="15190"/>
                  </a:lnTo>
                  <a:lnTo>
                    <a:pt x="15775" y="15329"/>
                  </a:lnTo>
                  <a:lnTo>
                    <a:pt x="15775" y="14632"/>
                  </a:lnTo>
                  <a:lnTo>
                    <a:pt x="16503" y="14354"/>
                  </a:lnTo>
                  <a:lnTo>
                    <a:pt x="16867" y="15050"/>
                  </a:lnTo>
                  <a:lnTo>
                    <a:pt x="16867" y="15747"/>
                  </a:lnTo>
                  <a:lnTo>
                    <a:pt x="17110" y="16026"/>
                  </a:lnTo>
                  <a:lnTo>
                    <a:pt x="17596" y="15886"/>
                  </a:lnTo>
                  <a:lnTo>
                    <a:pt x="17838" y="15886"/>
                  </a:lnTo>
                  <a:lnTo>
                    <a:pt x="17838" y="15050"/>
                  </a:lnTo>
                  <a:lnTo>
                    <a:pt x="17596" y="14493"/>
                  </a:lnTo>
                  <a:lnTo>
                    <a:pt x="17838" y="14632"/>
                  </a:lnTo>
                  <a:lnTo>
                    <a:pt x="18202" y="15190"/>
                  </a:lnTo>
                  <a:lnTo>
                    <a:pt x="20144" y="13517"/>
                  </a:lnTo>
                  <a:lnTo>
                    <a:pt x="20508" y="13657"/>
                  </a:lnTo>
                  <a:lnTo>
                    <a:pt x="21115" y="13099"/>
                  </a:lnTo>
                  <a:lnTo>
                    <a:pt x="21115" y="12681"/>
                  </a:lnTo>
                  <a:lnTo>
                    <a:pt x="20872" y="12681"/>
                  </a:lnTo>
                  <a:lnTo>
                    <a:pt x="20872" y="11985"/>
                  </a:lnTo>
                  <a:lnTo>
                    <a:pt x="20508" y="11148"/>
                  </a:lnTo>
                  <a:lnTo>
                    <a:pt x="19901" y="11706"/>
                  </a:lnTo>
                  <a:lnTo>
                    <a:pt x="19537" y="10730"/>
                  </a:lnTo>
                  <a:lnTo>
                    <a:pt x="19658" y="10312"/>
                  </a:lnTo>
                  <a:lnTo>
                    <a:pt x="19173" y="9755"/>
                  </a:lnTo>
                  <a:lnTo>
                    <a:pt x="19294" y="9337"/>
                  </a:lnTo>
                  <a:lnTo>
                    <a:pt x="19901" y="9755"/>
                  </a:lnTo>
                  <a:lnTo>
                    <a:pt x="20265" y="9755"/>
                  </a:lnTo>
                  <a:lnTo>
                    <a:pt x="20144" y="8919"/>
                  </a:lnTo>
                  <a:lnTo>
                    <a:pt x="20144" y="8501"/>
                  </a:lnTo>
                  <a:lnTo>
                    <a:pt x="20508" y="8222"/>
                  </a:lnTo>
                  <a:lnTo>
                    <a:pt x="20508" y="7943"/>
                  </a:lnTo>
                  <a:lnTo>
                    <a:pt x="20022" y="8222"/>
                  </a:lnTo>
                  <a:lnTo>
                    <a:pt x="19658" y="7525"/>
                  </a:lnTo>
                  <a:lnTo>
                    <a:pt x="20751" y="5853"/>
                  </a:lnTo>
                  <a:lnTo>
                    <a:pt x="20993" y="6271"/>
                  </a:lnTo>
                  <a:lnTo>
                    <a:pt x="21115" y="5156"/>
                  </a:lnTo>
                  <a:lnTo>
                    <a:pt x="21357" y="4738"/>
                  </a:lnTo>
                  <a:lnTo>
                    <a:pt x="21236" y="3763"/>
                  </a:lnTo>
                  <a:lnTo>
                    <a:pt x="21600" y="2230"/>
                  </a:lnTo>
                  <a:lnTo>
                    <a:pt x="20993" y="1533"/>
                  </a:lnTo>
                  <a:lnTo>
                    <a:pt x="20629" y="2090"/>
                  </a:lnTo>
                  <a:lnTo>
                    <a:pt x="20387" y="2230"/>
                  </a:lnTo>
                  <a:lnTo>
                    <a:pt x="19658" y="2508"/>
                  </a:lnTo>
                  <a:lnTo>
                    <a:pt x="19416" y="2090"/>
                  </a:lnTo>
                  <a:lnTo>
                    <a:pt x="19173" y="1254"/>
                  </a:lnTo>
                  <a:lnTo>
                    <a:pt x="18809" y="975"/>
                  </a:lnTo>
                  <a:lnTo>
                    <a:pt x="18566" y="1254"/>
                  </a:lnTo>
                  <a:lnTo>
                    <a:pt x="18081" y="1115"/>
                  </a:lnTo>
                  <a:lnTo>
                    <a:pt x="18324" y="557"/>
                  </a:lnTo>
                  <a:lnTo>
                    <a:pt x="18202" y="0"/>
                  </a:lnTo>
                  <a:lnTo>
                    <a:pt x="17717" y="0"/>
                  </a:lnTo>
                  <a:lnTo>
                    <a:pt x="17110" y="697"/>
                  </a:lnTo>
                  <a:lnTo>
                    <a:pt x="17110" y="975"/>
                  </a:lnTo>
                  <a:lnTo>
                    <a:pt x="17596" y="1115"/>
                  </a:lnTo>
                  <a:lnTo>
                    <a:pt x="17717" y="1533"/>
                  </a:lnTo>
                  <a:lnTo>
                    <a:pt x="17231" y="2369"/>
                  </a:lnTo>
                  <a:lnTo>
                    <a:pt x="17110" y="2926"/>
                  </a:lnTo>
                  <a:lnTo>
                    <a:pt x="16867" y="3484"/>
                  </a:lnTo>
                  <a:lnTo>
                    <a:pt x="16867" y="4041"/>
                  </a:lnTo>
                  <a:lnTo>
                    <a:pt x="16989" y="4181"/>
                  </a:lnTo>
                  <a:lnTo>
                    <a:pt x="16018" y="5017"/>
                  </a:lnTo>
                  <a:lnTo>
                    <a:pt x="15411" y="4877"/>
                  </a:lnTo>
                  <a:lnTo>
                    <a:pt x="15047" y="4877"/>
                  </a:lnTo>
                  <a:lnTo>
                    <a:pt x="14319" y="7246"/>
                  </a:lnTo>
                  <a:lnTo>
                    <a:pt x="14562" y="7525"/>
                  </a:lnTo>
                  <a:lnTo>
                    <a:pt x="15654" y="7525"/>
                  </a:lnTo>
                  <a:lnTo>
                    <a:pt x="15775" y="7665"/>
                  </a:lnTo>
                  <a:lnTo>
                    <a:pt x="16018" y="7246"/>
                  </a:lnTo>
                  <a:lnTo>
                    <a:pt x="16382" y="7107"/>
                  </a:lnTo>
                  <a:lnTo>
                    <a:pt x="16746" y="7246"/>
                  </a:lnTo>
                  <a:lnTo>
                    <a:pt x="17231" y="7804"/>
                  </a:lnTo>
                  <a:lnTo>
                    <a:pt x="17596" y="8361"/>
                  </a:lnTo>
                  <a:lnTo>
                    <a:pt x="17596" y="8919"/>
                  </a:lnTo>
                  <a:lnTo>
                    <a:pt x="17231" y="8779"/>
                  </a:lnTo>
                  <a:lnTo>
                    <a:pt x="16503" y="9058"/>
                  </a:lnTo>
                  <a:lnTo>
                    <a:pt x="15897" y="9058"/>
                  </a:lnTo>
                  <a:lnTo>
                    <a:pt x="15775" y="9337"/>
                  </a:lnTo>
                  <a:lnTo>
                    <a:pt x="15411" y="9337"/>
                  </a:lnTo>
                  <a:lnTo>
                    <a:pt x="15047" y="9755"/>
                  </a:lnTo>
                  <a:lnTo>
                    <a:pt x="15047" y="10312"/>
                  </a:lnTo>
                  <a:lnTo>
                    <a:pt x="14683" y="10591"/>
                  </a:lnTo>
                  <a:lnTo>
                    <a:pt x="13834" y="10730"/>
                  </a:lnTo>
                  <a:lnTo>
                    <a:pt x="13106" y="11566"/>
                  </a:lnTo>
                  <a:lnTo>
                    <a:pt x="12135" y="11566"/>
                  </a:lnTo>
                  <a:lnTo>
                    <a:pt x="11892" y="11288"/>
                  </a:lnTo>
                  <a:lnTo>
                    <a:pt x="11528" y="11288"/>
                  </a:lnTo>
                  <a:lnTo>
                    <a:pt x="11407" y="11845"/>
                  </a:lnTo>
                  <a:lnTo>
                    <a:pt x="11043" y="12263"/>
                  </a:lnTo>
                  <a:lnTo>
                    <a:pt x="11649" y="13099"/>
                  </a:lnTo>
                  <a:lnTo>
                    <a:pt x="10921" y="13657"/>
                  </a:lnTo>
                  <a:lnTo>
                    <a:pt x="10557" y="14354"/>
                  </a:lnTo>
                  <a:lnTo>
                    <a:pt x="9708" y="14772"/>
                  </a:lnTo>
                  <a:lnTo>
                    <a:pt x="8494" y="14911"/>
                  </a:lnTo>
                  <a:lnTo>
                    <a:pt x="7524" y="15050"/>
                  </a:lnTo>
                  <a:lnTo>
                    <a:pt x="6917" y="15329"/>
                  </a:lnTo>
                  <a:lnTo>
                    <a:pt x="6189" y="15886"/>
                  </a:lnTo>
                  <a:lnTo>
                    <a:pt x="5825" y="15886"/>
                  </a:lnTo>
                  <a:lnTo>
                    <a:pt x="5339" y="15468"/>
                  </a:lnTo>
                  <a:lnTo>
                    <a:pt x="4733" y="15468"/>
                  </a:lnTo>
                  <a:lnTo>
                    <a:pt x="4247" y="15050"/>
                  </a:lnTo>
                  <a:lnTo>
                    <a:pt x="3762" y="15050"/>
                  </a:lnTo>
                  <a:lnTo>
                    <a:pt x="3398" y="14354"/>
                  </a:lnTo>
                  <a:lnTo>
                    <a:pt x="2427" y="14214"/>
                  </a:lnTo>
                  <a:lnTo>
                    <a:pt x="1456" y="14214"/>
                  </a:lnTo>
                  <a:lnTo>
                    <a:pt x="971" y="13796"/>
                  </a:lnTo>
                  <a:lnTo>
                    <a:pt x="0" y="13657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17" name="Freeform 32"/>
            <p:cNvSpPr/>
            <p:nvPr/>
          </p:nvSpPr>
          <p:spPr>
            <a:xfrm>
              <a:off x="2528458" y="1603817"/>
              <a:ext cx="467642" cy="8759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053"/>
                  </a:moveTo>
                  <a:lnTo>
                    <a:pt x="19980" y="17621"/>
                  </a:lnTo>
                  <a:lnTo>
                    <a:pt x="18900" y="17337"/>
                  </a:lnTo>
                  <a:lnTo>
                    <a:pt x="15120" y="17337"/>
                  </a:lnTo>
                  <a:lnTo>
                    <a:pt x="16200" y="18474"/>
                  </a:lnTo>
                  <a:lnTo>
                    <a:pt x="15120" y="19895"/>
                  </a:lnTo>
                  <a:lnTo>
                    <a:pt x="15660" y="21600"/>
                  </a:lnTo>
                  <a:lnTo>
                    <a:pt x="13500" y="21316"/>
                  </a:lnTo>
                  <a:lnTo>
                    <a:pt x="10260" y="20179"/>
                  </a:lnTo>
                  <a:lnTo>
                    <a:pt x="6480" y="19611"/>
                  </a:lnTo>
                  <a:lnTo>
                    <a:pt x="3780" y="18474"/>
                  </a:lnTo>
                  <a:lnTo>
                    <a:pt x="1080" y="18474"/>
                  </a:lnTo>
                  <a:lnTo>
                    <a:pt x="1080" y="18189"/>
                  </a:lnTo>
                  <a:lnTo>
                    <a:pt x="0" y="17905"/>
                  </a:lnTo>
                  <a:lnTo>
                    <a:pt x="540" y="17621"/>
                  </a:lnTo>
                  <a:lnTo>
                    <a:pt x="540" y="16768"/>
                  </a:lnTo>
                  <a:lnTo>
                    <a:pt x="0" y="16484"/>
                  </a:lnTo>
                  <a:lnTo>
                    <a:pt x="1080" y="16200"/>
                  </a:lnTo>
                  <a:lnTo>
                    <a:pt x="3240" y="16200"/>
                  </a:lnTo>
                  <a:lnTo>
                    <a:pt x="3240" y="12221"/>
                  </a:lnTo>
                  <a:lnTo>
                    <a:pt x="5940" y="12221"/>
                  </a:lnTo>
                  <a:lnTo>
                    <a:pt x="5940" y="12789"/>
                  </a:lnTo>
                  <a:lnTo>
                    <a:pt x="7560" y="12789"/>
                  </a:lnTo>
                  <a:lnTo>
                    <a:pt x="7560" y="11653"/>
                  </a:lnTo>
                  <a:lnTo>
                    <a:pt x="10800" y="11653"/>
                  </a:lnTo>
                  <a:lnTo>
                    <a:pt x="11340" y="9947"/>
                  </a:lnTo>
                  <a:lnTo>
                    <a:pt x="11340" y="8811"/>
                  </a:lnTo>
                  <a:lnTo>
                    <a:pt x="9720" y="8242"/>
                  </a:lnTo>
                  <a:lnTo>
                    <a:pt x="7560" y="7389"/>
                  </a:lnTo>
                  <a:lnTo>
                    <a:pt x="6480" y="6537"/>
                  </a:lnTo>
                  <a:lnTo>
                    <a:pt x="7020" y="5116"/>
                  </a:lnTo>
                  <a:lnTo>
                    <a:pt x="8100" y="4547"/>
                  </a:lnTo>
                  <a:lnTo>
                    <a:pt x="9720" y="5116"/>
                  </a:lnTo>
                  <a:lnTo>
                    <a:pt x="11880" y="5116"/>
                  </a:lnTo>
                  <a:lnTo>
                    <a:pt x="12420" y="4263"/>
                  </a:lnTo>
                  <a:lnTo>
                    <a:pt x="13500" y="4263"/>
                  </a:lnTo>
                  <a:lnTo>
                    <a:pt x="12960" y="3126"/>
                  </a:lnTo>
                  <a:lnTo>
                    <a:pt x="16740" y="1137"/>
                  </a:lnTo>
                  <a:lnTo>
                    <a:pt x="16740" y="568"/>
                  </a:lnTo>
                  <a:lnTo>
                    <a:pt x="18900" y="568"/>
                  </a:lnTo>
                  <a:lnTo>
                    <a:pt x="19440" y="853"/>
                  </a:lnTo>
                  <a:lnTo>
                    <a:pt x="19980" y="284"/>
                  </a:lnTo>
                  <a:lnTo>
                    <a:pt x="20520" y="0"/>
                  </a:lnTo>
                  <a:lnTo>
                    <a:pt x="21600" y="853"/>
                  </a:lnTo>
                  <a:lnTo>
                    <a:pt x="21600" y="1137"/>
                  </a:lnTo>
                  <a:lnTo>
                    <a:pt x="18900" y="3979"/>
                  </a:lnTo>
                  <a:lnTo>
                    <a:pt x="19980" y="4547"/>
                  </a:lnTo>
                  <a:lnTo>
                    <a:pt x="18900" y="6537"/>
                  </a:lnTo>
                  <a:lnTo>
                    <a:pt x="18360" y="8811"/>
                  </a:lnTo>
                  <a:lnTo>
                    <a:pt x="19440" y="10232"/>
                  </a:lnTo>
                  <a:lnTo>
                    <a:pt x="17820" y="12789"/>
                  </a:lnTo>
                  <a:lnTo>
                    <a:pt x="18360" y="13358"/>
                  </a:lnTo>
                  <a:lnTo>
                    <a:pt x="19440" y="15347"/>
                  </a:lnTo>
                  <a:lnTo>
                    <a:pt x="21600" y="17053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18" name="Freeform 33"/>
            <p:cNvSpPr/>
            <p:nvPr/>
          </p:nvSpPr>
          <p:spPr>
            <a:xfrm>
              <a:off x="2444786" y="1615533"/>
              <a:ext cx="254978" cy="450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8308"/>
                  </a:moveTo>
                  <a:lnTo>
                    <a:pt x="19636" y="7200"/>
                  </a:lnTo>
                  <a:lnTo>
                    <a:pt x="14727" y="6092"/>
                  </a:lnTo>
                  <a:lnTo>
                    <a:pt x="16691" y="2215"/>
                  </a:lnTo>
                  <a:lnTo>
                    <a:pt x="15709" y="0"/>
                  </a:lnTo>
                  <a:lnTo>
                    <a:pt x="8836" y="3877"/>
                  </a:lnTo>
                  <a:lnTo>
                    <a:pt x="7855" y="7754"/>
                  </a:lnTo>
                  <a:lnTo>
                    <a:pt x="4909" y="8308"/>
                  </a:lnTo>
                  <a:lnTo>
                    <a:pt x="982" y="9969"/>
                  </a:lnTo>
                  <a:lnTo>
                    <a:pt x="0" y="11631"/>
                  </a:lnTo>
                  <a:lnTo>
                    <a:pt x="4909" y="13292"/>
                  </a:lnTo>
                  <a:lnTo>
                    <a:pt x="4909" y="15508"/>
                  </a:lnTo>
                  <a:lnTo>
                    <a:pt x="5891" y="16615"/>
                  </a:lnTo>
                  <a:lnTo>
                    <a:pt x="4909" y="18277"/>
                  </a:lnTo>
                  <a:lnTo>
                    <a:pt x="5891" y="19385"/>
                  </a:lnTo>
                  <a:lnTo>
                    <a:pt x="11782" y="21600"/>
                  </a:lnTo>
                  <a:lnTo>
                    <a:pt x="13745" y="21600"/>
                  </a:lnTo>
                  <a:lnTo>
                    <a:pt x="13745" y="20492"/>
                  </a:lnTo>
                  <a:lnTo>
                    <a:pt x="15709" y="18831"/>
                  </a:lnTo>
                  <a:lnTo>
                    <a:pt x="14727" y="16615"/>
                  </a:lnTo>
                  <a:lnTo>
                    <a:pt x="13745" y="16615"/>
                  </a:lnTo>
                  <a:lnTo>
                    <a:pt x="12764" y="14400"/>
                  </a:lnTo>
                  <a:lnTo>
                    <a:pt x="14727" y="14400"/>
                  </a:lnTo>
                  <a:lnTo>
                    <a:pt x="14727" y="12185"/>
                  </a:lnTo>
                  <a:lnTo>
                    <a:pt x="16691" y="12185"/>
                  </a:lnTo>
                  <a:lnTo>
                    <a:pt x="18655" y="12738"/>
                  </a:lnTo>
                  <a:lnTo>
                    <a:pt x="19636" y="9415"/>
                  </a:lnTo>
                  <a:lnTo>
                    <a:pt x="21600" y="8308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19" name="Freeform 34"/>
            <p:cNvSpPr/>
            <p:nvPr/>
          </p:nvSpPr>
          <p:spPr>
            <a:xfrm>
              <a:off x="1523414" y="1166411"/>
              <a:ext cx="1250287" cy="12105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150" y="11726"/>
                  </a:moveTo>
                  <a:lnTo>
                    <a:pt x="15948" y="12343"/>
                  </a:lnTo>
                  <a:lnTo>
                    <a:pt x="17159" y="12960"/>
                  </a:lnTo>
                  <a:lnTo>
                    <a:pt x="16957" y="13783"/>
                  </a:lnTo>
                  <a:lnTo>
                    <a:pt x="17159" y="13989"/>
                  </a:lnTo>
                  <a:lnTo>
                    <a:pt x="16957" y="14606"/>
                  </a:lnTo>
                  <a:lnTo>
                    <a:pt x="17159" y="15223"/>
                  </a:lnTo>
                  <a:lnTo>
                    <a:pt x="18572" y="16046"/>
                  </a:lnTo>
                  <a:lnTo>
                    <a:pt x="18774" y="16046"/>
                  </a:lnTo>
                  <a:lnTo>
                    <a:pt x="18774" y="15429"/>
                  </a:lnTo>
                  <a:lnTo>
                    <a:pt x="19178" y="15017"/>
                  </a:lnTo>
                  <a:lnTo>
                    <a:pt x="18976" y="14194"/>
                  </a:lnTo>
                  <a:lnTo>
                    <a:pt x="18572" y="13989"/>
                  </a:lnTo>
                  <a:lnTo>
                    <a:pt x="18572" y="13371"/>
                  </a:lnTo>
                  <a:lnTo>
                    <a:pt x="18976" y="13371"/>
                  </a:lnTo>
                  <a:lnTo>
                    <a:pt x="18976" y="12549"/>
                  </a:lnTo>
                  <a:lnTo>
                    <a:pt x="19783" y="12754"/>
                  </a:lnTo>
                  <a:lnTo>
                    <a:pt x="20187" y="13166"/>
                  </a:lnTo>
                  <a:lnTo>
                    <a:pt x="21196" y="13783"/>
                  </a:lnTo>
                  <a:lnTo>
                    <a:pt x="21600" y="14194"/>
                  </a:lnTo>
                  <a:lnTo>
                    <a:pt x="21398" y="16251"/>
                  </a:lnTo>
                  <a:lnTo>
                    <a:pt x="20187" y="16251"/>
                  </a:lnTo>
                  <a:lnTo>
                    <a:pt x="20187" y="17074"/>
                  </a:lnTo>
                  <a:lnTo>
                    <a:pt x="19581" y="17074"/>
                  </a:lnTo>
                  <a:lnTo>
                    <a:pt x="19581" y="16663"/>
                  </a:lnTo>
                  <a:lnTo>
                    <a:pt x="18572" y="16663"/>
                  </a:lnTo>
                  <a:lnTo>
                    <a:pt x="18572" y="19543"/>
                  </a:lnTo>
                  <a:lnTo>
                    <a:pt x="17764" y="19337"/>
                  </a:lnTo>
                  <a:lnTo>
                    <a:pt x="17361" y="19749"/>
                  </a:lnTo>
                  <a:lnTo>
                    <a:pt x="17563" y="19954"/>
                  </a:lnTo>
                  <a:lnTo>
                    <a:pt x="17764" y="20571"/>
                  </a:lnTo>
                  <a:lnTo>
                    <a:pt x="17361" y="20777"/>
                  </a:lnTo>
                  <a:lnTo>
                    <a:pt x="16755" y="21600"/>
                  </a:lnTo>
                  <a:lnTo>
                    <a:pt x="15948" y="21600"/>
                  </a:lnTo>
                  <a:lnTo>
                    <a:pt x="15342" y="20983"/>
                  </a:lnTo>
                  <a:lnTo>
                    <a:pt x="14938" y="19543"/>
                  </a:lnTo>
                  <a:lnTo>
                    <a:pt x="14938" y="19337"/>
                  </a:lnTo>
                  <a:lnTo>
                    <a:pt x="14535" y="19337"/>
                  </a:lnTo>
                  <a:lnTo>
                    <a:pt x="13727" y="18926"/>
                  </a:lnTo>
                  <a:lnTo>
                    <a:pt x="13323" y="17897"/>
                  </a:lnTo>
                  <a:lnTo>
                    <a:pt x="12516" y="18309"/>
                  </a:lnTo>
                  <a:lnTo>
                    <a:pt x="12314" y="18309"/>
                  </a:lnTo>
                  <a:lnTo>
                    <a:pt x="12314" y="18720"/>
                  </a:lnTo>
                  <a:lnTo>
                    <a:pt x="12516" y="19337"/>
                  </a:lnTo>
                  <a:lnTo>
                    <a:pt x="12112" y="19954"/>
                  </a:lnTo>
                  <a:lnTo>
                    <a:pt x="11305" y="19749"/>
                  </a:lnTo>
                  <a:lnTo>
                    <a:pt x="11708" y="19131"/>
                  </a:lnTo>
                  <a:lnTo>
                    <a:pt x="11305" y="18926"/>
                  </a:lnTo>
                  <a:lnTo>
                    <a:pt x="10497" y="18720"/>
                  </a:lnTo>
                  <a:lnTo>
                    <a:pt x="10093" y="18103"/>
                  </a:lnTo>
                  <a:lnTo>
                    <a:pt x="10295" y="17691"/>
                  </a:lnTo>
                  <a:lnTo>
                    <a:pt x="10699" y="17691"/>
                  </a:lnTo>
                  <a:lnTo>
                    <a:pt x="11507" y="17897"/>
                  </a:lnTo>
                  <a:lnTo>
                    <a:pt x="12112" y="17486"/>
                  </a:lnTo>
                  <a:lnTo>
                    <a:pt x="12314" y="17280"/>
                  </a:lnTo>
                  <a:lnTo>
                    <a:pt x="11708" y="17074"/>
                  </a:lnTo>
                  <a:lnTo>
                    <a:pt x="11708" y="16457"/>
                  </a:lnTo>
                  <a:lnTo>
                    <a:pt x="12516" y="16251"/>
                  </a:lnTo>
                  <a:lnTo>
                    <a:pt x="12718" y="15429"/>
                  </a:lnTo>
                  <a:lnTo>
                    <a:pt x="13323" y="15429"/>
                  </a:lnTo>
                  <a:lnTo>
                    <a:pt x="13525" y="14606"/>
                  </a:lnTo>
                  <a:lnTo>
                    <a:pt x="13121" y="12343"/>
                  </a:lnTo>
                  <a:lnTo>
                    <a:pt x="12112" y="10491"/>
                  </a:lnTo>
                  <a:lnTo>
                    <a:pt x="12112" y="11109"/>
                  </a:lnTo>
                  <a:lnTo>
                    <a:pt x="10295" y="9257"/>
                  </a:lnTo>
                  <a:lnTo>
                    <a:pt x="9892" y="9463"/>
                  </a:lnTo>
                  <a:lnTo>
                    <a:pt x="8680" y="8640"/>
                  </a:lnTo>
                  <a:lnTo>
                    <a:pt x="8479" y="7817"/>
                  </a:lnTo>
                  <a:lnTo>
                    <a:pt x="7065" y="8023"/>
                  </a:lnTo>
                  <a:lnTo>
                    <a:pt x="5652" y="7406"/>
                  </a:lnTo>
                  <a:lnTo>
                    <a:pt x="5249" y="8640"/>
                  </a:lnTo>
                  <a:lnTo>
                    <a:pt x="3432" y="7200"/>
                  </a:lnTo>
                  <a:lnTo>
                    <a:pt x="1211" y="6171"/>
                  </a:lnTo>
                  <a:lnTo>
                    <a:pt x="0" y="6377"/>
                  </a:lnTo>
                  <a:lnTo>
                    <a:pt x="202" y="4114"/>
                  </a:lnTo>
                  <a:lnTo>
                    <a:pt x="606" y="3703"/>
                  </a:lnTo>
                  <a:lnTo>
                    <a:pt x="1211" y="3909"/>
                  </a:lnTo>
                  <a:lnTo>
                    <a:pt x="1817" y="2880"/>
                  </a:lnTo>
                  <a:lnTo>
                    <a:pt x="2826" y="2469"/>
                  </a:lnTo>
                  <a:lnTo>
                    <a:pt x="3432" y="2057"/>
                  </a:lnTo>
                  <a:lnTo>
                    <a:pt x="3432" y="1646"/>
                  </a:lnTo>
                  <a:lnTo>
                    <a:pt x="5047" y="1646"/>
                  </a:lnTo>
                  <a:lnTo>
                    <a:pt x="5450" y="823"/>
                  </a:lnTo>
                  <a:lnTo>
                    <a:pt x="5450" y="206"/>
                  </a:lnTo>
                  <a:lnTo>
                    <a:pt x="5854" y="0"/>
                  </a:lnTo>
                  <a:lnTo>
                    <a:pt x="6864" y="206"/>
                  </a:lnTo>
                  <a:lnTo>
                    <a:pt x="7267" y="1851"/>
                  </a:lnTo>
                  <a:lnTo>
                    <a:pt x="7267" y="2674"/>
                  </a:lnTo>
                  <a:lnTo>
                    <a:pt x="7469" y="3291"/>
                  </a:lnTo>
                  <a:lnTo>
                    <a:pt x="7873" y="3909"/>
                  </a:lnTo>
                  <a:lnTo>
                    <a:pt x="7873" y="4526"/>
                  </a:lnTo>
                  <a:lnTo>
                    <a:pt x="8075" y="4937"/>
                  </a:lnTo>
                  <a:lnTo>
                    <a:pt x="8479" y="4937"/>
                  </a:lnTo>
                  <a:lnTo>
                    <a:pt x="8479" y="4320"/>
                  </a:lnTo>
                  <a:lnTo>
                    <a:pt x="10295" y="4526"/>
                  </a:lnTo>
                  <a:lnTo>
                    <a:pt x="10295" y="5554"/>
                  </a:lnTo>
                  <a:lnTo>
                    <a:pt x="9690" y="6171"/>
                  </a:lnTo>
                  <a:lnTo>
                    <a:pt x="9690" y="6583"/>
                  </a:lnTo>
                  <a:lnTo>
                    <a:pt x="10901" y="7817"/>
                  </a:lnTo>
                  <a:lnTo>
                    <a:pt x="10901" y="8434"/>
                  </a:lnTo>
                  <a:lnTo>
                    <a:pt x="12314" y="9051"/>
                  </a:lnTo>
                  <a:lnTo>
                    <a:pt x="12516" y="8846"/>
                  </a:lnTo>
                  <a:lnTo>
                    <a:pt x="12314" y="8023"/>
                  </a:lnTo>
                  <a:lnTo>
                    <a:pt x="13323" y="8229"/>
                  </a:lnTo>
                  <a:lnTo>
                    <a:pt x="14736" y="8229"/>
                  </a:lnTo>
                  <a:lnTo>
                    <a:pt x="15342" y="8023"/>
                  </a:lnTo>
                  <a:lnTo>
                    <a:pt x="15746" y="8640"/>
                  </a:lnTo>
                  <a:lnTo>
                    <a:pt x="14736" y="9463"/>
                  </a:lnTo>
                  <a:lnTo>
                    <a:pt x="14333" y="10697"/>
                  </a:lnTo>
                  <a:lnTo>
                    <a:pt x="15140" y="11726"/>
                  </a:lnTo>
                  <a:lnTo>
                    <a:pt x="16150" y="11726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20" name="Freeform 25"/>
            <p:cNvSpPr/>
            <p:nvPr/>
          </p:nvSpPr>
          <p:spPr>
            <a:xfrm>
              <a:off x="1162474" y="1511388"/>
              <a:ext cx="1144559" cy="888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96" y="18514"/>
                  </a:moveTo>
                  <a:lnTo>
                    <a:pt x="18514" y="18795"/>
                  </a:lnTo>
                  <a:lnTo>
                    <a:pt x="18073" y="19917"/>
                  </a:lnTo>
                  <a:lnTo>
                    <a:pt x="16971" y="19917"/>
                  </a:lnTo>
                  <a:lnTo>
                    <a:pt x="16751" y="19356"/>
                  </a:lnTo>
                  <a:lnTo>
                    <a:pt x="16310" y="19075"/>
                  </a:lnTo>
                  <a:lnTo>
                    <a:pt x="16310" y="19356"/>
                  </a:lnTo>
                  <a:lnTo>
                    <a:pt x="15649" y="19636"/>
                  </a:lnTo>
                  <a:lnTo>
                    <a:pt x="14988" y="18234"/>
                  </a:lnTo>
                  <a:lnTo>
                    <a:pt x="14547" y="18234"/>
                  </a:lnTo>
                  <a:lnTo>
                    <a:pt x="14547" y="16831"/>
                  </a:lnTo>
                  <a:lnTo>
                    <a:pt x="13886" y="15990"/>
                  </a:lnTo>
                  <a:lnTo>
                    <a:pt x="13445" y="15990"/>
                  </a:lnTo>
                  <a:lnTo>
                    <a:pt x="13004" y="15429"/>
                  </a:lnTo>
                  <a:lnTo>
                    <a:pt x="12563" y="15429"/>
                  </a:lnTo>
                  <a:lnTo>
                    <a:pt x="12563" y="16551"/>
                  </a:lnTo>
                  <a:lnTo>
                    <a:pt x="12784" y="16831"/>
                  </a:lnTo>
                  <a:lnTo>
                    <a:pt x="12343" y="17392"/>
                  </a:lnTo>
                  <a:lnTo>
                    <a:pt x="12122" y="18795"/>
                  </a:lnTo>
                  <a:lnTo>
                    <a:pt x="12343" y="19356"/>
                  </a:lnTo>
                  <a:lnTo>
                    <a:pt x="12563" y="19356"/>
                  </a:lnTo>
                  <a:lnTo>
                    <a:pt x="12122" y="19636"/>
                  </a:lnTo>
                  <a:lnTo>
                    <a:pt x="11682" y="20478"/>
                  </a:lnTo>
                  <a:lnTo>
                    <a:pt x="11020" y="20478"/>
                  </a:lnTo>
                  <a:lnTo>
                    <a:pt x="11020" y="21039"/>
                  </a:lnTo>
                  <a:lnTo>
                    <a:pt x="10580" y="21319"/>
                  </a:lnTo>
                  <a:lnTo>
                    <a:pt x="10359" y="20758"/>
                  </a:lnTo>
                  <a:lnTo>
                    <a:pt x="9918" y="20758"/>
                  </a:lnTo>
                  <a:lnTo>
                    <a:pt x="10139" y="21319"/>
                  </a:lnTo>
                  <a:lnTo>
                    <a:pt x="9698" y="21600"/>
                  </a:lnTo>
                  <a:lnTo>
                    <a:pt x="9257" y="21039"/>
                  </a:lnTo>
                  <a:lnTo>
                    <a:pt x="8596" y="21039"/>
                  </a:lnTo>
                  <a:lnTo>
                    <a:pt x="8816" y="19917"/>
                  </a:lnTo>
                  <a:lnTo>
                    <a:pt x="7273" y="18234"/>
                  </a:lnTo>
                  <a:lnTo>
                    <a:pt x="6392" y="18795"/>
                  </a:lnTo>
                  <a:lnTo>
                    <a:pt x="4629" y="17392"/>
                  </a:lnTo>
                  <a:lnTo>
                    <a:pt x="3747" y="17392"/>
                  </a:lnTo>
                  <a:lnTo>
                    <a:pt x="2424" y="15429"/>
                  </a:lnTo>
                  <a:lnTo>
                    <a:pt x="1102" y="15429"/>
                  </a:lnTo>
                  <a:lnTo>
                    <a:pt x="441" y="14587"/>
                  </a:lnTo>
                  <a:lnTo>
                    <a:pt x="0" y="12904"/>
                  </a:lnTo>
                  <a:lnTo>
                    <a:pt x="220" y="12343"/>
                  </a:lnTo>
                  <a:lnTo>
                    <a:pt x="441" y="10660"/>
                  </a:lnTo>
                  <a:lnTo>
                    <a:pt x="220" y="9818"/>
                  </a:lnTo>
                  <a:lnTo>
                    <a:pt x="882" y="8696"/>
                  </a:lnTo>
                  <a:lnTo>
                    <a:pt x="882" y="7855"/>
                  </a:lnTo>
                  <a:lnTo>
                    <a:pt x="220" y="7574"/>
                  </a:lnTo>
                  <a:lnTo>
                    <a:pt x="441" y="7294"/>
                  </a:lnTo>
                  <a:lnTo>
                    <a:pt x="1322" y="7294"/>
                  </a:lnTo>
                  <a:lnTo>
                    <a:pt x="1543" y="7013"/>
                  </a:lnTo>
                  <a:lnTo>
                    <a:pt x="2865" y="7855"/>
                  </a:lnTo>
                  <a:lnTo>
                    <a:pt x="2865" y="6732"/>
                  </a:lnTo>
                  <a:lnTo>
                    <a:pt x="2645" y="6452"/>
                  </a:lnTo>
                  <a:lnTo>
                    <a:pt x="2645" y="5610"/>
                  </a:lnTo>
                  <a:lnTo>
                    <a:pt x="3527" y="4769"/>
                  </a:lnTo>
                  <a:lnTo>
                    <a:pt x="3306" y="3927"/>
                  </a:lnTo>
                  <a:lnTo>
                    <a:pt x="2424" y="2525"/>
                  </a:lnTo>
                  <a:lnTo>
                    <a:pt x="2645" y="1122"/>
                  </a:lnTo>
                  <a:lnTo>
                    <a:pt x="4188" y="561"/>
                  </a:lnTo>
                  <a:lnTo>
                    <a:pt x="7053" y="281"/>
                  </a:lnTo>
                  <a:lnTo>
                    <a:pt x="7935" y="0"/>
                  </a:lnTo>
                  <a:lnTo>
                    <a:pt x="9478" y="842"/>
                  </a:lnTo>
                  <a:lnTo>
                    <a:pt x="10580" y="1403"/>
                  </a:lnTo>
                  <a:lnTo>
                    <a:pt x="11682" y="2244"/>
                  </a:lnTo>
                  <a:lnTo>
                    <a:pt x="12563" y="3647"/>
                  </a:lnTo>
                  <a:lnTo>
                    <a:pt x="13004" y="1964"/>
                  </a:lnTo>
                  <a:lnTo>
                    <a:pt x="13004" y="1683"/>
                  </a:lnTo>
                  <a:lnTo>
                    <a:pt x="13886" y="2244"/>
                  </a:lnTo>
                  <a:lnTo>
                    <a:pt x="14547" y="2525"/>
                  </a:lnTo>
                  <a:lnTo>
                    <a:pt x="16090" y="2244"/>
                  </a:lnTo>
                  <a:lnTo>
                    <a:pt x="16310" y="3366"/>
                  </a:lnTo>
                  <a:lnTo>
                    <a:pt x="17633" y="4488"/>
                  </a:lnTo>
                  <a:lnTo>
                    <a:pt x="18073" y="4208"/>
                  </a:lnTo>
                  <a:lnTo>
                    <a:pt x="20057" y="6732"/>
                  </a:lnTo>
                  <a:lnTo>
                    <a:pt x="20057" y="6171"/>
                  </a:lnTo>
                  <a:lnTo>
                    <a:pt x="20939" y="7294"/>
                  </a:lnTo>
                  <a:lnTo>
                    <a:pt x="21159" y="8135"/>
                  </a:lnTo>
                  <a:lnTo>
                    <a:pt x="21380" y="10099"/>
                  </a:lnTo>
                  <a:lnTo>
                    <a:pt x="21600" y="11782"/>
                  </a:lnTo>
                  <a:lnTo>
                    <a:pt x="21380" y="12623"/>
                  </a:lnTo>
                  <a:lnTo>
                    <a:pt x="20718" y="12623"/>
                  </a:lnTo>
                  <a:lnTo>
                    <a:pt x="20498" y="13745"/>
                  </a:lnTo>
                  <a:lnTo>
                    <a:pt x="19616" y="14306"/>
                  </a:lnTo>
                  <a:lnTo>
                    <a:pt x="19616" y="14868"/>
                  </a:lnTo>
                  <a:lnTo>
                    <a:pt x="20278" y="15148"/>
                  </a:lnTo>
                  <a:lnTo>
                    <a:pt x="20057" y="15429"/>
                  </a:lnTo>
                  <a:lnTo>
                    <a:pt x="19396" y="15990"/>
                  </a:lnTo>
                  <a:lnTo>
                    <a:pt x="18514" y="15709"/>
                  </a:lnTo>
                  <a:lnTo>
                    <a:pt x="18073" y="15709"/>
                  </a:lnTo>
                  <a:lnTo>
                    <a:pt x="17853" y="16270"/>
                  </a:lnTo>
                  <a:lnTo>
                    <a:pt x="18294" y="17112"/>
                  </a:lnTo>
                  <a:lnTo>
                    <a:pt x="19176" y="17392"/>
                  </a:lnTo>
                  <a:lnTo>
                    <a:pt x="19616" y="17673"/>
                  </a:lnTo>
                  <a:lnTo>
                    <a:pt x="19396" y="18514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21" name="Freeform 21"/>
            <p:cNvSpPr/>
            <p:nvPr/>
          </p:nvSpPr>
          <p:spPr>
            <a:xfrm>
              <a:off x="2306059" y="2746796"/>
              <a:ext cx="538127" cy="5088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817" y="21109"/>
                  </a:moveTo>
                  <a:lnTo>
                    <a:pt x="2817" y="19636"/>
                  </a:lnTo>
                  <a:lnTo>
                    <a:pt x="3757" y="18164"/>
                  </a:lnTo>
                  <a:lnTo>
                    <a:pt x="1878" y="16200"/>
                  </a:lnTo>
                  <a:lnTo>
                    <a:pt x="3287" y="13745"/>
                  </a:lnTo>
                  <a:lnTo>
                    <a:pt x="3287" y="11782"/>
                  </a:lnTo>
                  <a:lnTo>
                    <a:pt x="470" y="12273"/>
                  </a:lnTo>
                  <a:lnTo>
                    <a:pt x="470" y="9818"/>
                  </a:lnTo>
                  <a:lnTo>
                    <a:pt x="0" y="9327"/>
                  </a:lnTo>
                  <a:lnTo>
                    <a:pt x="939" y="8345"/>
                  </a:lnTo>
                  <a:lnTo>
                    <a:pt x="1878" y="8836"/>
                  </a:lnTo>
                  <a:lnTo>
                    <a:pt x="2817" y="8345"/>
                  </a:lnTo>
                  <a:lnTo>
                    <a:pt x="5635" y="8345"/>
                  </a:lnTo>
                  <a:lnTo>
                    <a:pt x="6104" y="7364"/>
                  </a:lnTo>
                  <a:lnTo>
                    <a:pt x="6574" y="6873"/>
                  </a:lnTo>
                  <a:lnTo>
                    <a:pt x="9861" y="6873"/>
                  </a:lnTo>
                  <a:lnTo>
                    <a:pt x="9391" y="4909"/>
                  </a:lnTo>
                  <a:lnTo>
                    <a:pt x="7983" y="4909"/>
                  </a:lnTo>
                  <a:lnTo>
                    <a:pt x="7513" y="3436"/>
                  </a:lnTo>
                  <a:lnTo>
                    <a:pt x="8452" y="2455"/>
                  </a:lnTo>
                  <a:lnTo>
                    <a:pt x="9861" y="2945"/>
                  </a:lnTo>
                  <a:lnTo>
                    <a:pt x="10800" y="2455"/>
                  </a:lnTo>
                  <a:lnTo>
                    <a:pt x="11270" y="3436"/>
                  </a:lnTo>
                  <a:lnTo>
                    <a:pt x="12209" y="2945"/>
                  </a:lnTo>
                  <a:lnTo>
                    <a:pt x="12209" y="1473"/>
                  </a:lnTo>
                  <a:lnTo>
                    <a:pt x="13617" y="2455"/>
                  </a:lnTo>
                  <a:lnTo>
                    <a:pt x="14087" y="491"/>
                  </a:lnTo>
                  <a:lnTo>
                    <a:pt x="14557" y="0"/>
                  </a:lnTo>
                  <a:lnTo>
                    <a:pt x="15496" y="982"/>
                  </a:lnTo>
                  <a:lnTo>
                    <a:pt x="16904" y="982"/>
                  </a:lnTo>
                  <a:lnTo>
                    <a:pt x="18313" y="4418"/>
                  </a:lnTo>
                  <a:lnTo>
                    <a:pt x="18783" y="4418"/>
                  </a:lnTo>
                  <a:lnTo>
                    <a:pt x="19252" y="5400"/>
                  </a:lnTo>
                  <a:lnTo>
                    <a:pt x="20191" y="5400"/>
                  </a:lnTo>
                  <a:lnTo>
                    <a:pt x="20661" y="4418"/>
                  </a:lnTo>
                  <a:lnTo>
                    <a:pt x="21130" y="3927"/>
                  </a:lnTo>
                  <a:lnTo>
                    <a:pt x="21600" y="5400"/>
                  </a:lnTo>
                  <a:lnTo>
                    <a:pt x="21130" y="5891"/>
                  </a:lnTo>
                  <a:lnTo>
                    <a:pt x="21130" y="7855"/>
                  </a:lnTo>
                  <a:lnTo>
                    <a:pt x="19722" y="9327"/>
                  </a:lnTo>
                  <a:lnTo>
                    <a:pt x="19722" y="10309"/>
                  </a:lnTo>
                  <a:lnTo>
                    <a:pt x="21130" y="10309"/>
                  </a:lnTo>
                  <a:lnTo>
                    <a:pt x="21600" y="11291"/>
                  </a:lnTo>
                  <a:lnTo>
                    <a:pt x="21130" y="11782"/>
                  </a:lnTo>
                  <a:lnTo>
                    <a:pt x="21130" y="14236"/>
                  </a:lnTo>
                  <a:lnTo>
                    <a:pt x="21600" y="14236"/>
                  </a:lnTo>
                  <a:lnTo>
                    <a:pt x="21600" y="15218"/>
                  </a:lnTo>
                  <a:lnTo>
                    <a:pt x="20191" y="15709"/>
                  </a:lnTo>
                  <a:lnTo>
                    <a:pt x="20191" y="17182"/>
                  </a:lnTo>
                  <a:lnTo>
                    <a:pt x="18783" y="16691"/>
                  </a:lnTo>
                  <a:lnTo>
                    <a:pt x="18313" y="17673"/>
                  </a:lnTo>
                  <a:lnTo>
                    <a:pt x="16435" y="17673"/>
                  </a:lnTo>
                  <a:lnTo>
                    <a:pt x="15965" y="19145"/>
                  </a:lnTo>
                  <a:lnTo>
                    <a:pt x="14557" y="19636"/>
                  </a:lnTo>
                  <a:lnTo>
                    <a:pt x="13617" y="18655"/>
                  </a:lnTo>
                  <a:lnTo>
                    <a:pt x="13148" y="17182"/>
                  </a:lnTo>
                  <a:lnTo>
                    <a:pt x="12209" y="17673"/>
                  </a:lnTo>
                  <a:lnTo>
                    <a:pt x="12209" y="18655"/>
                  </a:lnTo>
                  <a:lnTo>
                    <a:pt x="11270" y="18655"/>
                  </a:lnTo>
                  <a:lnTo>
                    <a:pt x="8922" y="20127"/>
                  </a:lnTo>
                  <a:lnTo>
                    <a:pt x="8452" y="21600"/>
                  </a:lnTo>
                  <a:lnTo>
                    <a:pt x="5635" y="20127"/>
                  </a:lnTo>
                  <a:lnTo>
                    <a:pt x="4696" y="20127"/>
                  </a:lnTo>
                  <a:lnTo>
                    <a:pt x="2817" y="21109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22" name="Freeform 22"/>
            <p:cNvSpPr/>
            <p:nvPr/>
          </p:nvSpPr>
          <p:spPr>
            <a:xfrm>
              <a:off x="1697200" y="2711645"/>
              <a:ext cx="829798" cy="887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75" y="16270"/>
                  </a:moveTo>
                  <a:lnTo>
                    <a:pt x="20079" y="15709"/>
                  </a:lnTo>
                  <a:lnTo>
                    <a:pt x="21600" y="15709"/>
                  </a:lnTo>
                  <a:lnTo>
                    <a:pt x="21296" y="14587"/>
                  </a:lnTo>
                  <a:lnTo>
                    <a:pt x="20992" y="14026"/>
                  </a:lnTo>
                  <a:lnTo>
                    <a:pt x="20079" y="14306"/>
                  </a:lnTo>
                  <a:lnTo>
                    <a:pt x="19166" y="14026"/>
                  </a:lnTo>
                  <a:lnTo>
                    <a:pt x="18862" y="13465"/>
                  </a:lnTo>
                  <a:lnTo>
                    <a:pt x="17645" y="13465"/>
                  </a:lnTo>
                  <a:lnTo>
                    <a:pt x="17645" y="12062"/>
                  </a:lnTo>
                  <a:lnTo>
                    <a:pt x="18254" y="11221"/>
                  </a:lnTo>
                  <a:lnTo>
                    <a:pt x="17037" y="10099"/>
                  </a:lnTo>
                  <a:lnTo>
                    <a:pt x="17949" y="8696"/>
                  </a:lnTo>
                  <a:lnTo>
                    <a:pt x="17949" y="7574"/>
                  </a:lnTo>
                  <a:lnTo>
                    <a:pt x="16124" y="7855"/>
                  </a:lnTo>
                  <a:lnTo>
                    <a:pt x="16124" y="6452"/>
                  </a:lnTo>
                  <a:lnTo>
                    <a:pt x="15820" y="6171"/>
                  </a:lnTo>
                  <a:lnTo>
                    <a:pt x="16428" y="5610"/>
                  </a:lnTo>
                  <a:lnTo>
                    <a:pt x="17037" y="5891"/>
                  </a:lnTo>
                  <a:lnTo>
                    <a:pt x="17645" y="5330"/>
                  </a:lnTo>
                  <a:lnTo>
                    <a:pt x="19470" y="5610"/>
                  </a:lnTo>
                  <a:lnTo>
                    <a:pt x="20079" y="4769"/>
                  </a:lnTo>
                  <a:lnTo>
                    <a:pt x="19470" y="3927"/>
                  </a:lnTo>
                  <a:lnTo>
                    <a:pt x="18558" y="4488"/>
                  </a:lnTo>
                  <a:lnTo>
                    <a:pt x="17645" y="3927"/>
                  </a:lnTo>
                  <a:lnTo>
                    <a:pt x="17645" y="2244"/>
                  </a:lnTo>
                  <a:lnTo>
                    <a:pt x="16428" y="2244"/>
                  </a:lnTo>
                  <a:lnTo>
                    <a:pt x="16124" y="3366"/>
                  </a:lnTo>
                  <a:lnTo>
                    <a:pt x="15515" y="3366"/>
                  </a:lnTo>
                  <a:lnTo>
                    <a:pt x="15515" y="4208"/>
                  </a:lnTo>
                  <a:lnTo>
                    <a:pt x="14603" y="5049"/>
                  </a:lnTo>
                  <a:lnTo>
                    <a:pt x="13994" y="5049"/>
                  </a:lnTo>
                  <a:lnTo>
                    <a:pt x="13994" y="8416"/>
                  </a:lnTo>
                  <a:lnTo>
                    <a:pt x="13082" y="8416"/>
                  </a:lnTo>
                  <a:lnTo>
                    <a:pt x="12777" y="7855"/>
                  </a:lnTo>
                  <a:lnTo>
                    <a:pt x="12169" y="8416"/>
                  </a:lnTo>
                  <a:lnTo>
                    <a:pt x="10952" y="8416"/>
                  </a:lnTo>
                  <a:lnTo>
                    <a:pt x="10952" y="8135"/>
                  </a:lnTo>
                  <a:lnTo>
                    <a:pt x="10344" y="7855"/>
                  </a:lnTo>
                  <a:lnTo>
                    <a:pt x="10344" y="6732"/>
                  </a:lnTo>
                  <a:lnTo>
                    <a:pt x="8823" y="3647"/>
                  </a:lnTo>
                  <a:lnTo>
                    <a:pt x="8214" y="3647"/>
                  </a:lnTo>
                  <a:lnTo>
                    <a:pt x="8214" y="3927"/>
                  </a:lnTo>
                  <a:lnTo>
                    <a:pt x="7606" y="3086"/>
                  </a:lnTo>
                  <a:lnTo>
                    <a:pt x="7910" y="2525"/>
                  </a:lnTo>
                  <a:lnTo>
                    <a:pt x="6693" y="1122"/>
                  </a:lnTo>
                  <a:lnTo>
                    <a:pt x="6085" y="1403"/>
                  </a:lnTo>
                  <a:lnTo>
                    <a:pt x="5780" y="2805"/>
                  </a:lnTo>
                  <a:lnTo>
                    <a:pt x="5172" y="2805"/>
                  </a:lnTo>
                  <a:lnTo>
                    <a:pt x="5172" y="0"/>
                  </a:lnTo>
                  <a:lnTo>
                    <a:pt x="4563" y="561"/>
                  </a:lnTo>
                  <a:lnTo>
                    <a:pt x="4259" y="0"/>
                  </a:lnTo>
                  <a:lnTo>
                    <a:pt x="3651" y="561"/>
                  </a:lnTo>
                  <a:lnTo>
                    <a:pt x="3651" y="1122"/>
                  </a:lnTo>
                  <a:lnTo>
                    <a:pt x="3955" y="2244"/>
                  </a:lnTo>
                  <a:lnTo>
                    <a:pt x="2738" y="2244"/>
                  </a:lnTo>
                  <a:lnTo>
                    <a:pt x="3042" y="3366"/>
                  </a:lnTo>
                  <a:lnTo>
                    <a:pt x="3042" y="3927"/>
                  </a:lnTo>
                  <a:lnTo>
                    <a:pt x="3955" y="3927"/>
                  </a:lnTo>
                  <a:lnTo>
                    <a:pt x="3955" y="5891"/>
                  </a:lnTo>
                  <a:lnTo>
                    <a:pt x="3346" y="8416"/>
                  </a:lnTo>
                  <a:lnTo>
                    <a:pt x="1521" y="9538"/>
                  </a:lnTo>
                  <a:lnTo>
                    <a:pt x="913" y="9818"/>
                  </a:lnTo>
                  <a:lnTo>
                    <a:pt x="608" y="10099"/>
                  </a:lnTo>
                  <a:lnTo>
                    <a:pt x="304" y="10940"/>
                  </a:lnTo>
                  <a:lnTo>
                    <a:pt x="304" y="12623"/>
                  </a:lnTo>
                  <a:lnTo>
                    <a:pt x="0" y="13184"/>
                  </a:lnTo>
                  <a:lnTo>
                    <a:pt x="1217" y="13184"/>
                  </a:lnTo>
                  <a:lnTo>
                    <a:pt x="1825" y="12904"/>
                  </a:lnTo>
                  <a:lnTo>
                    <a:pt x="3346" y="13184"/>
                  </a:lnTo>
                  <a:lnTo>
                    <a:pt x="3042" y="13745"/>
                  </a:lnTo>
                  <a:lnTo>
                    <a:pt x="2738" y="13745"/>
                  </a:lnTo>
                  <a:lnTo>
                    <a:pt x="3346" y="14306"/>
                  </a:lnTo>
                  <a:lnTo>
                    <a:pt x="3042" y="15148"/>
                  </a:lnTo>
                  <a:lnTo>
                    <a:pt x="3651" y="15709"/>
                  </a:lnTo>
                  <a:lnTo>
                    <a:pt x="4563" y="15709"/>
                  </a:lnTo>
                  <a:lnTo>
                    <a:pt x="4563" y="16270"/>
                  </a:lnTo>
                  <a:lnTo>
                    <a:pt x="4259" y="16551"/>
                  </a:lnTo>
                  <a:lnTo>
                    <a:pt x="4259" y="17673"/>
                  </a:lnTo>
                  <a:lnTo>
                    <a:pt x="3651" y="17673"/>
                  </a:lnTo>
                  <a:lnTo>
                    <a:pt x="3955" y="18514"/>
                  </a:lnTo>
                  <a:lnTo>
                    <a:pt x="5476" y="18514"/>
                  </a:lnTo>
                  <a:lnTo>
                    <a:pt x="5476" y="19636"/>
                  </a:lnTo>
                  <a:lnTo>
                    <a:pt x="6085" y="19917"/>
                  </a:lnTo>
                  <a:lnTo>
                    <a:pt x="7606" y="20197"/>
                  </a:lnTo>
                  <a:lnTo>
                    <a:pt x="8214" y="19636"/>
                  </a:lnTo>
                  <a:lnTo>
                    <a:pt x="8518" y="19917"/>
                  </a:lnTo>
                  <a:lnTo>
                    <a:pt x="8214" y="20758"/>
                  </a:lnTo>
                  <a:lnTo>
                    <a:pt x="10039" y="21600"/>
                  </a:lnTo>
                  <a:lnTo>
                    <a:pt x="10039" y="18234"/>
                  </a:lnTo>
                  <a:lnTo>
                    <a:pt x="10344" y="17953"/>
                  </a:lnTo>
                  <a:lnTo>
                    <a:pt x="12169" y="17953"/>
                  </a:lnTo>
                  <a:lnTo>
                    <a:pt x="12473" y="17673"/>
                  </a:lnTo>
                  <a:lnTo>
                    <a:pt x="13082" y="17673"/>
                  </a:lnTo>
                  <a:lnTo>
                    <a:pt x="13386" y="17953"/>
                  </a:lnTo>
                  <a:lnTo>
                    <a:pt x="14299" y="17673"/>
                  </a:lnTo>
                  <a:lnTo>
                    <a:pt x="14603" y="17953"/>
                  </a:lnTo>
                  <a:lnTo>
                    <a:pt x="14907" y="17673"/>
                  </a:lnTo>
                  <a:lnTo>
                    <a:pt x="15820" y="18234"/>
                  </a:lnTo>
                  <a:lnTo>
                    <a:pt x="15820" y="17673"/>
                  </a:lnTo>
                  <a:lnTo>
                    <a:pt x="16732" y="17673"/>
                  </a:lnTo>
                  <a:lnTo>
                    <a:pt x="18254" y="17392"/>
                  </a:lnTo>
                  <a:lnTo>
                    <a:pt x="18558" y="16551"/>
                  </a:lnTo>
                  <a:lnTo>
                    <a:pt x="19166" y="16270"/>
                  </a:lnTo>
                  <a:lnTo>
                    <a:pt x="19775" y="1627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23" name="Freeform 23"/>
            <p:cNvSpPr/>
            <p:nvPr/>
          </p:nvSpPr>
          <p:spPr>
            <a:xfrm>
              <a:off x="145276" y="1683225"/>
              <a:ext cx="1765570" cy="1131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57" y="19616"/>
                  </a:moveTo>
                  <a:lnTo>
                    <a:pt x="21171" y="20057"/>
                  </a:lnTo>
                  <a:lnTo>
                    <a:pt x="21028" y="19616"/>
                  </a:lnTo>
                  <a:lnTo>
                    <a:pt x="20742" y="20057"/>
                  </a:lnTo>
                  <a:lnTo>
                    <a:pt x="20885" y="21380"/>
                  </a:lnTo>
                  <a:lnTo>
                    <a:pt x="20742" y="21600"/>
                  </a:lnTo>
                  <a:lnTo>
                    <a:pt x="20313" y="21380"/>
                  </a:lnTo>
                  <a:lnTo>
                    <a:pt x="19883" y="20939"/>
                  </a:lnTo>
                  <a:lnTo>
                    <a:pt x="19883" y="20498"/>
                  </a:lnTo>
                  <a:lnTo>
                    <a:pt x="19454" y="20718"/>
                  </a:lnTo>
                  <a:lnTo>
                    <a:pt x="18310" y="20057"/>
                  </a:lnTo>
                  <a:lnTo>
                    <a:pt x="18310" y="19837"/>
                  </a:lnTo>
                  <a:lnTo>
                    <a:pt x="18596" y="19616"/>
                  </a:lnTo>
                  <a:lnTo>
                    <a:pt x="18596" y="19176"/>
                  </a:lnTo>
                  <a:lnTo>
                    <a:pt x="18310" y="18955"/>
                  </a:lnTo>
                  <a:lnTo>
                    <a:pt x="18453" y="18735"/>
                  </a:lnTo>
                  <a:lnTo>
                    <a:pt x="18167" y="18073"/>
                  </a:lnTo>
                  <a:lnTo>
                    <a:pt x="17595" y="18514"/>
                  </a:lnTo>
                  <a:lnTo>
                    <a:pt x="17452" y="18735"/>
                  </a:lnTo>
                  <a:lnTo>
                    <a:pt x="17166" y="18735"/>
                  </a:lnTo>
                  <a:lnTo>
                    <a:pt x="16593" y="17853"/>
                  </a:lnTo>
                  <a:lnTo>
                    <a:pt x="15449" y="19176"/>
                  </a:lnTo>
                  <a:lnTo>
                    <a:pt x="14877" y="19176"/>
                  </a:lnTo>
                  <a:lnTo>
                    <a:pt x="14734" y="19837"/>
                  </a:lnTo>
                  <a:lnTo>
                    <a:pt x="14448" y="19837"/>
                  </a:lnTo>
                  <a:lnTo>
                    <a:pt x="13589" y="20498"/>
                  </a:lnTo>
                  <a:lnTo>
                    <a:pt x="13017" y="20278"/>
                  </a:lnTo>
                  <a:lnTo>
                    <a:pt x="12731" y="19616"/>
                  </a:lnTo>
                  <a:lnTo>
                    <a:pt x="11730" y="19616"/>
                  </a:lnTo>
                  <a:lnTo>
                    <a:pt x="11873" y="18955"/>
                  </a:lnTo>
                  <a:lnTo>
                    <a:pt x="11301" y="18735"/>
                  </a:lnTo>
                  <a:lnTo>
                    <a:pt x="10728" y="18735"/>
                  </a:lnTo>
                  <a:lnTo>
                    <a:pt x="10442" y="19396"/>
                  </a:lnTo>
                  <a:lnTo>
                    <a:pt x="9870" y="20057"/>
                  </a:lnTo>
                  <a:lnTo>
                    <a:pt x="9584" y="20057"/>
                  </a:lnTo>
                  <a:lnTo>
                    <a:pt x="9727" y="18735"/>
                  </a:lnTo>
                  <a:lnTo>
                    <a:pt x="8154" y="18514"/>
                  </a:lnTo>
                  <a:lnTo>
                    <a:pt x="7581" y="17633"/>
                  </a:lnTo>
                  <a:lnTo>
                    <a:pt x="7295" y="17633"/>
                  </a:lnTo>
                  <a:lnTo>
                    <a:pt x="7009" y="17853"/>
                  </a:lnTo>
                  <a:lnTo>
                    <a:pt x="6437" y="17192"/>
                  </a:lnTo>
                  <a:lnTo>
                    <a:pt x="6008" y="16531"/>
                  </a:lnTo>
                  <a:lnTo>
                    <a:pt x="5722" y="16310"/>
                  </a:lnTo>
                  <a:lnTo>
                    <a:pt x="5007" y="14988"/>
                  </a:lnTo>
                  <a:lnTo>
                    <a:pt x="4864" y="14327"/>
                  </a:lnTo>
                  <a:lnTo>
                    <a:pt x="4721" y="14106"/>
                  </a:lnTo>
                  <a:lnTo>
                    <a:pt x="4434" y="14106"/>
                  </a:lnTo>
                  <a:lnTo>
                    <a:pt x="4005" y="12784"/>
                  </a:lnTo>
                  <a:lnTo>
                    <a:pt x="3719" y="12563"/>
                  </a:lnTo>
                  <a:lnTo>
                    <a:pt x="3433" y="11682"/>
                  </a:lnTo>
                  <a:lnTo>
                    <a:pt x="2861" y="10580"/>
                  </a:lnTo>
                  <a:lnTo>
                    <a:pt x="2575" y="10580"/>
                  </a:lnTo>
                  <a:lnTo>
                    <a:pt x="2146" y="11241"/>
                  </a:lnTo>
                  <a:lnTo>
                    <a:pt x="1717" y="10359"/>
                  </a:lnTo>
                  <a:lnTo>
                    <a:pt x="1144" y="9037"/>
                  </a:lnTo>
                  <a:lnTo>
                    <a:pt x="715" y="8376"/>
                  </a:lnTo>
                  <a:lnTo>
                    <a:pt x="572" y="7494"/>
                  </a:lnTo>
                  <a:lnTo>
                    <a:pt x="143" y="7714"/>
                  </a:lnTo>
                  <a:lnTo>
                    <a:pt x="0" y="7053"/>
                  </a:lnTo>
                  <a:lnTo>
                    <a:pt x="143" y="6833"/>
                  </a:lnTo>
                  <a:lnTo>
                    <a:pt x="286" y="4849"/>
                  </a:lnTo>
                  <a:lnTo>
                    <a:pt x="572" y="4629"/>
                  </a:lnTo>
                  <a:lnTo>
                    <a:pt x="858" y="5290"/>
                  </a:lnTo>
                  <a:lnTo>
                    <a:pt x="1144" y="5069"/>
                  </a:lnTo>
                  <a:lnTo>
                    <a:pt x="1430" y="5069"/>
                  </a:lnTo>
                  <a:lnTo>
                    <a:pt x="1287" y="3967"/>
                  </a:lnTo>
                  <a:lnTo>
                    <a:pt x="1430" y="3527"/>
                  </a:lnTo>
                  <a:lnTo>
                    <a:pt x="1001" y="3306"/>
                  </a:lnTo>
                  <a:lnTo>
                    <a:pt x="1001" y="2645"/>
                  </a:lnTo>
                  <a:lnTo>
                    <a:pt x="1144" y="1543"/>
                  </a:lnTo>
                  <a:lnTo>
                    <a:pt x="1430" y="1322"/>
                  </a:lnTo>
                  <a:lnTo>
                    <a:pt x="2146" y="1543"/>
                  </a:lnTo>
                  <a:lnTo>
                    <a:pt x="2718" y="1102"/>
                  </a:lnTo>
                  <a:lnTo>
                    <a:pt x="3147" y="0"/>
                  </a:lnTo>
                  <a:lnTo>
                    <a:pt x="3719" y="220"/>
                  </a:lnTo>
                  <a:lnTo>
                    <a:pt x="4864" y="882"/>
                  </a:lnTo>
                  <a:lnTo>
                    <a:pt x="5150" y="441"/>
                  </a:lnTo>
                  <a:lnTo>
                    <a:pt x="6008" y="661"/>
                  </a:lnTo>
                  <a:lnTo>
                    <a:pt x="6151" y="1543"/>
                  </a:lnTo>
                  <a:lnTo>
                    <a:pt x="7295" y="1984"/>
                  </a:lnTo>
                  <a:lnTo>
                    <a:pt x="7725" y="1543"/>
                  </a:lnTo>
                  <a:lnTo>
                    <a:pt x="9012" y="1543"/>
                  </a:lnTo>
                  <a:lnTo>
                    <a:pt x="9441" y="1102"/>
                  </a:lnTo>
                  <a:lnTo>
                    <a:pt x="11444" y="882"/>
                  </a:lnTo>
                  <a:lnTo>
                    <a:pt x="11873" y="1543"/>
                  </a:lnTo>
                  <a:lnTo>
                    <a:pt x="12445" y="1763"/>
                  </a:lnTo>
                  <a:lnTo>
                    <a:pt x="12731" y="1984"/>
                  </a:lnTo>
                  <a:lnTo>
                    <a:pt x="12874" y="2424"/>
                  </a:lnTo>
                  <a:lnTo>
                    <a:pt x="12588" y="2645"/>
                  </a:lnTo>
                  <a:lnTo>
                    <a:pt x="13017" y="2865"/>
                  </a:lnTo>
                  <a:lnTo>
                    <a:pt x="13017" y="3747"/>
                  </a:lnTo>
                  <a:lnTo>
                    <a:pt x="12588" y="4629"/>
                  </a:lnTo>
                  <a:lnTo>
                    <a:pt x="12731" y="5069"/>
                  </a:lnTo>
                  <a:lnTo>
                    <a:pt x="12588" y="6392"/>
                  </a:lnTo>
                  <a:lnTo>
                    <a:pt x="12445" y="6833"/>
                  </a:lnTo>
                  <a:lnTo>
                    <a:pt x="12731" y="8155"/>
                  </a:lnTo>
                  <a:lnTo>
                    <a:pt x="13160" y="8816"/>
                  </a:lnTo>
                  <a:lnTo>
                    <a:pt x="14019" y="8816"/>
                  </a:lnTo>
                  <a:lnTo>
                    <a:pt x="14877" y="10139"/>
                  </a:lnTo>
                  <a:lnTo>
                    <a:pt x="15449" y="10359"/>
                  </a:lnTo>
                  <a:lnTo>
                    <a:pt x="16736" y="11461"/>
                  </a:lnTo>
                  <a:lnTo>
                    <a:pt x="17309" y="11020"/>
                  </a:lnTo>
                  <a:lnTo>
                    <a:pt x="18167" y="12343"/>
                  </a:lnTo>
                  <a:lnTo>
                    <a:pt x="18024" y="13224"/>
                  </a:lnTo>
                  <a:lnTo>
                    <a:pt x="18596" y="13224"/>
                  </a:lnTo>
                  <a:lnTo>
                    <a:pt x="18596" y="13665"/>
                  </a:lnTo>
                  <a:lnTo>
                    <a:pt x="19025" y="13665"/>
                  </a:lnTo>
                  <a:lnTo>
                    <a:pt x="18882" y="13004"/>
                  </a:lnTo>
                  <a:lnTo>
                    <a:pt x="19168" y="13004"/>
                  </a:lnTo>
                  <a:lnTo>
                    <a:pt x="19311" y="13224"/>
                  </a:lnTo>
                  <a:lnTo>
                    <a:pt x="19597" y="13224"/>
                  </a:lnTo>
                  <a:lnTo>
                    <a:pt x="19597" y="12784"/>
                  </a:lnTo>
                  <a:lnTo>
                    <a:pt x="20026" y="12784"/>
                  </a:lnTo>
                  <a:lnTo>
                    <a:pt x="20313" y="12122"/>
                  </a:lnTo>
                  <a:lnTo>
                    <a:pt x="20599" y="11902"/>
                  </a:lnTo>
                  <a:lnTo>
                    <a:pt x="21028" y="12563"/>
                  </a:lnTo>
                  <a:lnTo>
                    <a:pt x="21028" y="13224"/>
                  </a:lnTo>
                  <a:lnTo>
                    <a:pt x="21600" y="14767"/>
                  </a:lnTo>
                  <a:lnTo>
                    <a:pt x="21314" y="14988"/>
                  </a:lnTo>
                  <a:lnTo>
                    <a:pt x="21600" y="15869"/>
                  </a:lnTo>
                  <a:lnTo>
                    <a:pt x="21600" y="16751"/>
                  </a:lnTo>
                  <a:lnTo>
                    <a:pt x="21457" y="19616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24" name="Freeform 36"/>
            <p:cNvSpPr/>
            <p:nvPr/>
          </p:nvSpPr>
          <p:spPr>
            <a:xfrm>
              <a:off x="0" y="339768"/>
              <a:ext cx="1856718" cy="14878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888"/>
                  </a:moveTo>
                  <a:lnTo>
                    <a:pt x="21328" y="12056"/>
                  </a:lnTo>
                  <a:lnTo>
                    <a:pt x="21328" y="12558"/>
                  </a:lnTo>
                  <a:lnTo>
                    <a:pt x="21057" y="13228"/>
                  </a:lnTo>
                  <a:lnTo>
                    <a:pt x="19970" y="13228"/>
                  </a:lnTo>
                  <a:lnTo>
                    <a:pt x="19970" y="13563"/>
                  </a:lnTo>
                  <a:lnTo>
                    <a:pt x="19562" y="13898"/>
                  </a:lnTo>
                  <a:lnTo>
                    <a:pt x="18883" y="14233"/>
                  </a:lnTo>
                  <a:lnTo>
                    <a:pt x="18340" y="15070"/>
                  </a:lnTo>
                  <a:lnTo>
                    <a:pt x="18068" y="14902"/>
                  </a:lnTo>
                  <a:lnTo>
                    <a:pt x="17796" y="15237"/>
                  </a:lnTo>
                  <a:lnTo>
                    <a:pt x="17660" y="17079"/>
                  </a:lnTo>
                  <a:lnTo>
                    <a:pt x="15894" y="17247"/>
                  </a:lnTo>
                  <a:lnTo>
                    <a:pt x="15079" y="17581"/>
                  </a:lnTo>
                  <a:lnTo>
                    <a:pt x="14943" y="18419"/>
                  </a:lnTo>
                  <a:lnTo>
                    <a:pt x="15623" y="19423"/>
                  </a:lnTo>
                  <a:lnTo>
                    <a:pt x="15623" y="19758"/>
                  </a:lnTo>
                  <a:lnTo>
                    <a:pt x="15079" y="20260"/>
                  </a:lnTo>
                  <a:lnTo>
                    <a:pt x="15079" y="20763"/>
                  </a:lnTo>
                  <a:lnTo>
                    <a:pt x="15215" y="20930"/>
                  </a:lnTo>
                  <a:lnTo>
                    <a:pt x="15215" y="21600"/>
                  </a:lnTo>
                  <a:lnTo>
                    <a:pt x="14264" y="21098"/>
                  </a:lnTo>
                  <a:lnTo>
                    <a:pt x="14264" y="21265"/>
                  </a:lnTo>
                  <a:lnTo>
                    <a:pt x="13857" y="21265"/>
                  </a:lnTo>
                  <a:lnTo>
                    <a:pt x="13721" y="20930"/>
                  </a:lnTo>
                  <a:lnTo>
                    <a:pt x="12906" y="20428"/>
                  </a:lnTo>
                  <a:lnTo>
                    <a:pt x="12498" y="20093"/>
                  </a:lnTo>
                  <a:lnTo>
                    <a:pt x="10596" y="20260"/>
                  </a:lnTo>
                  <a:lnTo>
                    <a:pt x="10189" y="20595"/>
                  </a:lnTo>
                  <a:lnTo>
                    <a:pt x="8966" y="20595"/>
                  </a:lnTo>
                  <a:lnTo>
                    <a:pt x="8694" y="20763"/>
                  </a:lnTo>
                  <a:lnTo>
                    <a:pt x="7472" y="20595"/>
                  </a:lnTo>
                  <a:lnTo>
                    <a:pt x="7336" y="19926"/>
                  </a:lnTo>
                  <a:lnTo>
                    <a:pt x="6521" y="19758"/>
                  </a:lnTo>
                  <a:lnTo>
                    <a:pt x="6249" y="20093"/>
                  </a:lnTo>
                  <a:lnTo>
                    <a:pt x="5026" y="19423"/>
                  </a:lnTo>
                  <a:lnTo>
                    <a:pt x="4619" y="19423"/>
                  </a:lnTo>
                  <a:lnTo>
                    <a:pt x="4211" y="20260"/>
                  </a:lnTo>
                  <a:lnTo>
                    <a:pt x="3668" y="20595"/>
                  </a:lnTo>
                  <a:lnTo>
                    <a:pt x="2989" y="20428"/>
                  </a:lnTo>
                  <a:lnTo>
                    <a:pt x="2581" y="19758"/>
                  </a:lnTo>
                  <a:lnTo>
                    <a:pt x="2581" y="18251"/>
                  </a:lnTo>
                  <a:lnTo>
                    <a:pt x="1766" y="18084"/>
                  </a:lnTo>
                  <a:lnTo>
                    <a:pt x="1223" y="17079"/>
                  </a:lnTo>
                  <a:lnTo>
                    <a:pt x="951" y="16744"/>
                  </a:lnTo>
                  <a:lnTo>
                    <a:pt x="815" y="16409"/>
                  </a:lnTo>
                  <a:lnTo>
                    <a:pt x="1087" y="16242"/>
                  </a:lnTo>
                  <a:lnTo>
                    <a:pt x="1087" y="15740"/>
                  </a:lnTo>
                  <a:lnTo>
                    <a:pt x="679" y="14902"/>
                  </a:lnTo>
                  <a:lnTo>
                    <a:pt x="272" y="14735"/>
                  </a:lnTo>
                  <a:lnTo>
                    <a:pt x="0" y="14400"/>
                  </a:lnTo>
                  <a:lnTo>
                    <a:pt x="272" y="14233"/>
                  </a:lnTo>
                  <a:lnTo>
                    <a:pt x="543" y="14400"/>
                  </a:lnTo>
                  <a:lnTo>
                    <a:pt x="679" y="14065"/>
                  </a:lnTo>
                  <a:lnTo>
                    <a:pt x="543" y="12893"/>
                  </a:lnTo>
                  <a:lnTo>
                    <a:pt x="815" y="12391"/>
                  </a:lnTo>
                  <a:lnTo>
                    <a:pt x="408" y="11888"/>
                  </a:lnTo>
                  <a:lnTo>
                    <a:pt x="0" y="11888"/>
                  </a:lnTo>
                  <a:lnTo>
                    <a:pt x="0" y="10884"/>
                  </a:lnTo>
                  <a:lnTo>
                    <a:pt x="815" y="9712"/>
                  </a:lnTo>
                  <a:lnTo>
                    <a:pt x="1494" y="9712"/>
                  </a:lnTo>
                  <a:lnTo>
                    <a:pt x="1902" y="9377"/>
                  </a:lnTo>
                  <a:lnTo>
                    <a:pt x="2309" y="9544"/>
                  </a:lnTo>
                  <a:lnTo>
                    <a:pt x="2445" y="9377"/>
                  </a:lnTo>
                  <a:lnTo>
                    <a:pt x="2581" y="10047"/>
                  </a:lnTo>
                  <a:lnTo>
                    <a:pt x="2853" y="9879"/>
                  </a:lnTo>
                  <a:lnTo>
                    <a:pt x="3396" y="10047"/>
                  </a:lnTo>
                  <a:lnTo>
                    <a:pt x="3532" y="9544"/>
                  </a:lnTo>
                  <a:lnTo>
                    <a:pt x="5162" y="9544"/>
                  </a:lnTo>
                  <a:lnTo>
                    <a:pt x="5434" y="9042"/>
                  </a:lnTo>
                  <a:lnTo>
                    <a:pt x="7064" y="8874"/>
                  </a:lnTo>
                  <a:lnTo>
                    <a:pt x="7200" y="8540"/>
                  </a:lnTo>
                  <a:lnTo>
                    <a:pt x="7200" y="7870"/>
                  </a:lnTo>
                  <a:lnTo>
                    <a:pt x="7879" y="7367"/>
                  </a:lnTo>
                  <a:lnTo>
                    <a:pt x="8015" y="4856"/>
                  </a:lnTo>
                  <a:lnTo>
                    <a:pt x="7743" y="4688"/>
                  </a:lnTo>
                  <a:lnTo>
                    <a:pt x="7743" y="4186"/>
                  </a:lnTo>
                  <a:lnTo>
                    <a:pt x="9781" y="4353"/>
                  </a:lnTo>
                  <a:lnTo>
                    <a:pt x="10053" y="4688"/>
                  </a:lnTo>
                  <a:lnTo>
                    <a:pt x="10325" y="3684"/>
                  </a:lnTo>
                  <a:lnTo>
                    <a:pt x="11275" y="2009"/>
                  </a:lnTo>
                  <a:lnTo>
                    <a:pt x="12634" y="2847"/>
                  </a:lnTo>
                  <a:lnTo>
                    <a:pt x="13313" y="2679"/>
                  </a:lnTo>
                  <a:lnTo>
                    <a:pt x="13449" y="2177"/>
                  </a:lnTo>
                  <a:lnTo>
                    <a:pt x="13313" y="1674"/>
                  </a:lnTo>
                  <a:lnTo>
                    <a:pt x="13857" y="1005"/>
                  </a:lnTo>
                  <a:lnTo>
                    <a:pt x="14264" y="837"/>
                  </a:lnTo>
                  <a:lnTo>
                    <a:pt x="14808" y="502"/>
                  </a:lnTo>
                  <a:lnTo>
                    <a:pt x="14943" y="0"/>
                  </a:lnTo>
                  <a:lnTo>
                    <a:pt x="15758" y="167"/>
                  </a:lnTo>
                  <a:lnTo>
                    <a:pt x="15758" y="335"/>
                  </a:lnTo>
                  <a:lnTo>
                    <a:pt x="15487" y="670"/>
                  </a:lnTo>
                  <a:lnTo>
                    <a:pt x="15758" y="1005"/>
                  </a:lnTo>
                  <a:lnTo>
                    <a:pt x="15894" y="1507"/>
                  </a:lnTo>
                  <a:lnTo>
                    <a:pt x="16302" y="2344"/>
                  </a:lnTo>
                  <a:lnTo>
                    <a:pt x="16709" y="2512"/>
                  </a:lnTo>
                  <a:lnTo>
                    <a:pt x="17389" y="3014"/>
                  </a:lnTo>
                  <a:lnTo>
                    <a:pt x="17389" y="4186"/>
                  </a:lnTo>
                  <a:lnTo>
                    <a:pt x="17660" y="5191"/>
                  </a:lnTo>
                  <a:lnTo>
                    <a:pt x="17117" y="6363"/>
                  </a:lnTo>
                  <a:lnTo>
                    <a:pt x="17253" y="7033"/>
                  </a:lnTo>
                  <a:lnTo>
                    <a:pt x="17796" y="7535"/>
                  </a:lnTo>
                  <a:lnTo>
                    <a:pt x="18883" y="7702"/>
                  </a:lnTo>
                  <a:lnTo>
                    <a:pt x="19698" y="8205"/>
                  </a:lnTo>
                  <a:lnTo>
                    <a:pt x="20513" y="9209"/>
                  </a:lnTo>
                  <a:lnTo>
                    <a:pt x="20921" y="9209"/>
                  </a:lnTo>
                  <a:lnTo>
                    <a:pt x="20921" y="10047"/>
                  </a:lnTo>
                  <a:lnTo>
                    <a:pt x="21192" y="10884"/>
                  </a:lnTo>
                  <a:lnTo>
                    <a:pt x="21600" y="11888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25" name="Freeform 15"/>
            <p:cNvSpPr/>
            <p:nvPr/>
          </p:nvSpPr>
          <p:spPr>
            <a:xfrm>
              <a:off x="3454082" y="2067167"/>
              <a:ext cx="523880" cy="460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80" y="0"/>
                  </a:moveTo>
                  <a:lnTo>
                    <a:pt x="9120" y="0"/>
                  </a:lnTo>
                  <a:lnTo>
                    <a:pt x="7200" y="3240"/>
                  </a:lnTo>
                  <a:lnTo>
                    <a:pt x="5760" y="3780"/>
                  </a:lnTo>
                  <a:lnTo>
                    <a:pt x="5760" y="2700"/>
                  </a:lnTo>
                  <a:lnTo>
                    <a:pt x="4800" y="2700"/>
                  </a:lnTo>
                  <a:lnTo>
                    <a:pt x="3840" y="3780"/>
                  </a:lnTo>
                  <a:lnTo>
                    <a:pt x="1920" y="2700"/>
                  </a:lnTo>
                  <a:lnTo>
                    <a:pt x="1440" y="2160"/>
                  </a:lnTo>
                  <a:lnTo>
                    <a:pt x="480" y="1620"/>
                  </a:lnTo>
                  <a:lnTo>
                    <a:pt x="480" y="2700"/>
                  </a:lnTo>
                  <a:lnTo>
                    <a:pt x="0" y="3240"/>
                  </a:lnTo>
                  <a:lnTo>
                    <a:pt x="1920" y="3780"/>
                  </a:lnTo>
                  <a:lnTo>
                    <a:pt x="2400" y="5400"/>
                  </a:lnTo>
                  <a:lnTo>
                    <a:pt x="3360" y="5400"/>
                  </a:lnTo>
                  <a:lnTo>
                    <a:pt x="4800" y="7560"/>
                  </a:lnTo>
                  <a:lnTo>
                    <a:pt x="6240" y="7020"/>
                  </a:lnTo>
                  <a:lnTo>
                    <a:pt x="6240" y="9720"/>
                  </a:lnTo>
                  <a:lnTo>
                    <a:pt x="8160" y="12420"/>
                  </a:lnTo>
                  <a:lnTo>
                    <a:pt x="9120" y="12420"/>
                  </a:lnTo>
                  <a:lnTo>
                    <a:pt x="9600" y="11340"/>
                  </a:lnTo>
                  <a:lnTo>
                    <a:pt x="11040" y="12960"/>
                  </a:lnTo>
                  <a:lnTo>
                    <a:pt x="10080" y="14040"/>
                  </a:lnTo>
                  <a:lnTo>
                    <a:pt x="9600" y="13500"/>
                  </a:lnTo>
                  <a:lnTo>
                    <a:pt x="8640" y="12960"/>
                  </a:lnTo>
                  <a:lnTo>
                    <a:pt x="8640" y="15120"/>
                  </a:lnTo>
                  <a:lnTo>
                    <a:pt x="8160" y="16200"/>
                  </a:lnTo>
                  <a:lnTo>
                    <a:pt x="9600" y="18360"/>
                  </a:lnTo>
                  <a:lnTo>
                    <a:pt x="9600" y="19980"/>
                  </a:lnTo>
                  <a:lnTo>
                    <a:pt x="12000" y="19980"/>
                  </a:lnTo>
                  <a:lnTo>
                    <a:pt x="12960" y="21060"/>
                  </a:lnTo>
                  <a:lnTo>
                    <a:pt x="14400" y="20520"/>
                  </a:lnTo>
                  <a:lnTo>
                    <a:pt x="16320" y="21600"/>
                  </a:lnTo>
                  <a:lnTo>
                    <a:pt x="17760" y="19980"/>
                  </a:lnTo>
                  <a:lnTo>
                    <a:pt x="19200" y="17280"/>
                  </a:lnTo>
                  <a:lnTo>
                    <a:pt x="17280" y="16200"/>
                  </a:lnTo>
                  <a:lnTo>
                    <a:pt x="19200" y="15660"/>
                  </a:lnTo>
                  <a:lnTo>
                    <a:pt x="19680" y="16200"/>
                  </a:lnTo>
                  <a:lnTo>
                    <a:pt x="21600" y="15660"/>
                  </a:lnTo>
                  <a:lnTo>
                    <a:pt x="21600" y="15120"/>
                  </a:lnTo>
                  <a:lnTo>
                    <a:pt x="19200" y="13500"/>
                  </a:lnTo>
                  <a:lnTo>
                    <a:pt x="19200" y="12420"/>
                  </a:lnTo>
                  <a:lnTo>
                    <a:pt x="17280" y="11340"/>
                  </a:lnTo>
                  <a:lnTo>
                    <a:pt x="16320" y="8640"/>
                  </a:lnTo>
                  <a:lnTo>
                    <a:pt x="13920" y="4320"/>
                  </a:lnTo>
                  <a:lnTo>
                    <a:pt x="13920" y="2700"/>
                  </a:lnTo>
                  <a:lnTo>
                    <a:pt x="11520" y="2160"/>
                  </a:lnTo>
                  <a:lnTo>
                    <a:pt x="10560" y="1620"/>
                  </a:lnTo>
                  <a:lnTo>
                    <a:pt x="10080" y="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26" name="Freeform 17"/>
            <p:cNvSpPr/>
            <p:nvPr/>
          </p:nvSpPr>
          <p:spPr>
            <a:xfrm>
              <a:off x="3650170" y="2491643"/>
              <a:ext cx="348553" cy="4268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560" y="1168"/>
                  </a:moveTo>
                  <a:lnTo>
                    <a:pt x="14400" y="0"/>
                  </a:lnTo>
                  <a:lnTo>
                    <a:pt x="12240" y="1751"/>
                  </a:lnTo>
                  <a:lnTo>
                    <a:pt x="9360" y="584"/>
                  </a:lnTo>
                  <a:lnTo>
                    <a:pt x="7200" y="1168"/>
                  </a:lnTo>
                  <a:lnTo>
                    <a:pt x="5760" y="3503"/>
                  </a:lnTo>
                  <a:lnTo>
                    <a:pt x="6480" y="5254"/>
                  </a:lnTo>
                  <a:lnTo>
                    <a:pt x="5040" y="5254"/>
                  </a:lnTo>
                  <a:lnTo>
                    <a:pt x="4320" y="4670"/>
                  </a:lnTo>
                  <a:lnTo>
                    <a:pt x="3600" y="4670"/>
                  </a:lnTo>
                  <a:lnTo>
                    <a:pt x="3600" y="8173"/>
                  </a:lnTo>
                  <a:lnTo>
                    <a:pt x="720" y="9924"/>
                  </a:lnTo>
                  <a:lnTo>
                    <a:pt x="0" y="10508"/>
                  </a:lnTo>
                  <a:lnTo>
                    <a:pt x="0" y="12843"/>
                  </a:lnTo>
                  <a:lnTo>
                    <a:pt x="2160" y="14011"/>
                  </a:lnTo>
                  <a:lnTo>
                    <a:pt x="2160" y="16930"/>
                  </a:lnTo>
                  <a:lnTo>
                    <a:pt x="4320" y="16930"/>
                  </a:lnTo>
                  <a:lnTo>
                    <a:pt x="4320" y="18097"/>
                  </a:lnTo>
                  <a:lnTo>
                    <a:pt x="5040" y="19265"/>
                  </a:lnTo>
                  <a:lnTo>
                    <a:pt x="5760" y="21016"/>
                  </a:lnTo>
                  <a:lnTo>
                    <a:pt x="7920" y="21016"/>
                  </a:lnTo>
                  <a:lnTo>
                    <a:pt x="9360" y="19265"/>
                  </a:lnTo>
                  <a:lnTo>
                    <a:pt x="10080" y="19265"/>
                  </a:lnTo>
                  <a:lnTo>
                    <a:pt x="10080" y="20432"/>
                  </a:lnTo>
                  <a:lnTo>
                    <a:pt x="10800" y="21016"/>
                  </a:lnTo>
                  <a:lnTo>
                    <a:pt x="12240" y="21016"/>
                  </a:lnTo>
                  <a:lnTo>
                    <a:pt x="12240" y="20432"/>
                  </a:lnTo>
                  <a:lnTo>
                    <a:pt x="13680" y="20432"/>
                  </a:lnTo>
                  <a:lnTo>
                    <a:pt x="13680" y="21016"/>
                  </a:lnTo>
                  <a:lnTo>
                    <a:pt x="14400" y="21600"/>
                  </a:lnTo>
                  <a:lnTo>
                    <a:pt x="15840" y="21016"/>
                  </a:lnTo>
                  <a:lnTo>
                    <a:pt x="16560" y="18681"/>
                  </a:lnTo>
                  <a:lnTo>
                    <a:pt x="16560" y="16346"/>
                  </a:lnTo>
                  <a:lnTo>
                    <a:pt x="18000" y="16346"/>
                  </a:lnTo>
                  <a:lnTo>
                    <a:pt x="18000" y="14595"/>
                  </a:lnTo>
                  <a:lnTo>
                    <a:pt x="19440" y="15762"/>
                  </a:lnTo>
                  <a:lnTo>
                    <a:pt x="20880" y="14011"/>
                  </a:lnTo>
                  <a:lnTo>
                    <a:pt x="19440" y="12843"/>
                  </a:lnTo>
                  <a:lnTo>
                    <a:pt x="19440" y="12259"/>
                  </a:lnTo>
                  <a:lnTo>
                    <a:pt x="20880" y="11676"/>
                  </a:lnTo>
                  <a:lnTo>
                    <a:pt x="20160" y="9924"/>
                  </a:lnTo>
                  <a:lnTo>
                    <a:pt x="19440" y="9341"/>
                  </a:lnTo>
                  <a:lnTo>
                    <a:pt x="21600" y="9924"/>
                  </a:lnTo>
                  <a:lnTo>
                    <a:pt x="21600" y="7589"/>
                  </a:lnTo>
                  <a:lnTo>
                    <a:pt x="19440" y="8757"/>
                  </a:lnTo>
                  <a:lnTo>
                    <a:pt x="21600" y="5838"/>
                  </a:lnTo>
                  <a:lnTo>
                    <a:pt x="18000" y="4086"/>
                  </a:lnTo>
                  <a:lnTo>
                    <a:pt x="15840" y="4086"/>
                  </a:lnTo>
                  <a:lnTo>
                    <a:pt x="14400" y="5254"/>
                  </a:lnTo>
                  <a:lnTo>
                    <a:pt x="13680" y="3503"/>
                  </a:lnTo>
                  <a:lnTo>
                    <a:pt x="16560" y="1168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27" name="Freeform 37"/>
            <p:cNvSpPr/>
            <p:nvPr/>
          </p:nvSpPr>
          <p:spPr>
            <a:xfrm>
              <a:off x="3872571" y="3081358"/>
              <a:ext cx="184498" cy="3708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50" y="19575"/>
                  </a:moveTo>
                  <a:lnTo>
                    <a:pt x="5400" y="20925"/>
                  </a:lnTo>
                  <a:lnTo>
                    <a:pt x="9450" y="21600"/>
                  </a:lnTo>
                  <a:lnTo>
                    <a:pt x="10800" y="18900"/>
                  </a:lnTo>
                  <a:lnTo>
                    <a:pt x="17550" y="15525"/>
                  </a:lnTo>
                  <a:lnTo>
                    <a:pt x="17550" y="10800"/>
                  </a:lnTo>
                  <a:lnTo>
                    <a:pt x="20250" y="8100"/>
                  </a:lnTo>
                  <a:lnTo>
                    <a:pt x="21600" y="6075"/>
                  </a:lnTo>
                  <a:lnTo>
                    <a:pt x="18900" y="4725"/>
                  </a:lnTo>
                  <a:lnTo>
                    <a:pt x="17550" y="0"/>
                  </a:lnTo>
                  <a:lnTo>
                    <a:pt x="10800" y="2025"/>
                  </a:lnTo>
                  <a:lnTo>
                    <a:pt x="8100" y="2025"/>
                  </a:lnTo>
                  <a:lnTo>
                    <a:pt x="9450" y="3375"/>
                  </a:lnTo>
                  <a:lnTo>
                    <a:pt x="4050" y="6075"/>
                  </a:lnTo>
                  <a:lnTo>
                    <a:pt x="4050" y="9450"/>
                  </a:lnTo>
                  <a:lnTo>
                    <a:pt x="0" y="11475"/>
                  </a:lnTo>
                  <a:lnTo>
                    <a:pt x="1350" y="14175"/>
                  </a:lnTo>
                  <a:lnTo>
                    <a:pt x="2700" y="18900"/>
                  </a:lnTo>
                  <a:lnTo>
                    <a:pt x="4050" y="19575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28" name="Freeform 13"/>
            <p:cNvSpPr/>
            <p:nvPr/>
          </p:nvSpPr>
          <p:spPr>
            <a:xfrm>
              <a:off x="3438712" y="1523106"/>
              <a:ext cx="48318" cy="57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5400" y="21600"/>
                  </a:lnTo>
                  <a:lnTo>
                    <a:pt x="5400" y="12960"/>
                  </a:lnTo>
                  <a:lnTo>
                    <a:pt x="0" y="0"/>
                  </a:lnTo>
                  <a:lnTo>
                    <a:pt x="16200" y="4320"/>
                  </a:lnTo>
                  <a:lnTo>
                    <a:pt x="21600" y="2160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29" name="Freeform 11"/>
            <p:cNvSpPr/>
            <p:nvPr/>
          </p:nvSpPr>
          <p:spPr>
            <a:xfrm>
              <a:off x="3332985" y="1420262"/>
              <a:ext cx="163818" cy="1834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lnTo>
                    <a:pt x="18514" y="6750"/>
                  </a:lnTo>
                  <a:lnTo>
                    <a:pt x="21600" y="2700"/>
                  </a:lnTo>
                  <a:lnTo>
                    <a:pt x="15429" y="2700"/>
                  </a:lnTo>
                  <a:lnTo>
                    <a:pt x="13886" y="0"/>
                  </a:lnTo>
                  <a:lnTo>
                    <a:pt x="10800" y="0"/>
                  </a:lnTo>
                  <a:lnTo>
                    <a:pt x="9257" y="5400"/>
                  </a:lnTo>
                  <a:lnTo>
                    <a:pt x="6171" y="5400"/>
                  </a:lnTo>
                  <a:lnTo>
                    <a:pt x="0" y="14850"/>
                  </a:lnTo>
                  <a:lnTo>
                    <a:pt x="0" y="20250"/>
                  </a:lnTo>
                  <a:lnTo>
                    <a:pt x="6171" y="20250"/>
                  </a:lnTo>
                  <a:lnTo>
                    <a:pt x="9257" y="21600"/>
                  </a:lnTo>
                  <a:lnTo>
                    <a:pt x="15429" y="18900"/>
                  </a:lnTo>
                  <a:lnTo>
                    <a:pt x="15429" y="16200"/>
                  </a:lnTo>
                  <a:lnTo>
                    <a:pt x="13886" y="13500"/>
                  </a:lnTo>
                  <a:lnTo>
                    <a:pt x="18514" y="13500"/>
                  </a:lnTo>
                  <a:lnTo>
                    <a:pt x="21600" y="1080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30" name="Freeform 12"/>
            <p:cNvSpPr/>
            <p:nvPr/>
          </p:nvSpPr>
          <p:spPr>
            <a:xfrm>
              <a:off x="3438713" y="1511387"/>
              <a:ext cx="128576" cy="173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400"/>
                  </a:moveTo>
                  <a:lnTo>
                    <a:pt x="19636" y="10080"/>
                  </a:lnTo>
                  <a:lnTo>
                    <a:pt x="13745" y="7200"/>
                  </a:lnTo>
                  <a:lnTo>
                    <a:pt x="11782" y="1440"/>
                  </a:lnTo>
                  <a:lnTo>
                    <a:pt x="7855" y="0"/>
                  </a:lnTo>
                  <a:lnTo>
                    <a:pt x="5891" y="1440"/>
                  </a:lnTo>
                  <a:lnTo>
                    <a:pt x="7855" y="8640"/>
                  </a:lnTo>
                  <a:lnTo>
                    <a:pt x="1964" y="8640"/>
                  </a:lnTo>
                  <a:lnTo>
                    <a:pt x="0" y="20160"/>
                  </a:lnTo>
                  <a:lnTo>
                    <a:pt x="3927" y="21600"/>
                  </a:lnTo>
                  <a:lnTo>
                    <a:pt x="13745" y="20160"/>
                  </a:lnTo>
                  <a:lnTo>
                    <a:pt x="13745" y="14400"/>
                  </a:lnTo>
                  <a:lnTo>
                    <a:pt x="21600" y="1440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  <p:sp>
          <p:nvSpPr>
            <p:cNvPr id="731" name="Freeform 16"/>
            <p:cNvSpPr/>
            <p:nvPr/>
          </p:nvSpPr>
          <p:spPr>
            <a:xfrm>
              <a:off x="3883501" y="2435660"/>
              <a:ext cx="92138" cy="780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00" y="0"/>
                  </a:moveTo>
                  <a:lnTo>
                    <a:pt x="0" y="15429"/>
                  </a:lnTo>
                  <a:lnTo>
                    <a:pt x="8100" y="21600"/>
                  </a:lnTo>
                  <a:lnTo>
                    <a:pt x="21600" y="15429"/>
                  </a:lnTo>
                  <a:lnTo>
                    <a:pt x="21600" y="9257"/>
                  </a:lnTo>
                  <a:lnTo>
                    <a:pt x="8100" y="0"/>
                  </a:lnTo>
                </a:path>
              </a:pathLst>
            </a:custGeom>
            <a:solidFill>
              <a:srgbClr val="7F7F7F"/>
            </a:solidFill>
            <a:ln w="127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  <a:endParaRPr/>
            </a:p>
          </p:txBody>
        </p:sp>
      </p:grpSp>
      <p:grpSp>
        <p:nvGrpSpPr>
          <p:cNvPr id="736" name="组合 78"/>
          <p:cNvGrpSpPr/>
          <p:nvPr/>
        </p:nvGrpSpPr>
        <p:grpSpPr>
          <a:xfrm>
            <a:off x="5059362" y="1179512"/>
            <a:ext cx="2395537" cy="1111030"/>
            <a:chOff x="0" y="0"/>
            <a:chExt cx="2395535" cy="1111028"/>
          </a:xfrm>
        </p:grpSpPr>
        <p:sp>
          <p:nvSpPr>
            <p:cNvPr id="733" name="矩形标注 79"/>
            <p:cNvSpPr/>
            <p:nvPr/>
          </p:nvSpPr>
          <p:spPr>
            <a:xfrm>
              <a:off x="0" y="1586"/>
              <a:ext cx="2387601" cy="11094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8977"/>
                  </a:lnTo>
                  <a:lnTo>
                    <a:pt x="9000" y="18977"/>
                  </a:lnTo>
                  <a:lnTo>
                    <a:pt x="2510" y="21600"/>
                  </a:lnTo>
                  <a:lnTo>
                    <a:pt x="3600" y="18977"/>
                  </a:lnTo>
                  <a:lnTo>
                    <a:pt x="0" y="18977"/>
                  </a:lnTo>
                  <a:lnTo>
                    <a:pt x="0" y="1107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414455"/>
                  </a:solidFill>
                </a:defRPr>
              </a:pPr>
              <a:endParaRPr/>
            </a:p>
          </p:txBody>
        </p:sp>
        <p:sp>
          <p:nvSpPr>
            <p:cNvPr id="734" name="文本框 479"/>
            <p:cNvSpPr txBox="1"/>
            <p:nvPr/>
          </p:nvSpPr>
          <p:spPr>
            <a:xfrm>
              <a:off x="5211" y="0"/>
              <a:ext cx="2023088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 b="1">
                  <a:solidFill>
                    <a:srgbClr val="414455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清华大学</a:t>
              </a:r>
            </a:p>
          </p:txBody>
        </p:sp>
        <p:sp>
          <p:nvSpPr>
            <p:cNvPr id="735" name="文本框 480"/>
            <p:cNvSpPr txBox="1"/>
            <p:nvPr/>
          </p:nvSpPr>
          <p:spPr>
            <a:xfrm>
              <a:off x="5211" y="272304"/>
              <a:ext cx="2390325" cy="7880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300">
                  <a:solidFill>
                    <a:srgbClr val="414455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2003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XXX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出版《多孔固体结构与性能》、</a:t>
              </a:r>
              <a:r>
                <a:t>2013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年出版《多孔固体材料》</a:t>
              </a:r>
            </a:p>
          </p:txBody>
        </p:sp>
      </p:grpSp>
      <p:grpSp>
        <p:nvGrpSpPr>
          <p:cNvPr id="740" name="组合 82"/>
          <p:cNvGrpSpPr/>
          <p:nvPr/>
        </p:nvGrpSpPr>
        <p:grpSpPr>
          <a:xfrm>
            <a:off x="2406649" y="3773981"/>
            <a:ext cx="2397126" cy="1160338"/>
            <a:chOff x="0" y="0"/>
            <a:chExt cx="2397124" cy="1160336"/>
          </a:xfrm>
        </p:grpSpPr>
        <p:sp>
          <p:nvSpPr>
            <p:cNvPr id="737" name="矩形标注 83"/>
            <p:cNvSpPr/>
            <p:nvPr/>
          </p:nvSpPr>
          <p:spPr>
            <a:xfrm rot="10800000" flipH="1">
              <a:off x="0" y="0"/>
              <a:ext cx="2389189" cy="1101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9492"/>
                  </a:lnTo>
                  <a:lnTo>
                    <a:pt x="18000" y="19492"/>
                  </a:lnTo>
                  <a:lnTo>
                    <a:pt x="20235" y="21600"/>
                  </a:lnTo>
                  <a:lnTo>
                    <a:pt x="12600" y="19492"/>
                  </a:lnTo>
                  <a:lnTo>
                    <a:pt x="0" y="19492"/>
                  </a:lnTo>
                  <a:lnTo>
                    <a:pt x="0" y="11371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414455"/>
                  </a:solidFill>
                </a:defRPr>
              </a:pPr>
              <a:endParaRPr/>
            </a:p>
          </p:txBody>
        </p:sp>
        <p:sp>
          <p:nvSpPr>
            <p:cNvPr id="738" name="文本框 483"/>
            <p:cNvSpPr txBox="1"/>
            <p:nvPr/>
          </p:nvSpPr>
          <p:spPr>
            <a:xfrm>
              <a:off x="5215" y="105868"/>
              <a:ext cx="2024429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 b="1">
                  <a:solidFill>
                    <a:srgbClr val="414455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中国科学技术大学</a:t>
              </a:r>
            </a:p>
          </p:txBody>
        </p:sp>
        <p:sp>
          <p:nvSpPr>
            <p:cNvPr id="739" name="文本框 484"/>
            <p:cNvSpPr txBox="1"/>
            <p:nvPr/>
          </p:nvSpPr>
          <p:spPr>
            <a:xfrm>
              <a:off x="5215" y="377694"/>
              <a:ext cx="2391910" cy="7826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300">
                  <a:solidFill>
                    <a:srgbClr val="414455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1998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-2014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XXX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发表若干篇关于多孔材料论文，该团队研究成果偏实验数据</a:t>
              </a:r>
            </a:p>
          </p:txBody>
        </p:sp>
      </p:grpSp>
      <p:grpSp>
        <p:nvGrpSpPr>
          <p:cNvPr id="744" name="组合 86"/>
          <p:cNvGrpSpPr/>
          <p:nvPr/>
        </p:nvGrpSpPr>
        <p:grpSpPr>
          <a:xfrm>
            <a:off x="5359399" y="2740813"/>
            <a:ext cx="2125664" cy="1366679"/>
            <a:chOff x="0" y="0"/>
            <a:chExt cx="2125662" cy="1366678"/>
          </a:xfrm>
        </p:grpSpPr>
        <p:sp>
          <p:nvSpPr>
            <p:cNvPr id="741" name="矩形标注 87"/>
            <p:cNvSpPr/>
            <p:nvPr/>
          </p:nvSpPr>
          <p:spPr>
            <a:xfrm rot="10800000" flipH="1">
              <a:off x="0" y="0"/>
              <a:ext cx="2119314" cy="12723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158"/>
                  </a:lnTo>
                  <a:lnTo>
                    <a:pt x="9000" y="20158"/>
                  </a:lnTo>
                  <a:lnTo>
                    <a:pt x="2015" y="21600"/>
                  </a:lnTo>
                  <a:lnTo>
                    <a:pt x="3600" y="20158"/>
                  </a:lnTo>
                  <a:lnTo>
                    <a:pt x="0" y="20158"/>
                  </a:lnTo>
                  <a:lnTo>
                    <a:pt x="0" y="11759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414455"/>
                  </a:solidFill>
                </a:defRPr>
              </a:pPr>
              <a:endParaRPr/>
            </a:p>
          </p:txBody>
        </p:sp>
        <p:sp>
          <p:nvSpPr>
            <p:cNvPr id="742" name="文本框 487"/>
            <p:cNvSpPr txBox="1"/>
            <p:nvPr/>
          </p:nvSpPr>
          <p:spPr>
            <a:xfrm>
              <a:off x="4625" y="83349"/>
              <a:ext cx="2121038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 b="1">
                  <a:solidFill>
                    <a:srgbClr val="414455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北京航空航天大学</a:t>
              </a:r>
            </a:p>
          </p:txBody>
        </p:sp>
        <p:sp>
          <p:nvSpPr>
            <p:cNvPr id="743" name="文本框 488"/>
            <p:cNvSpPr txBox="1"/>
            <p:nvPr/>
          </p:nvSpPr>
          <p:spPr>
            <a:xfrm>
              <a:off x="4624" y="355437"/>
              <a:ext cx="2121039" cy="10112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300">
                  <a:solidFill>
                    <a:srgbClr val="414455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2003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-2014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XXX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发表若干篇关于多孔材料论文，该团队研究成果偏数值计算与模型建立</a:t>
              </a:r>
            </a:p>
          </p:txBody>
        </p:sp>
      </p:grpSp>
      <p:grpSp>
        <p:nvGrpSpPr>
          <p:cNvPr id="748" name="组合 90"/>
          <p:cNvGrpSpPr/>
          <p:nvPr/>
        </p:nvGrpSpPr>
        <p:grpSpPr>
          <a:xfrm>
            <a:off x="922337" y="2579688"/>
            <a:ext cx="2505063" cy="993776"/>
            <a:chOff x="0" y="0"/>
            <a:chExt cx="2505062" cy="993775"/>
          </a:xfrm>
        </p:grpSpPr>
        <p:sp>
          <p:nvSpPr>
            <p:cNvPr id="745" name="矩形标注 91"/>
            <p:cNvSpPr/>
            <p:nvPr/>
          </p:nvSpPr>
          <p:spPr>
            <a:xfrm rot="16200000" flipH="1">
              <a:off x="755643" y="-755644"/>
              <a:ext cx="993776" cy="2505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19478"/>
                  </a:lnTo>
                  <a:lnTo>
                    <a:pt x="18000" y="19478"/>
                  </a:lnTo>
                  <a:lnTo>
                    <a:pt x="12131" y="21600"/>
                  </a:lnTo>
                  <a:lnTo>
                    <a:pt x="12600" y="19478"/>
                  </a:lnTo>
                  <a:lnTo>
                    <a:pt x="0" y="19478"/>
                  </a:lnTo>
                  <a:lnTo>
                    <a:pt x="0" y="11362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414455"/>
                  </a:solidFill>
                </a:defRPr>
              </a:pPr>
              <a:endParaRPr/>
            </a:p>
          </p:txBody>
        </p:sp>
        <p:sp>
          <p:nvSpPr>
            <p:cNvPr id="746" name="文本框 491"/>
            <p:cNvSpPr txBox="1"/>
            <p:nvPr/>
          </p:nvSpPr>
          <p:spPr>
            <a:xfrm>
              <a:off x="1" y="21604"/>
              <a:ext cx="1911948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 b="1">
                  <a:solidFill>
                    <a:srgbClr val="414455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西安交通大学</a:t>
              </a:r>
            </a:p>
          </p:txBody>
        </p:sp>
        <p:sp>
          <p:nvSpPr>
            <p:cNvPr id="747" name="文本框 492"/>
            <p:cNvSpPr txBox="1"/>
            <p:nvPr/>
          </p:nvSpPr>
          <p:spPr>
            <a:xfrm>
              <a:off x="0" y="364401"/>
              <a:ext cx="2259010" cy="5540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300">
                  <a:solidFill>
                    <a:srgbClr val="414455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2000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-2014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XXX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发表若干篇关于多孔材料论文，</a:t>
              </a:r>
            </a:p>
          </p:txBody>
        </p:sp>
      </p:grpSp>
      <p:grpSp>
        <p:nvGrpSpPr>
          <p:cNvPr id="752" name="组合 94"/>
          <p:cNvGrpSpPr/>
          <p:nvPr/>
        </p:nvGrpSpPr>
        <p:grpSpPr>
          <a:xfrm>
            <a:off x="1593850" y="1001712"/>
            <a:ext cx="2257426" cy="1436234"/>
            <a:chOff x="0" y="0"/>
            <a:chExt cx="2257425" cy="1436233"/>
          </a:xfrm>
        </p:grpSpPr>
        <p:sp>
          <p:nvSpPr>
            <p:cNvPr id="749" name="矩形标注 95"/>
            <p:cNvSpPr/>
            <p:nvPr/>
          </p:nvSpPr>
          <p:spPr>
            <a:xfrm rot="16200000" flipH="1">
              <a:off x="410596" y="-410597"/>
              <a:ext cx="1436234" cy="2257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8885" y="0"/>
                  </a:lnTo>
                  <a:lnTo>
                    <a:pt x="18885" y="12600"/>
                  </a:lnTo>
                  <a:lnTo>
                    <a:pt x="21600" y="21027"/>
                  </a:lnTo>
                  <a:lnTo>
                    <a:pt x="18885" y="18000"/>
                  </a:lnTo>
                  <a:lnTo>
                    <a:pt x="18885" y="21600"/>
                  </a:lnTo>
                  <a:lnTo>
                    <a:pt x="0" y="21600"/>
                  </a:lnTo>
                  <a:lnTo>
                    <a:pt x="0" y="12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414455"/>
                  </a:solidFill>
                </a:defRPr>
              </a:pPr>
              <a:endParaRPr/>
            </a:p>
          </p:txBody>
        </p:sp>
        <p:sp>
          <p:nvSpPr>
            <p:cNvPr id="750" name="文本框 495"/>
            <p:cNvSpPr txBox="1"/>
            <p:nvPr/>
          </p:nvSpPr>
          <p:spPr>
            <a:xfrm>
              <a:off x="0" y="26867"/>
              <a:ext cx="191060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 b="1">
                  <a:solidFill>
                    <a:srgbClr val="414455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西北工业大学</a:t>
              </a:r>
            </a:p>
          </p:txBody>
        </p:sp>
        <p:sp>
          <p:nvSpPr>
            <p:cNvPr id="751" name="文本框 496"/>
            <p:cNvSpPr txBox="1"/>
            <p:nvPr/>
          </p:nvSpPr>
          <p:spPr>
            <a:xfrm>
              <a:off x="0" y="321208"/>
              <a:ext cx="2257422" cy="10112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300">
                  <a:solidFill>
                    <a:srgbClr val="414455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2008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年</a:t>
              </a:r>
              <a:r>
                <a:t>XXX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、</a:t>
              </a:r>
              <a:r>
                <a:t>XXX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发表《不同应变率下泡沫铝的形变和力学性能》，探究泡沫材料应变率效应</a:t>
              </a:r>
            </a:p>
          </p:txBody>
        </p:sp>
      </p:grpSp>
      <p:sp>
        <p:nvSpPr>
          <p:cNvPr id="753" name="Freeform 29"/>
          <p:cNvSpPr/>
          <p:nvPr/>
        </p:nvSpPr>
        <p:spPr>
          <a:xfrm>
            <a:off x="4937125" y="2960688"/>
            <a:ext cx="444626" cy="5541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684" y="450"/>
                </a:moveTo>
                <a:lnTo>
                  <a:pt x="6253" y="0"/>
                </a:lnTo>
                <a:lnTo>
                  <a:pt x="8526" y="450"/>
                </a:lnTo>
                <a:lnTo>
                  <a:pt x="9095" y="1800"/>
                </a:lnTo>
                <a:lnTo>
                  <a:pt x="10800" y="1800"/>
                </a:lnTo>
                <a:lnTo>
                  <a:pt x="12505" y="3600"/>
                </a:lnTo>
                <a:lnTo>
                  <a:pt x="13074" y="3150"/>
                </a:lnTo>
                <a:lnTo>
                  <a:pt x="14211" y="5400"/>
                </a:lnTo>
                <a:lnTo>
                  <a:pt x="15916" y="7650"/>
                </a:lnTo>
                <a:lnTo>
                  <a:pt x="17053" y="7650"/>
                </a:lnTo>
                <a:lnTo>
                  <a:pt x="18189" y="6750"/>
                </a:lnTo>
                <a:lnTo>
                  <a:pt x="19326" y="8100"/>
                </a:lnTo>
                <a:lnTo>
                  <a:pt x="18189" y="9000"/>
                </a:lnTo>
                <a:lnTo>
                  <a:pt x="17621" y="8100"/>
                </a:lnTo>
                <a:lnTo>
                  <a:pt x="16484" y="8100"/>
                </a:lnTo>
                <a:lnTo>
                  <a:pt x="16484" y="9900"/>
                </a:lnTo>
                <a:lnTo>
                  <a:pt x="15916" y="10800"/>
                </a:lnTo>
                <a:lnTo>
                  <a:pt x="17621" y="12600"/>
                </a:lnTo>
                <a:lnTo>
                  <a:pt x="17621" y="13950"/>
                </a:lnTo>
                <a:lnTo>
                  <a:pt x="20463" y="13950"/>
                </a:lnTo>
                <a:lnTo>
                  <a:pt x="21600" y="14850"/>
                </a:lnTo>
                <a:lnTo>
                  <a:pt x="20463" y="16650"/>
                </a:lnTo>
                <a:lnTo>
                  <a:pt x="21032" y="18000"/>
                </a:lnTo>
                <a:lnTo>
                  <a:pt x="19895" y="18000"/>
                </a:lnTo>
                <a:lnTo>
                  <a:pt x="19895" y="17550"/>
                </a:lnTo>
                <a:lnTo>
                  <a:pt x="18758" y="17550"/>
                </a:lnTo>
                <a:lnTo>
                  <a:pt x="18758" y="18450"/>
                </a:lnTo>
                <a:lnTo>
                  <a:pt x="19326" y="19350"/>
                </a:lnTo>
                <a:lnTo>
                  <a:pt x="18758" y="19350"/>
                </a:lnTo>
                <a:lnTo>
                  <a:pt x="18758" y="20250"/>
                </a:lnTo>
                <a:lnTo>
                  <a:pt x="16484" y="21600"/>
                </a:lnTo>
                <a:lnTo>
                  <a:pt x="15916" y="21600"/>
                </a:lnTo>
                <a:lnTo>
                  <a:pt x="15347" y="21150"/>
                </a:lnTo>
                <a:lnTo>
                  <a:pt x="13074" y="21600"/>
                </a:lnTo>
                <a:lnTo>
                  <a:pt x="11937" y="19800"/>
                </a:lnTo>
                <a:lnTo>
                  <a:pt x="10800" y="20700"/>
                </a:lnTo>
                <a:lnTo>
                  <a:pt x="10800" y="21600"/>
                </a:lnTo>
                <a:lnTo>
                  <a:pt x="9095" y="21600"/>
                </a:lnTo>
                <a:lnTo>
                  <a:pt x="9095" y="20700"/>
                </a:lnTo>
                <a:lnTo>
                  <a:pt x="9663" y="20250"/>
                </a:lnTo>
                <a:lnTo>
                  <a:pt x="9095" y="19800"/>
                </a:lnTo>
                <a:lnTo>
                  <a:pt x="8526" y="20700"/>
                </a:lnTo>
                <a:lnTo>
                  <a:pt x="6253" y="20250"/>
                </a:lnTo>
                <a:lnTo>
                  <a:pt x="5684" y="17550"/>
                </a:lnTo>
                <a:lnTo>
                  <a:pt x="5684" y="16650"/>
                </a:lnTo>
                <a:lnTo>
                  <a:pt x="5116" y="14850"/>
                </a:lnTo>
                <a:lnTo>
                  <a:pt x="2274" y="13500"/>
                </a:lnTo>
                <a:lnTo>
                  <a:pt x="5116" y="12150"/>
                </a:lnTo>
                <a:lnTo>
                  <a:pt x="5684" y="12150"/>
                </a:lnTo>
                <a:lnTo>
                  <a:pt x="5116" y="9000"/>
                </a:lnTo>
                <a:lnTo>
                  <a:pt x="3411" y="9450"/>
                </a:lnTo>
                <a:lnTo>
                  <a:pt x="1705" y="8550"/>
                </a:lnTo>
                <a:lnTo>
                  <a:pt x="1137" y="7650"/>
                </a:lnTo>
                <a:lnTo>
                  <a:pt x="0" y="7650"/>
                </a:lnTo>
                <a:lnTo>
                  <a:pt x="568" y="6750"/>
                </a:lnTo>
                <a:lnTo>
                  <a:pt x="2274" y="6750"/>
                </a:lnTo>
                <a:lnTo>
                  <a:pt x="2842" y="4950"/>
                </a:lnTo>
                <a:lnTo>
                  <a:pt x="2842" y="2250"/>
                </a:lnTo>
                <a:lnTo>
                  <a:pt x="3411" y="2250"/>
                </a:lnTo>
                <a:lnTo>
                  <a:pt x="5116" y="3150"/>
                </a:lnTo>
                <a:lnTo>
                  <a:pt x="5684" y="4050"/>
                </a:lnTo>
                <a:lnTo>
                  <a:pt x="7389" y="2700"/>
                </a:lnTo>
                <a:lnTo>
                  <a:pt x="7389" y="1800"/>
                </a:lnTo>
                <a:lnTo>
                  <a:pt x="5684" y="900"/>
                </a:lnTo>
                <a:lnTo>
                  <a:pt x="5684" y="450"/>
                </a:lnTo>
              </a:path>
            </a:pathLst>
          </a:custGeom>
          <a:solidFill>
            <a:srgbClr val="414455"/>
          </a:solidFill>
          <a:ln w="12700" cap="rnd">
            <a:solidFill>
              <a:srgbClr val="FFFF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4" name="Freeform 32"/>
          <p:cNvSpPr/>
          <p:nvPr/>
        </p:nvSpPr>
        <p:spPr>
          <a:xfrm>
            <a:off x="4144962" y="2422525"/>
            <a:ext cx="466854" cy="874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7053"/>
                </a:moveTo>
                <a:lnTo>
                  <a:pt x="19980" y="17621"/>
                </a:lnTo>
                <a:lnTo>
                  <a:pt x="18900" y="17337"/>
                </a:lnTo>
                <a:lnTo>
                  <a:pt x="15120" y="17337"/>
                </a:lnTo>
                <a:lnTo>
                  <a:pt x="16200" y="18474"/>
                </a:lnTo>
                <a:lnTo>
                  <a:pt x="15120" y="19895"/>
                </a:lnTo>
                <a:lnTo>
                  <a:pt x="15660" y="21600"/>
                </a:lnTo>
                <a:lnTo>
                  <a:pt x="13500" y="21316"/>
                </a:lnTo>
                <a:lnTo>
                  <a:pt x="10260" y="20179"/>
                </a:lnTo>
                <a:lnTo>
                  <a:pt x="6480" y="19611"/>
                </a:lnTo>
                <a:lnTo>
                  <a:pt x="3780" y="18474"/>
                </a:lnTo>
                <a:lnTo>
                  <a:pt x="1080" y="18474"/>
                </a:lnTo>
                <a:lnTo>
                  <a:pt x="1080" y="18189"/>
                </a:lnTo>
                <a:lnTo>
                  <a:pt x="0" y="17905"/>
                </a:lnTo>
                <a:lnTo>
                  <a:pt x="540" y="17621"/>
                </a:lnTo>
                <a:lnTo>
                  <a:pt x="540" y="16768"/>
                </a:lnTo>
                <a:lnTo>
                  <a:pt x="0" y="16484"/>
                </a:lnTo>
                <a:lnTo>
                  <a:pt x="1080" y="16200"/>
                </a:lnTo>
                <a:lnTo>
                  <a:pt x="3240" y="16200"/>
                </a:lnTo>
                <a:lnTo>
                  <a:pt x="3240" y="12221"/>
                </a:lnTo>
                <a:lnTo>
                  <a:pt x="5940" y="12221"/>
                </a:lnTo>
                <a:lnTo>
                  <a:pt x="5940" y="12789"/>
                </a:lnTo>
                <a:lnTo>
                  <a:pt x="7560" y="12789"/>
                </a:lnTo>
                <a:lnTo>
                  <a:pt x="7560" y="11653"/>
                </a:lnTo>
                <a:lnTo>
                  <a:pt x="10800" y="11653"/>
                </a:lnTo>
                <a:lnTo>
                  <a:pt x="11340" y="9947"/>
                </a:lnTo>
                <a:lnTo>
                  <a:pt x="11340" y="8811"/>
                </a:lnTo>
                <a:lnTo>
                  <a:pt x="9720" y="8242"/>
                </a:lnTo>
                <a:lnTo>
                  <a:pt x="7560" y="7389"/>
                </a:lnTo>
                <a:lnTo>
                  <a:pt x="6480" y="6537"/>
                </a:lnTo>
                <a:lnTo>
                  <a:pt x="7020" y="5116"/>
                </a:lnTo>
                <a:lnTo>
                  <a:pt x="8100" y="4547"/>
                </a:lnTo>
                <a:lnTo>
                  <a:pt x="9720" y="5116"/>
                </a:lnTo>
                <a:lnTo>
                  <a:pt x="11880" y="5116"/>
                </a:lnTo>
                <a:lnTo>
                  <a:pt x="12420" y="4263"/>
                </a:lnTo>
                <a:lnTo>
                  <a:pt x="13500" y="4263"/>
                </a:lnTo>
                <a:lnTo>
                  <a:pt x="12960" y="3126"/>
                </a:lnTo>
                <a:lnTo>
                  <a:pt x="16740" y="1137"/>
                </a:lnTo>
                <a:lnTo>
                  <a:pt x="16740" y="568"/>
                </a:lnTo>
                <a:lnTo>
                  <a:pt x="18900" y="568"/>
                </a:lnTo>
                <a:lnTo>
                  <a:pt x="19440" y="853"/>
                </a:lnTo>
                <a:lnTo>
                  <a:pt x="19980" y="284"/>
                </a:lnTo>
                <a:lnTo>
                  <a:pt x="20520" y="0"/>
                </a:lnTo>
                <a:lnTo>
                  <a:pt x="21600" y="853"/>
                </a:lnTo>
                <a:lnTo>
                  <a:pt x="21600" y="1137"/>
                </a:lnTo>
                <a:lnTo>
                  <a:pt x="18900" y="3979"/>
                </a:lnTo>
                <a:lnTo>
                  <a:pt x="19980" y="4547"/>
                </a:lnTo>
                <a:lnTo>
                  <a:pt x="18900" y="6537"/>
                </a:lnTo>
                <a:lnTo>
                  <a:pt x="18360" y="8811"/>
                </a:lnTo>
                <a:lnTo>
                  <a:pt x="19440" y="10232"/>
                </a:lnTo>
                <a:lnTo>
                  <a:pt x="17820" y="12789"/>
                </a:lnTo>
                <a:lnTo>
                  <a:pt x="18360" y="13358"/>
                </a:lnTo>
                <a:lnTo>
                  <a:pt x="19440" y="15347"/>
                </a:lnTo>
                <a:lnTo>
                  <a:pt x="21600" y="17053"/>
                </a:lnTo>
              </a:path>
            </a:pathLst>
          </a:custGeom>
          <a:solidFill>
            <a:srgbClr val="414455"/>
          </a:solidFill>
          <a:ln w="12700" cap="rnd">
            <a:solidFill>
              <a:srgbClr val="FFFF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5" name="Freeform 11"/>
          <p:cNvSpPr/>
          <p:nvPr/>
        </p:nvSpPr>
        <p:spPr>
          <a:xfrm>
            <a:off x="4951412" y="2236788"/>
            <a:ext cx="163640" cy="1842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8514" y="6750"/>
                </a:lnTo>
                <a:lnTo>
                  <a:pt x="21600" y="2700"/>
                </a:lnTo>
                <a:lnTo>
                  <a:pt x="15429" y="2700"/>
                </a:lnTo>
                <a:lnTo>
                  <a:pt x="13886" y="0"/>
                </a:lnTo>
                <a:lnTo>
                  <a:pt x="10800" y="0"/>
                </a:lnTo>
                <a:lnTo>
                  <a:pt x="9257" y="5400"/>
                </a:lnTo>
                <a:lnTo>
                  <a:pt x="6171" y="5400"/>
                </a:lnTo>
                <a:lnTo>
                  <a:pt x="0" y="14850"/>
                </a:lnTo>
                <a:lnTo>
                  <a:pt x="0" y="20250"/>
                </a:lnTo>
                <a:lnTo>
                  <a:pt x="6171" y="20250"/>
                </a:lnTo>
                <a:lnTo>
                  <a:pt x="9257" y="21600"/>
                </a:lnTo>
                <a:lnTo>
                  <a:pt x="15429" y="18900"/>
                </a:lnTo>
                <a:lnTo>
                  <a:pt x="15429" y="16200"/>
                </a:lnTo>
                <a:lnTo>
                  <a:pt x="13886" y="13500"/>
                </a:lnTo>
                <a:lnTo>
                  <a:pt x="18514" y="13500"/>
                </a:lnTo>
                <a:lnTo>
                  <a:pt x="21600" y="10800"/>
                </a:lnTo>
              </a:path>
            </a:pathLst>
          </a:custGeom>
          <a:solidFill>
            <a:srgbClr val="414455"/>
          </a:solidFill>
          <a:ln w="12700" cap="rnd">
            <a:solidFill>
              <a:srgbClr val="FFFFFF"/>
            </a:solidFill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2" presetClass="entr" presetSubtype="3" fill="hold" grpId="5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750"/>
                            </p:stCondLst>
                            <p:childTnLst>
                              <p:par>
                                <p:cTn id="30" presetID="2" presetClass="entr" presetSubtype="12" fill="hold" grpId="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750"/>
                            </p:stCondLst>
                            <p:childTnLst>
                              <p:par>
                                <p:cTn id="35" presetID="2" presetClass="entr" presetSubtype="6" fill="hold" grpId="7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750"/>
                            </p:stCondLst>
                            <p:childTnLst>
                              <p:par>
                                <p:cTn id="40" presetID="2" presetClass="entr" presetSubtype="8" fill="hold" grpId="8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750"/>
                            </p:stCondLst>
                            <p:childTnLst>
                              <p:par>
                                <p:cTn id="45" presetID="2" presetClass="entr" presetSubtype="9" fill="hold" grpId="9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" grpId="1" animBg="1" advAuto="0"/>
      <p:bldP spid="736" grpId="5" animBg="1" advAuto="0"/>
      <p:bldP spid="740" grpId="6" animBg="1" advAuto="0"/>
      <p:bldP spid="744" grpId="7" animBg="1" advAuto="0"/>
      <p:bldP spid="748" grpId="8" animBg="1" advAuto="0"/>
      <p:bldP spid="752" grpId="9" animBg="1" advAuto="0"/>
      <p:bldP spid="753" grpId="4" animBg="1" advAuto="0"/>
      <p:bldP spid="754" grpId="3" animBg="1" advAuto="0"/>
      <p:bldP spid="755" grpId="2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8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第三部分</a:t>
            </a:r>
          </a:p>
        </p:txBody>
      </p:sp>
      <p:sp>
        <p:nvSpPr>
          <p:cNvPr id="759" name="TextBox 23"/>
          <p:cNvSpPr txBox="1"/>
          <p:nvPr/>
        </p:nvSpPr>
        <p:spPr>
          <a:xfrm>
            <a:off x="3773487" y="1827213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研究目标</a:t>
            </a:r>
          </a:p>
        </p:txBody>
      </p:sp>
      <p:sp>
        <p:nvSpPr>
          <p:cNvPr id="760" name="TextBox 24"/>
          <p:cNvSpPr txBox="1"/>
          <p:nvPr/>
        </p:nvSpPr>
        <p:spPr>
          <a:xfrm>
            <a:off x="3773487" y="2154238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成果形式</a:t>
            </a:r>
          </a:p>
        </p:txBody>
      </p:sp>
      <p:sp>
        <p:nvSpPr>
          <p:cNvPr id="761" name="TextBox 25"/>
          <p:cNvSpPr txBox="1"/>
          <p:nvPr/>
        </p:nvSpPr>
        <p:spPr>
          <a:xfrm>
            <a:off x="3773487" y="2505074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应用前景</a:t>
            </a:r>
          </a:p>
        </p:txBody>
      </p:sp>
      <p:grpSp>
        <p:nvGrpSpPr>
          <p:cNvPr id="764" name="组合 11"/>
          <p:cNvGrpSpPr/>
          <p:nvPr/>
        </p:nvGrpSpPr>
        <p:grpSpPr>
          <a:xfrm>
            <a:off x="3773487" y="1247774"/>
            <a:ext cx="4113532" cy="533720"/>
            <a:chOff x="0" y="0"/>
            <a:chExt cx="4113530" cy="533718"/>
          </a:xfrm>
        </p:grpSpPr>
        <p:sp>
          <p:nvSpPr>
            <p:cNvPr id="762" name="TextBox 4"/>
            <p:cNvSpPr txBox="1"/>
            <p:nvPr/>
          </p:nvSpPr>
          <p:spPr>
            <a:xfrm>
              <a:off x="0" y="0"/>
              <a:ext cx="2591825" cy="525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0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r>
                <a:t>Research target</a:t>
              </a:r>
            </a:p>
          </p:txBody>
        </p:sp>
        <p:sp>
          <p:nvSpPr>
            <p:cNvPr id="763" name="文本框 8"/>
            <p:cNvSpPr txBox="1"/>
            <p:nvPr/>
          </p:nvSpPr>
          <p:spPr>
            <a:xfrm>
              <a:off x="2813050" y="46038"/>
              <a:ext cx="1300481" cy="487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研究目标</a:t>
              </a:r>
            </a:p>
          </p:txBody>
        </p:sp>
      </p:grpSp>
      <p:sp>
        <p:nvSpPr>
          <p:cNvPr id="765" name="矩形 9"/>
          <p:cNvSpPr/>
          <p:nvPr/>
        </p:nvSpPr>
        <p:spPr>
          <a:xfrm>
            <a:off x="3825875" y="2932113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6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9" presetClass="entr" fill="hold" grpId="5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9" presetClass="entr" fill="hold" grpId="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950"/>
                            </p:stCondLst>
                            <p:childTnLst>
                              <p:par>
                                <p:cTn id="30" presetID="22" presetClass="entr" presetSubtype="8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" grpId="1" animBg="1" advAuto="0"/>
      <p:bldP spid="759" grpId="4" animBg="1" advAuto="0"/>
      <p:bldP spid="760" grpId="5" animBg="1" advAuto="0"/>
      <p:bldP spid="761" grpId="6" animBg="1" advAuto="0"/>
      <p:bldP spid="764" grpId="3" animBg="1" advAuto="0"/>
      <p:bldP spid="765" grpId="7" animBg="1" advAuto="0"/>
      <p:bldP spid="766" grpId="2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椭圆 14"/>
          <p:cNvSpPr/>
          <p:nvPr/>
        </p:nvSpPr>
        <p:spPr>
          <a:xfrm>
            <a:off x="3349625" y="1535112"/>
            <a:ext cx="2400300" cy="2400301"/>
          </a:xfrm>
          <a:prstGeom prst="ellipse">
            <a:avLst/>
          </a:prstGeom>
          <a:solidFill>
            <a:srgbClr val="414455">
              <a:alpha val="23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769" name="椭圆 15"/>
          <p:cNvSpPr/>
          <p:nvPr/>
        </p:nvSpPr>
        <p:spPr>
          <a:xfrm>
            <a:off x="2984500" y="1169987"/>
            <a:ext cx="3130550" cy="3130551"/>
          </a:xfrm>
          <a:prstGeom prst="ellipse">
            <a:avLst/>
          </a:prstGeom>
          <a:ln w="3175">
            <a:solidFill>
              <a:srgbClr val="41445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grpSp>
        <p:nvGrpSpPr>
          <p:cNvPr id="772" name="组合 16"/>
          <p:cNvGrpSpPr/>
          <p:nvPr/>
        </p:nvGrpSpPr>
        <p:grpSpPr>
          <a:xfrm>
            <a:off x="6172200" y="1319212"/>
            <a:ext cx="2863850" cy="1188404"/>
            <a:chOff x="0" y="0"/>
            <a:chExt cx="2863850" cy="1188402"/>
          </a:xfrm>
        </p:grpSpPr>
        <p:sp>
          <p:nvSpPr>
            <p:cNvPr id="770" name="矩形 17"/>
            <p:cNvSpPr txBox="1"/>
            <p:nvPr/>
          </p:nvSpPr>
          <p:spPr>
            <a:xfrm>
              <a:off x="0" y="233362"/>
              <a:ext cx="2863850" cy="95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您的内容打在这里，或者通过复制您的文本后，在此框中选择粘贴，并选择只保留文字。</a:t>
              </a:r>
            </a:p>
          </p:txBody>
        </p:sp>
        <p:sp>
          <p:nvSpPr>
            <p:cNvPr id="771" name="文本框 17"/>
            <p:cNvSpPr txBox="1"/>
            <p:nvPr/>
          </p:nvSpPr>
          <p:spPr>
            <a:xfrm>
              <a:off x="0" y="0"/>
              <a:ext cx="866141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5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添加标题</a:t>
              </a:r>
            </a:p>
          </p:txBody>
        </p:sp>
      </p:grpSp>
      <p:grpSp>
        <p:nvGrpSpPr>
          <p:cNvPr id="775" name="组合 20"/>
          <p:cNvGrpSpPr/>
          <p:nvPr/>
        </p:nvGrpSpPr>
        <p:grpSpPr>
          <a:xfrm>
            <a:off x="38099" y="2478088"/>
            <a:ext cx="2865440" cy="1158240"/>
            <a:chOff x="0" y="0"/>
            <a:chExt cx="2865438" cy="1158239"/>
          </a:xfrm>
        </p:grpSpPr>
        <p:sp>
          <p:nvSpPr>
            <p:cNvPr id="773" name="矩形 21"/>
            <p:cNvSpPr txBox="1"/>
            <p:nvPr/>
          </p:nvSpPr>
          <p:spPr>
            <a:xfrm>
              <a:off x="0" y="203199"/>
              <a:ext cx="2865439" cy="95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您的内容打在这里，或者通过复制您的文本后，在此框中选择粘贴，并选择只保留文字。</a:t>
              </a:r>
            </a:p>
          </p:txBody>
        </p:sp>
        <p:sp>
          <p:nvSpPr>
            <p:cNvPr id="774" name="文本框 24"/>
            <p:cNvSpPr txBox="1"/>
            <p:nvPr/>
          </p:nvSpPr>
          <p:spPr>
            <a:xfrm>
              <a:off x="1547455" y="0"/>
              <a:ext cx="866141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5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添加标题</a:t>
              </a:r>
            </a:p>
          </p:txBody>
        </p:sp>
      </p:grpSp>
      <p:grpSp>
        <p:nvGrpSpPr>
          <p:cNvPr id="779" name="组合 24"/>
          <p:cNvGrpSpPr/>
          <p:nvPr/>
        </p:nvGrpSpPr>
        <p:grpSpPr>
          <a:xfrm>
            <a:off x="3706812" y="1892300"/>
            <a:ext cx="1685927" cy="1685926"/>
            <a:chOff x="0" y="0"/>
            <a:chExt cx="1685925" cy="1685925"/>
          </a:xfrm>
        </p:grpSpPr>
        <p:sp>
          <p:nvSpPr>
            <p:cNvPr id="776" name="椭圆 25"/>
            <p:cNvSpPr/>
            <p:nvPr/>
          </p:nvSpPr>
          <p:spPr>
            <a:xfrm>
              <a:off x="0" y="0"/>
              <a:ext cx="1685926" cy="1685926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777" name="Freeform 7"/>
            <p:cNvSpPr/>
            <p:nvPr/>
          </p:nvSpPr>
          <p:spPr>
            <a:xfrm>
              <a:off x="552450" y="479424"/>
              <a:ext cx="581026" cy="431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879" y="16118"/>
                  </a:moveTo>
                  <a:cubicBezTo>
                    <a:pt x="1721" y="16118"/>
                    <a:pt x="1721" y="16118"/>
                    <a:pt x="1721" y="16118"/>
                  </a:cubicBezTo>
                  <a:cubicBezTo>
                    <a:pt x="369" y="19681"/>
                    <a:pt x="369" y="19681"/>
                    <a:pt x="369" y="19681"/>
                  </a:cubicBezTo>
                  <a:cubicBezTo>
                    <a:pt x="21231" y="19681"/>
                    <a:pt x="21231" y="19681"/>
                    <a:pt x="21231" y="19681"/>
                  </a:cubicBezTo>
                  <a:lnTo>
                    <a:pt x="19879" y="16118"/>
                  </a:lnTo>
                  <a:close/>
                  <a:moveTo>
                    <a:pt x="8525" y="18804"/>
                  </a:moveTo>
                  <a:cubicBezTo>
                    <a:pt x="9099" y="17379"/>
                    <a:pt x="9099" y="17379"/>
                    <a:pt x="9099" y="17379"/>
                  </a:cubicBezTo>
                  <a:cubicBezTo>
                    <a:pt x="12583" y="17379"/>
                    <a:pt x="12583" y="17379"/>
                    <a:pt x="12583" y="17379"/>
                  </a:cubicBezTo>
                  <a:cubicBezTo>
                    <a:pt x="13075" y="18804"/>
                    <a:pt x="13075" y="18804"/>
                    <a:pt x="13075" y="18804"/>
                  </a:cubicBezTo>
                  <a:lnTo>
                    <a:pt x="8525" y="18804"/>
                  </a:lnTo>
                  <a:close/>
                  <a:moveTo>
                    <a:pt x="19592" y="15350"/>
                  </a:moveTo>
                  <a:cubicBezTo>
                    <a:pt x="19592" y="15295"/>
                    <a:pt x="19592" y="15295"/>
                    <a:pt x="19592" y="15241"/>
                  </a:cubicBezTo>
                  <a:cubicBezTo>
                    <a:pt x="19592" y="15241"/>
                    <a:pt x="19592" y="15241"/>
                    <a:pt x="19592" y="15186"/>
                  </a:cubicBezTo>
                  <a:cubicBezTo>
                    <a:pt x="19592" y="658"/>
                    <a:pt x="19592" y="658"/>
                    <a:pt x="19592" y="658"/>
                  </a:cubicBezTo>
                  <a:cubicBezTo>
                    <a:pt x="19592" y="274"/>
                    <a:pt x="19346" y="0"/>
                    <a:pt x="19059" y="0"/>
                  </a:cubicBezTo>
                  <a:cubicBezTo>
                    <a:pt x="2541" y="0"/>
                    <a:pt x="2541" y="0"/>
                    <a:pt x="2541" y="0"/>
                  </a:cubicBezTo>
                  <a:cubicBezTo>
                    <a:pt x="2254" y="0"/>
                    <a:pt x="2008" y="274"/>
                    <a:pt x="2008" y="658"/>
                  </a:cubicBezTo>
                  <a:cubicBezTo>
                    <a:pt x="2008" y="15186"/>
                    <a:pt x="2008" y="15186"/>
                    <a:pt x="2008" y="15186"/>
                  </a:cubicBezTo>
                  <a:cubicBezTo>
                    <a:pt x="2008" y="15241"/>
                    <a:pt x="2049" y="15241"/>
                    <a:pt x="2049" y="15241"/>
                  </a:cubicBezTo>
                  <a:cubicBezTo>
                    <a:pt x="2049" y="15295"/>
                    <a:pt x="2008" y="15295"/>
                    <a:pt x="2008" y="15350"/>
                  </a:cubicBezTo>
                  <a:cubicBezTo>
                    <a:pt x="2008" y="15350"/>
                    <a:pt x="2008" y="15350"/>
                    <a:pt x="2008" y="15350"/>
                  </a:cubicBezTo>
                  <a:cubicBezTo>
                    <a:pt x="19592" y="15350"/>
                    <a:pt x="19592" y="15350"/>
                    <a:pt x="19592" y="15350"/>
                  </a:cubicBezTo>
                  <a:close/>
                  <a:moveTo>
                    <a:pt x="18321" y="14199"/>
                  </a:moveTo>
                  <a:cubicBezTo>
                    <a:pt x="3279" y="14199"/>
                    <a:pt x="3279" y="14199"/>
                    <a:pt x="3279" y="14199"/>
                  </a:cubicBezTo>
                  <a:cubicBezTo>
                    <a:pt x="3279" y="1645"/>
                    <a:pt x="3279" y="1645"/>
                    <a:pt x="3279" y="1645"/>
                  </a:cubicBezTo>
                  <a:cubicBezTo>
                    <a:pt x="18321" y="1645"/>
                    <a:pt x="18321" y="1645"/>
                    <a:pt x="18321" y="1645"/>
                  </a:cubicBezTo>
                  <a:lnTo>
                    <a:pt x="18321" y="14199"/>
                  </a:lnTo>
                  <a:close/>
                  <a:moveTo>
                    <a:pt x="21559" y="20449"/>
                  </a:moveTo>
                  <a:cubicBezTo>
                    <a:pt x="41" y="20449"/>
                    <a:pt x="41" y="20449"/>
                    <a:pt x="41" y="20449"/>
                  </a:cubicBezTo>
                  <a:cubicBezTo>
                    <a:pt x="0" y="20613"/>
                    <a:pt x="0" y="20613"/>
                    <a:pt x="0" y="20613"/>
                  </a:cubicBezTo>
                  <a:cubicBezTo>
                    <a:pt x="0" y="20942"/>
                    <a:pt x="246" y="21600"/>
                    <a:pt x="492" y="21600"/>
                  </a:cubicBezTo>
                  <a:cubicBezTo>
                    <a:pt x="21108" y="21600"/>
                    <a:pt x="21108" y="21600"/>
                    <a:pt x="21108" y="21600"/>
                  </a:cubicBezTo>
                  <a:cubicBezTo>
                    <a:pt x="21354" y="21600"/>
                    <a:pt x="21600" y="20942"/>
                    <a:pt x="21600" y="20613"/>
                  </a:cubicBezTo>
                  <a:lnTo>
                    <a:pt x="21559" y="2044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783590">
                <a:defRPr>
                  <a:solidFill>
                    <a:srgbClr val="46464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778" name="文本框 27"/>
            <p:cNvSpPr txBox="1"/>
            <p:nvPr/>
          </p:nvSpPr>
          <p:spPr>
            <a:xfrm>
              <a:off x="361940" y="1054577"/>
              <a:ext cx="9169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研究目标</a:t>
              </a:r>
            </a:p>
          </p:txBody>
        </p:sp>
      </p:grpSp>
      <p:grpSp>
        <p:nvGrpSpPr>
          <p:cNvPr id="784" name="组合 28"/>
          <p:cNvGrpSpPr/>
          <p:nvPr/>
        </p:nvGrpSpPr>
        <p:grpSpPr>
          <a:xfrm>
            <a:off x="5376241" y="850312"/>
            <a:ext cx="770611" cy="770610"/>
            <a:chOff x="0" y="0"/>
            <a:chExt cx="770609" cy="770609"/>
          </a:xfrm>
        </p:grpSpPr>
        <p:grpSp>
          <p:nvGrpSpPr>
            <p:cNvPr id="782" name="组合 29"/>
            <p:cNvGrpSpPr/>
            <p:nvPr/>
          </p:nvGrpSpPr>
          <p:grpSpPr>
            <a:xfrm>
              <a:off x="0" y="0"/>
              <a:ext cx="770610" cy="770610"/>
              <a:chOff x="0" y="0"/>
              <a:chExt cx="770609" cy="770609"/>
            </a:xfrm>
          </p:grpSpPr>
          <p:sp>
            <p:nvSpPr>
              <p:cNvPr id="780" name="流程图: 联系 31"/>
              <p:cNvSpPr/>
              <p:nvPr/>
            </p:nvSpPr>
            <p:spPr>
              <a:xfrm rot="1291582">
                <a:off x="88271" y="88271"/>
                <a:ext cx="594067" cy="594067"/>
              </a:xfrm>
              <a:prstGeom prst="ellipse">
                <a:avLst/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781" name="等腰三角形 32"/>
              <p:cNvSpPr/>
              <p:nvPr/>
            </p:nvSpPr>
            <p:spPr>
              <a:xfrm rot="12528296">
                <a:off x="158071" y="583991"/>
                <a:ext cx="162019" cy="125884"/>
              </a:xfrm>
              <a:prstGeom prst="triangle">
                <a:avLst/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</p:grpSp>
        <p:sp>
          <p:nvSpPr>
            <p:cNvPr id="783" name="文本框 28"/>
            <p:cNvSpPr txBox="1"/>
            <p:nvPr/>
          </p:nvSpPr>
          <p:spPr>
            <a:xfrm>
              <a:off x="251006" y="247834"/>
              <a:ext cx="231203" cy="320041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5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A</a:t>
              </a:r>
            </a:p>
          </p:txBody>
        </p:sp>
      </p:grpSp>
      <p:grpSp>
        <p:nvGrpSpPr>
          <p:cNvPr id="789" name="组合 33"/>
          <p:cNvGrpSpPr/>
          <p:nvPr/>
        </p:nvGrpSpPr>
        <p:grpSpPr>
          <a:xfrm>
            <a:off x="2800830" y="1879177"/>
            <a:ext cx="821396" cy="821396"/>
            <a:chOff x="0" y="0"/>
            <a:chExt cx="821395" cy="821395"/>
          </a:xfrm>
        </p:grpSpPr>
        <p:grpSp>
          <p:nvGrpSpPr>
            <p:cNvPr id="787" name="组合 34"/>
            <p:cNvGrpSpPr/>
            <p:nvPr/>
          </p:nvGrpSpPr>
          <p:grpSpPr>
            <a:xfrm>
              <a:off x="0" y="-1"/>
              <a:ext cx="821396" cy="821397"/>
              <a:chOff x="0" y="0"/>
              <a:chExt cx="821395" cy="821395"/>
            </a:xfrm>
          </p:grpSpPr>
          <p:sp>
            <p:nvSpPr>
              <p:cNvPr id="785" name="流程图: 联系 36"/>
              <p:cNvSpPr/>
              <p:nvPr/>
            </p:nvSpPr>
            <p:spPr>
              <a:xfrm rot="18172526">
                <a:off x="113664" y="113664"/>
                <a:ext cx="594067" cy="594067"/>
              </a:xfrm>
              <a:prstGeom prst="ellipse">
                <a:avLst/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786" name="等腰三角形 37"/>
              <p:cNvSpPr/>
              <p:nvPr/>
            </p:nvSpPr>
            <p:spPr>
              <a:xfrm rot="7809240">
                <a:off x="557426" y="542606"/>
                <a:ext cx="162019" cy="125884"/>
              </a:xfrm>
              <a:prstGeom prst="triangle">
                <a:avLst/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</p:grpSp>
        <p:sp>
          <p:nvSpPr>
            <p:cNvPr id="788" name="文本框 29"/>
            <p:cNvSpPr txBox="1"/>
            <p:nvPr/>
          </p:nvSpPr>
          <p:spPr>
            <a:xfrm>
              <a:off x="240309" y="260656"/>
              <a:ext cx="231203" cy="320041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5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B</a:t>
              </a:r>
            </a:p>
          </p:txBody>
        </p:sp>
      </p:grpSp>
      <p:grpSp>
        <p:nvGrpSpPr>
          <p:cNvPr id="792" name="组合 38"/>
          <p:cNvGrpSpPr/>
          <p:nvPr/>
        </p:nvGrpSpPr>
        <p:grpSpPr>
          <a:xfrm>
            <a:off x="900112" y="4151312"/>
            <a:ext cx="7632701" cy="1193166"/>
            <a:chOff x="0" y="0"/>
            <a:chExt cx="7632700" cy="1193165"/>
          </a:xfrm>
        </p:grpSpPr>
        <p:sp>
          <p:nvSpPr>
            <p:cNvPr id="790" name="矩形 39"/>
            <p:cNvSpPr txBox="1"/>
            <p:nvPr/>
          </p:nvSpPr>
          <p:spPr>
            <a:xfrm>
              <a:off x="0" y="276225"/>
              <a:ext cx="7632701" cy="916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50000"/>
                </a:lnSpc>
                <a:defRPr sz="12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</a:p>
          </p:txBody>
        </p:sp>
        <p:sp>
          <p:nvSpPr>
            <p:cNvPr id="791" name="文本框 32"/>
            <p:cNvSpPr txBox="1"/>
            <p:nvPr/>
          </p:nvSpPr>
          <p:spPr>
            <a:xfrm>
              <a:off x="0" y="0"/>
              <a:ext cx="866140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5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添加标题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2" presetClass="entr" presetSubtype="3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fill="hold" tmFilter="0, 0; .2, .5; .8, .5; 1, 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7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fill="hold" tmFilter="0, 0; .2, .5; .8, .5; 1, 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7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8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8" presetClass="entr" presetSubtype="6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10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" grpId="2" animBg="1" advAuto="0"/>
      <p:bldP spid="769" grpId="3" animBg="1" advAuto="0"/>
      <p:bldP spid="772" grpId="6" animBg="1" advAuto="0"/>
      <p:bldP spid="775" grpId="9" animBg="1" advAuto="0"/>
      <p:bldP spid="779" grpId="1" animBg="1" advAuto="0"/>
      <p:bldP spid="784" grpId="4" animBg="1" advAuto="0"/>
      <p:bldP spid="784" grpId="5" animBg="1" advAuto="0"/>
      <p:bldP spid="789" grpId="7" animBg="1" advAuto="0"/>
      <p:bldP spid="789" grpId="8" animBg="1" advAuto="0"/>
      <p:bldP spid="792" grpId="1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椭圆 1"/>
          <p:cNvSpPr/>
          <p:nvPr/>
        </p:nvSpPr>
        <p:spPr>
          <a:xfrm>
            <a:off x="819149" y="1673224"/>
            <a:ext cx="2363790" cy="2363790"/>
          </a:xfrm>
          <a:prstGeom prst="ellipse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795" name="椭圆 2"/>
          <p:cNvSpPr/>
          <p:nvPr/>
        </p:nvSpPr>
        <p:spPr>
          <a:xfrm>
            <a:off x="704849" y="1558924"/>
            <a:ext cx="2592390" cy="2592390"/>
          </a:xfrm>
          <a:prstGeom prst="ellipse">
            <a:avLst/>
          </a:prstGeom>
          <a:ln w="25400">
            <a:solidFill>
              <a:srgbClr val="41445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796" name="图片 3" descr="图片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0675" y="2208213"/>
            <a:ext cx="914400" cy="1285876"/>
          </a:xfrm>
          <a:prstGeom prst="rect">
            <a:avLst/>
          </a:prstGeom>
          <a:ln w="12700">
            <a:miter lim="400000"/>
          </a:ln>
        </p:spPr>
      </p:pic>
      <p:sp>
        <p:nvSpPr>
          <p:cNvPr id="822" name="直接连接符 4"/>
          <p:cNvSpPr/>
          <p:nvPr/>
        </p:nvSpPr>
        <p:spPr>
          <a:xfrm>
            <a:off x="3156576" y="1727788"/>
            <a:ext cx="961060" cy="511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>
            <a:solidFill>
              <a:srgbClr val="4144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3" name="直接连接符 5"/>
          <p:cNvSpPr/>
          <p:nvPr/>
        </p:nvSpPr>
        <p:spPr>
          <a:xfrm>
            <a:off x="3309934" y="2851059"/>
            <a:ext cx="765780" cy="1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>
            <a:solidFill>
              <a:srgbClr val="4144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24" name="直接连接符 6"/>
          <p:cNvSpPr/>
          <p:nvPr/>
        </p:nvSpPr>
        <p:spPr>
          <a:xfrm>
            <a:off x="3156576" y="3470573"/>
            <a:ext cx="961061" cy="511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>
            <a:solidFill>
              <a:srgbClr val="414455"/>
            </a:solidFill>
          </a:ln>
        </p:spPr>
        <p:txBody>
          <a:bodyPr/>
          <a:lstStyle/>
          <a:p>
            <a:endParaRPr/>
          </a:p>
        </p:txBody>
      </p:sp>
      <p:grpSp>
        <p:nvGrpSpPr>
          <p:cNvPr id="802" name="组合 7"/>
          <p:cNvGrpSpPr/>
          <p:nvPr/>
        </p:nvGrpSpPr>
        <p:grpSpPr>
          <a:xfrm>
            <a:off x="4075112" y="1198562"/>
            <a:ext cx="719139" cy="720726"/>
            <a:chOff x="0" y="0"/>
            <a:chExt cx="719138" cy="720724"/>
          </a:xfrm>
        </p:grpSpPr>
        <p:sp>
          <p:nvSpPr>
            <p:cNvPr id="800" name="椭圆 8"/>
            <p:cNvSpPr/>
            <p:nvPr/>
          </p:nvSpPr>
          <p:spPr>
            <a:xfrm>
              <a:off x="-1" y="0"/>
              <a:ext cx="719140" cy="720725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801" name="TextBox 9"/>
            <p:cNvSpPr txBox="1"/>
            <p:nvPr/>
          </p:nvSpPr>
          <p:spPr>
            <a:xfrm>
              <a:off x="65523" y="129252"/>
              <a:ext cx="499676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805" name="组合 10"/>
          <p:cNvGrpSpPr/>
          <p:nvPr/>
        </p:nvGrpSpPr>
        <p:grpSpPr>
          <a:xfrm>
            <a:off x="4075112" y="2490788"/>
            <a:ext cx="719139" cy="719139"/>
            <a:chOff x="0" y="0"/>
            <a:chExt cx="719138" cy="719138"/>
          </a:xfrm>
        </p:grpSpPr>
        <p:sp>
          <p:nvSpPr>
            <p:cNvPr id="803" name="椭圆 11"/>
            <p:cNvSpPr/>
            <p:nvPr/>
          </p:nvSpPr>
          <p:spPr>
            <a:xfrm>
              <a:off x="-1" y="-1"/>
              <a:ext cx="719140" cy="719140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804" name="TextBox 12"/>
            <p:cNvSpPr txBox="1"/>
            <p:nvPr/>
          </p:nvSpPr>
          <p:spPr>
            <a:xfrm>
              <a:off x="65521" y="133907"/>
              <a:ext cx="499676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808" name="组合 13"/>
          <p:cNvGrpSpPr/>
          <p:nvPr/>
        </p:nvGrpSpPr>
        <p:grpSpPr>
          <a:xfrm>
            <a:off x="4075112" y="3790950"/>
            <a:ext cx="719139" cy="720725"/>
            <a:chOff x="0" y="0"/>
            <a:chExt cx="719138" cy="720724"/>
          </a:xfrm>
        </p:grpSpPr>
        <p:sp>
          <p:nvSpPr>
            <p:cNvPr id="806" name="椭圆 14"/>
            <p:cNvSpPr/>
            <p:nvPr/>
          </p:nvSpPr>
          <p:spPr>
            <a:xfrm>
              <a:off x="-1" y="0"/>
              <a:ext cx="719140" cy="720725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807" name="TextBox 15"/>
            <p:cNvSpPr txBox="1"/>
            <p:nvPr/>
          </p:nvSpPr>
          <p:spPr>
            <a:xfrm>
              <a:off x="65523" y="129253"/>
              <a:ext cx="499676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03</a:t>
              </a:r>
            </a:p>
          </p:txBody>
        </p:sp>
      </p:grpSp>
      <p:sp>
        <p:nvSpPr>
          <p:cNvPr id="809" name="TextBox 16"/>
          <p:cNvSpPr txBox="1"/>
          <p:nvPr/>
        </p:nvSpPr>
        <p:spPr>
          <a:xfrm>
            <a:off x="4979987" y="1487487"/>
            <a:ext cx="3546476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</a:t>
            </a:r>
          </a:p>
        </p:txBody>
      </p:sp>
      <p:sp>
        <p:nvSpPr>
          <p:cNvPr id="810" name="矩形 17"/>
          <p:cNvSpPr txBox="1"/>
          <p:nvPr/>
        </p:nvSpPr>
        <p:spPr>
          <a:xfrm>
            <a:off x="4994274" y="1120775"/>
            <a:ext cx="2020890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成果形式一</a:t>
            </a:r>
          </a:p>
        </p:txBody>
      </p:sp>
      <p:sp>
        <p:nvSpPr>
          <p:cNvPr id="811" name="TextBox 18"/>
          <p:cNvSpPr txBox="1"/>
          <p:nvPr/>
        </p:nvSpPr>
        <p:spPr>
          <a:xfrm>
            <a:off x="5006975" y="2717800"/>
            <a:ext cx="3546475" cy="631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</a:t>
            </a:r>
          </a:p>
        </p:txBody>
      </p:sp>
      <p:sp>
        <p:nvSpPr>
          <p:cNvPr id="812" name="矩形 19"/>
          <p:cNvSpPr txBox="1"/>
          <p:nvPr/>
        </p:nvSpPr>
        <p:spPr>
          <a:xfrm>
            <a:off x="5021262" y="2351088"/>
            <a:ext cx="202088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成果形式二</a:t>
            </a:r>
          </a:p>
        </p:txBody>
      </p:sp>
      <p:sp>
        <p:nvSpPr>
          <p:cNvPr id="813" name="TextBox 20"/>
          <p:cNvSpPr txBox="1"/>
          <p:nvPr/>
        </p:nvSpPr>
        <p:spPr>
          <a:xfrm>
            <a:off x="5026025" y="4013199"/>
            <a:ext cx="3546475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</a:t>
            </a:r>
          </a:p>
        </p:txBody>
      </p:sp>
      <p:sp>
        <p:nvSpPr>
          <p:cNvPr id="814" name="矩形 21"/>
          <p:cNvSpPr txBox="1"/>
          <p:nvPr/>
        </p:nvSpPr>
        <p:spPr>
          <a:xfrm>
            <a:off x="5040312" y="3648074"/>
            <a:ext cx="202088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成果形式三</a:t>
            </a:r>
          </a:p>
        </p:txBody>
      </p:sp>
      <p:sp>
        <p:nvSpPr>
          <p:cNvPr id="815" name="矩形 36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成果形式</a:t>
            </a:r>
          </a:p>
        </p:txBody>
      </p:sp>
      <p:sp>
        <p:nvSpPr>
          <p:cNvPr id="816" name="矩形 37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17" name="矩形 38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18" name="矩形 39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19" name="矩形 40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20" name="矩形 41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21" name="矩形 42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9" presetClass="entr" presetSubtype="5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9" presetClass="entr" presetSubtype="5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9" presetClass="entr" presetSubtype="5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1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" grpId="1" animBg="1" advAuto="0"/>
      <p:bldP spid="795" grpId="2" animBg="1" advAuto="0"/>
      <p:bldP spid="796" grpId="3" animBg="1" advAuto="0"/>
      <p:bldP spid="822" grpId="4" animBg="1" advAuto="0"/>
      <p:bldP spid="823" grpId="8" animBg="1" advAuto="0"/>
      <p:bldP spid="824" grpId="12" animBg="1" advAuto="0"/>
      <p:bldP spid="802" grpId="5" animBg="1" advAuto="0"/>
      <p:bldP spid="805" grpId="9" animBg="1" advAuto="0"/>
      <p:bldP spid="808" grpId="13" animBg="1" advAuto="0"/>
      <p:bldP spid="809" grpId="7" animBg="1" advAuto="0"/>
      <p:bldP spid="810" grpId="6" animBg="1" advAuto="0"/>
      <p:bldP spid="811" grpId="11" animBg="1" advAuto="0"/>
      <p:bldP spid="812" grpId="10" animBg="1" advAuto="0"/>
      <p:bldP spid="813" grpId="15" animBg="1" advAuto="0"/>
      <p:bldP spid="814" grpId="14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椭圆 2"/>
          <p:cNvSpPr/>
          <p:nvPr/>
        </p:nvSpPr>
        <p:spPr>
          <a:xfrm>
            <a:off x="2959099" y="1528762"/>
            <a:ext cx="2744790" cy="2744790"/>
          </a:xfrm>
          <a:prstGeom prst="ellipse">
            <a:avLst/>
          </a:prstGeom>
          <a:blipFill>
            <a:blip r:embed="rId2"/>
          </a:blipFill>
          <a:ln w="15875" cap="rnd">
            <a:solidFill>
              <a:srgbClr val="414455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grpSp>
        <p:nvGrpSpPr>
          <p:cNvPr id="839" name="组合 31"/>
          <p:cNvGrpSpPr/>
          <p:nvPr/>
        </p:nvGrpSpPr>
        <p:grpSpPr>
          <a:xfrm>
            <a:off x="3089275" y="1658938"/>
            <a:ext cx="2484438" cy="2484437"/>
            <a:chOff x="0" y="0"/>
            <a:chExt cx="2484437" cy="2484436"/>
          </a:xfrm>
        </p:grpSpPr>
        <p:grpSp>
          <p:nvGrpSpPr>
            <p:cNvPr id="829" name="组合 30"/>
            <p:cNvGrpSpPr/>
            <p:nvPr/>
          </p:nvGrpSpPr>
          <p:grpSpPr>
            <a:xfrm>
              <a:off x="360362" y="0"/>
              <a:ext cx="1763713" cy="534988"/>
              <a:chOff x="0" y="0"/>
              <a:chExt cx="1763711" cy="534987"/>
            </a:xfrm>
          </p:grpSpPr>
          <p:sp>
            <p:nvSpPr>
              <p:cNvPr id="827" name="任意多边形 3"/>
              <p:cNvSpPr/>
              <p:nvPr/>
            </p:nvSpPr>
            <p:spPr>
              <a:xfrm>
                <a:off x="0" y="0"/>
                <a:ext cx="1763712" cy="534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5001" y="0"/>
                      <a:pt x="18804" y="5602"/>
                      <a:pt x="21556" y="14658"/>
                    </a:cubicBezTo>
                    <a:lnTo>
                      <a:pt x="21600" y="14816"/>
                    </a:lnTo>
                    <a:lnTo>
                      <a:pt x="21549" y="14927"/>
                    </a:lnTo>
                    <a:cubicBezTo>
                      <a:pt x="19479" y="18902"/>
                      <a:pt x="15441" y="21600"/>
                      <a:pt x="10800" y="21600"/>
                    </a:cubicBezTo>
                    <a:cubicBezTo>
                      <a:pt x="6159" y="21600"/>
                      <a:pt x="2121" y="18902"/>
                      <a:pt x="51" y="14927"/>
                    </a:cubicBezTo>
                    <a:lnTo>
                      <a:pt x="0" y="14816"/>
                    </a:lnTo>
                    <a:lnTo>
                      <a:pt x="44" y="14658"/>
                    </a:lnTo>
                    <a:cubicBezTo>
                      <a:pt x="2796" y="5602"/>
                      <a:pt x="6599" y="0"/>
                      <a:pt x="10800" y="0"/>
                    </a:cubicBezTo>
                    <a:close/>
                  </a:path>
                </a:pathLst>
              </a:custGeom>
              <a:solidFill>
                <a:srgbClr val="777B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828" name="文本框 1153"/>
              <p:cNvSpPr txBox="1"/>
              <p:nvPr/>
            </p:nvSpPr>
            <p:spPr>
              <a:xfrm>
                <a:off x="474661" y="36511"/>
                <a:ext cx="839788" cy="487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4290" tIns="34290" rIns="34290" bIns="34290" numCol="1" anchor="t">
                <a:sp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t>01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Application</a:t>
                </a:r>
              </a:p>
            </p:txBody>
          </p:sp>
        </p:grpSp>
        <p:grpSp>
          <p:nvGrpSpPr>
            <p:cNvPr id="832" name="组合 29"/>
            <p:cNvGrpSpPr/>
            <p:nvPr/>
          </p:nvGrpSpPr>
          <p:grpSpPr>
            <a:xfrm>
              <a:off x="33338" y="368300"/>
              <a:ext cx="2417763" cy="874713"/>
              <a:chOff x="0" y="0"/>
              <a:chExt cx="2417762" cy="874712"/>
            </a:xfrm>
          </p:grpSpPr>
          <p:sp>
            <p:nvSpPr>
              <p:cNvPr id="830" name="任意多边形 4"/>
              <p:cNvSpPr/>
              <p:nvPr/>
            </p:nvSpPr>
            <p:spPr>
              <a:xfrm>
                <a:off x="0" y="0"/>
                <a:ext cx="2417763" cy="8747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78" y="0"/>
                    </a:moveTo>
                    <a:lnTo>
                      <a:pt x="19363" y="2082"/>
                    </a:lnTo>
                    <a:cubicBezTo>
                      <a:pt x="20352" y="5397"/>
                      <a:pt x="21095" y="9297"/>
                      <a:pt x="21513" y="13565"/>
                    </a:cubicBezTo>
                    <a:lnTo>
                      <a:pt x="21600" y="14644"/>
                    </a:lnTo>
                    <a:lnTo>
                      <a:pt x="21038" y="15582"/>
                    </a:lnTo>
                    <a:cubicBezTo>
                      <a:pt x="18604" y="19257"/>
                      <a:pt x="14922" y="21600"/>
                      <a:pt x="10800" y="21600"/>
                    </a:cubicBezTo>
                    <a:cubicBezTo>
                      <a:pt x="6678" y="21600"/>
                      <a:pt x="2996" y="19257"/>
                      <a:pt x="562" y="15582"/>
                    </a:cubicBezTo>
                    <a:lnTo>
                      <a:pt x="0" y="14644"/>
                    </a:lnTo>
                    <a:lnTo>
                      <a:pt x="87" y="13565"/>
                    </a:lnTo>
                    <a:cubicBezTo>
                      <a:pt x="505" y="9297"/>
                      <a:pt x="1248" y="5397"/>
                      <a:pt x="2237" y="2082"/>
                    </a:cubicBezTo>
                    <a:lnTo>
                      <a:pt x="2922" y="0"/>
                    </a:lnTo>
                    <a:lnTo>
                      <a:pt x="2959" y="68"/>
                    </a:lnTo>
                    <a:cubicBezTo>
                      <a:pt x="4469" y="2505"/>
                      <a:pt x="7414" y="4159"/>
                      <a:pt x="10800" y="4159"/>
                    </a:cubicBezTo>
                    <a:cubicBezTo>
                      <a:pt x="14186" y="4159"/>
                      <a:pt x="17131" y="2505"/>
                      <a:pt x="18641" y="68"/>
                    </a:cubicBezTo>
                    <a:close/>
                  </a:path>
                </a:pathLst>
              </a:custGeom>
              <a:solidFill>
                <a:srgbClr val="686C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831" name="文本框 39"/>
              <p:cNvSpPr txBox="1"/>
              <p:nvPr/>
            </p:nvSpPr>
            <p:spPr>
              <a:xfrm>
                <a:off x="801686" y="317499"/>
                <a:ext cx="839789" cy="487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4290" tIns="34290" rIns="34290" bIns="34290" numCol="1" anchor="t">
                <a:sp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t>02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Application</a:t>
                </a:r>
              </a:p>
            </p:txBody>
          </p:sp>
        </p:grpSp>
        <p:grpSp>
          <p:nvGrpSpPr>
            <p:cNvPr id="835" name="组合 28"/>
            <p:cNvGrpSpPr/>
            <p:nvPr/>
          </p:nvGrpSpPr>
          <p:grpSpPr>
            <a:xfrm>
              <a:off x="0" y="960436"/>
              <a:ext cx="2484438" cy="955676"/>
              <a:chOff x="0" y="0"/>
              <a:chExt cx="2484437" cy="955674"/>
            </a:xfrm>
          </p:grpSpPr>
          <p:sp>
            <p:nvSpPr>
              <p:cNvPr id="833" name="任意多边形 5"/>
              <p:cNvSpPr/>
              <p:nvPr/>
            </p:nvSpPr>
            <p:spPr>
              <a:xfrm>
                <a:off x="0" y="0"/>
                <a:ext cx="2484438" cy="9556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9" y="0"/>
                    </a:moveTo>
                    <a:lnTo>
                      <a:pt x="836" y="858"/>
                    </a:lnTo>
                    <a:cubicBezTo>
                      <a:pt x="3204" y="4221"/>
                      <a:pt x="6789" y="6365"/>
                      <a:pt x="10800" y="6365"/>
                    </a:cubicBezTo>
                    <a:cubicBezTo>
                      <a:pt x="14811" y="6365"/>
                      <a:pt x="18396" y="4221"/>
                      <a:pt x="20764" y="858"/>
                    </a:cubicBezTo>
                    <a:lnTo>
                      <a:pt x="21311" y="0"/>
                    </a:lnTo>
                    <a:lnTo>
                      <a:pt x="21431" y="1395"/>
                    </a:lnTo>
                    <a:cubicBezTo>
                      <a:pt x="21542" y="3008"/>
                      <a:pt x="21600" y="4669"/>
                      <a:pt x="21600" y="6365"/>
                    </a:cubicBezTo>
                    <a:cubicBezTo>
                      <a:pt x="21600" y="9273"/>
                      <a:pt x="21430" y="12078"/>
                      <a:pt x="21114" y="14715"/>
                    </a:cubicBezTo>
                    <a:lnTo>
                      <a:pt x="20803" y="16929"/>
                    </a:lnTo>
                    <a:lnTo>
                      <a:pt x="19795" y="17934"/>
                    </a:lnTo>
                    <a:cubicBezTo>
                      <a:pt x="17227" y="20249"/>
                      <a:pt x="14132" y="21600"/>
                      <a:pt x="10800" y="21600"/>
                    </a:cubicBezTo>
                    <a:cubicBezTo>
                      <a:pt x="7468" y="21600"/>
                      <a:pt x="4373" y="20249"/>
                      <a:pt x="1805" y="17934"/>
                    </a:cubicBezTo>
                    <a:lnTo>
                      <a:pt x="797" y="16929"/>
                    </a:lnTo>
                    <a:lnTo>
                      <a:pt x="486" y="14715"/>
                    </a:lnTo>
                    <a:cubicBezTo>
                      <a:pt x="170" y="12078"/>
                      <a:pt x="0" y="9273"/>
                      <a:pt x="0" y="6365"/>
                    </a:cubicBezTo>
                    <a:cubicBezTo>
                      <a:pt x="0" y="4669"/>
                      <a:pt x="58" y="3008"/>
                      <a:pt x="169" y="1395"/>
                    </a:cubicBezTo>
                    <a:close/>
                  </a:path>
                </a:pathLst>
              </a:custGeom>
              <a:solidFill>
                <a:srgbClr val="50536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834" name="文本框 40"/>
              <p:cNvSpPr txBox="1"/>
              <p:nvPr/>
            </p:nvSpPr>
            <p:spPr>
              <a:xfrm>
                <a:off x="835025" y="373062"/>
                <a:ext cx="839789" cy="4876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4290" tIns="34290" rIns="34290" bIns="34290" numCol="1" anchor="t">
                <a:sp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t>03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Application</a:t>
                </a:r>
              </a:p>
            </p:txBody>
          </p:sp>
        </p:grpSp>
        <p:grpSp>
          <p:nvGrpSpPr>
            <p:cNvPr id="838" name="组合 7"/>
            <p:cNvGrpSpPr/>
            <p:nvPr/>
          </p:nvGrpSpPr>
          <p:grpSpPr>
            <a:xfrm>
              <a:off x="92074" y="1709736"/>
              <a:ext cx="2300289" cy="774701"/>
              <a:chOff x="0" y="0"/>
              <a:chExt cx="2300287" cy="774699"/>
            </a:xfrm>
          </p:grpSpPr>
          <p:sp>
            <p:nvSpPr>
              <p:cNvPr id="836" name="任意多边形 6"/>
              <p:cNvSpPr/>
              <p:nvPr/>
            </p:nvSpPr>
            <p:spPr>
              <a:xfrm>
                <a:off x="0" y="0"/>
                <a:ext cx="2300288" cy="774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21544" y="452"/>
                    </a:lnTo>
                    <a:cubicBezTo>
                      <a:pt x="19774" y="12880"/>
                      <a:pt x="15630" y="21600"/>
                      <a:pt x="10800" y="21600"/>
                    </a:cubicBezTo>
                    <a:cubicBezTo>
                      <a:pt x="5970" y="21600"/>
                      <a:pt x="1826" y="12880"/>
                      <a:pt x="56" y="452"/>
                    </a:cubicBezTo>
                    <a:lnTo>
                      <a:pt x="0" y="0"/>
                    </a:lnTo>
                    <a:lnTo>
                      <a:pt x="1088" y="1240"/>
                    </a:lnTo>
                    <a:cubicBezTo>
                      <a:pt x="3861" y="4094"/>
                      <a:pt x="7203" y="5761"/>
                      <a:pt x="10800" y="5761"/>
                    </a:cubicBezTo>
                    <a:cubicBezTo>
                      <a:pt x="14397" y="5761"/>
                      <a:pt x="17739" y="4094"/>
                      <a:pt x="20512" y="1240"/>
                    </a:cubicBezTo>
                    <a:close/>
                  </a:path>
                </a:pathLst>
              </a:custGeom>
              <a:solidFill>
                <a:srgbClr val="41445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837" name="文本框 41"/>
              <p:cNvSpPr txBox="1"/>
              <p:nvPr/>
            </p:nvSpPr>
            <p:spPr>
              <a:xfrm>
                <a:off x="742949" y="273050"/>
                <a:ext cx="839789" cy="4749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4290" tIns="34290" rIns="34290" bIns="34290" numCol="1" anchor="t">
                <a:sp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effectLst>
                      <a:outerShdw blurRad="38100" dist="38100" dir="2700000" rotWithShape="0">
                        <a:srgbClr val="000000">
                          <a:alpha val="43137"/>
                        </a:srgbClr>
                      </a:outerShdw>
                    </a:effectLst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t>04</a:t>
                </a:r>
              </a:p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  <a:r>
                  <a:t>Application</a:t>
                </a:r>
              </a:p>
            </p:txBody>
          </p:sp>
        </p:grpSp>
      </p:grpSp>
      <p:sp>
        <p:nvSpPr>
          <p:cNvPr id="840" name="任意多边形 12"/>
          <p:cNvSpPr/>
          <p:nvPr/>
        </p:nvSpPr>
        <p:spPr>
          <a:xfrm>
            <a:off x="5056990" y="1581973"/>
            <a:ext cx="1109311" cy="100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578" y="0"/>
                </a:lnTo>
                <a:lnTo>
                  <a:pt x="21600" y="0"/>
                </a:lnTo>
              </a:path>
            </a:pathLst>
          </a:custGeom>
          <a:gradFill>
            <a:gsLst>
              <a:gs pos="0">
                <a:srgbClr val="F6F9FC"/>
              </a:gs>
              <a:gs pos="63000">
                <a:srgbClr val="F2F2F2"/>
              </a:gs>
              <a:gs pos="100000">
                <a:srgbClr val="D9D9D9"/>
              </a:gs>
            </a:gsLst>
            <a:path path="circle">
              <a:fillToRect l="37721" t="-19636" r="62278" b="119636"/>
            </a:path>
          </a:gradFill>
          <a:ln w="15875" cap="rnd">
            <a:solidFill>
              <a:srgbClr val="414455"/>
            </a:solidFill>
            <a:prstDash val="sysDash"/>
            <a:headEnd type="oval"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1" name="任意多边形 13"/>
          <p:cNvSpPr/>
          <p:nvPr/>
        </p:nvSpPr>
        <p:spPr>
          <a:xfrm>
            <a:off x="5735139" y="3080862"/>
            <a:ext cx="1663593" cy="12190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3493" y="3800"/>
                </a:lnTo>
                <a:lnTo>
                  <a:pt x="3493" y="21600"/>
                </a:lnTo>
                <a:lnTo>
                  <a:pt x="21600" y="21600"/>
                </a:lnTo>
              </a:path>
            </a:pathLst>
          </a:custGeom>
          <a:gradFill>
            <a:gsLst>
              <a:gs pos="0">
                <a:srgbClr val="F6F9FC"/>
              </a:gs>
              <a:gs pos="63000">
                <a:srgbClr val="F2F2F2"/>
              </a:gs>
              <a:gs pos="100000">
                <a:srgbClr val="D9D9D9"/>
              </a:gs>
            </a:gsLst>
            <a:path path="circle">
              <a:fillToRect l="37721" t="-19636" r="62278" b="119636"/>
            </a:path>
          </a:gradFill>
          <a:ln w="15875" cap="rnd">
            <a:solidFill>
              <a:srgbClr val="414455"/>
            </a:solidFill>
            <a:prstDash val="sysDash"/>
            <a:headEnd type="oval"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2" name="任意多边形 14"/>
          <p:cNvSpPr/>
          <p:nvPr/>
        </p:nvSpPr>
        <p:spPr>
          <a:xfrm>
            <a:off x="1547663" y="3841429"/>
            <a:ext cx="1656478" cy="4321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7220" y="21600"/>
                </a:lnTo>
                <a:lnTo>
                  <a:pt x="0" y="21600"/>
                </a:lnTo>
              </a:path>
            </a:pathLst>
          </a:custGeom>
          <a:gradFill>
            <a:gsLst>
              <a:gs pos="0">
                <a:srgbClr val="F6F9FC"/>
              </a:gs>
              <a:gs pos="63000">
                <a:srgbClr val="F2F2F2"/>
              </a:gs>
              <a:gs pos="100000">
                <a:srgbClr val="D9D9D9"/>
              </a:gs>
            </a:gsLst>
            <a:path path="circle">
              <a:fillToRect l="37721" t="-19636" r="62278" b="119636"/>
            </a:path>
          </a:gradFill>
          <a:ln w="15875" cap="rnd">
            <a:solidFill>
              <a:srgbClr val="414455"/>
            </a:solidFill>
            <a:prstDash val="sysDash"/>
            <a:headEnd type="oval"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3" name="任意多边形 15"/>
          <p:cNvSpPr/>
          <p:nvPr/>
        </p:nvSpPr>
        <p:spPr>
          <a:xfrm>
            <a:off x="1547663" y="2464106"/>
            <a:ext cx="1383637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8394" y="21600"/>
                </a:lnTo>
                <a:lnTo>
                  <a:pt x="0" y="21600"/>
                </a:lnTo>
              </a:path>
            </a:pathLst>
          </a:custGeom>
          <a:gradFill>
            <a:gsLst>
              <a:gs pos="0">
                <a:srgbClr val="F6F9FC"/>
              </a:gs>
              <a:gs pos="63000">
                <a:srgbClr val="F2F2F2"/>
              </a:gs>
              <a:gs pos="100000">
                <a:srgbClr val="D9D9D9"/>
              </a:gs>
            </a:gsLst>
            <a:path path="circle">
              <a:fillToRect l="37721" t="-19636" r="62278" b="119636"/>
            </a:path>
          </a:gradFill>
          <a:ln w="15875" cap="rnd">
            <a:solidFill>
              <a:srgbClr val="414455"/>
            </a:solidFill>
            <a:prstDash val="sysDash"/>
            <a:headEnd type="oval"/>
            <a:tailEnd type="oval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4" name="Freeform 24"/>
          <p:cNvSpPr/>
          <p:nvPr/>
        </p:nvSpPr>
        <p:spPr>
          <a:xfrm flipH="1">
            <a:off x="2008941" y="2741015"/>
            <a:ext cx="398869" cy="476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629" h="20909" extrusionOk="0">
                <a:moveTo>
                  <a:pt x="5174" y="20909"/>
                </a:moveTo>
                <a:cubicBezTo>
                  <a:pt x="5415" y="19213"/>
                  <a:pt x="5415" y="17403"/>
                  <a:pt x="4933" y="15820"/>
                </a:cubicBezTo>
                <a:cubicBezTo>
                  <a:pt x="-2730" y="11749"/>
                  <a:pt x="-679" y="2475"/>
                  <a:pt x="5717" y="610"/>
                </a:cubicBezTo>
                <a:cubicBezTo>
                  <a:pt x="9096" y="-691"/>
                  <a:pt x="13681" y="101"/>
                  <a:pt x="16698" y="2871"/>
                </a:cubicBezTo>
                <a:cubicBezTo>
                  <a:pt x="18870" y="4907"/>
                  <a:pt x="17784" y="5472"/>
                  <a:pt x="17784" y="5472"/>
                </a:cubicBezTo>
                <a:cubicBezTo>
                  <a:pt x="17362" y="5699"/>
                  <a:pt x="17362" y="5699"/>
                  <a:pt x="17362" y="5699"/>
                </a:cubicBezTo>
                <a:cubicBezTo>
                  <a:pt x="17603" y="6660"/>
                  <a:pt x="18086" y="8469"/>
                  <a:pt x="18025" y="8695"/>
                </a:cubicBezTo>
                <a:cubicBezTo>
                  <a:pt x="17905" y="9035"/>
                  <a:pt x="17543" y="9374"/>
                  <a:pt x="17543" y="9374"/>
                </a:cubicBezTo>
                <a:cubicBezTo>
                  <a:pt x="18629" y="12823"/>
                  <a:pt x="18629" y="12823"/>
                  <a:pt x="18629" y="12823"/>
                </a:cubicBezTo>
                <a:cubicBezTo>
                  <a:pt x="17663" y="13162"/>
                  <a:pt x="17663" y="13162"/>
                  <a:pt x="17663" y="13162"/>
                </a:cubicBezTo>
                <a:cubicBezTo>
                  <a:pt x="17844" y="14293"/>
                  <a:pt x="17965" y="15198"/>
                  <a:pt x="17844" y="16272"/>
                </a:cubicBezTo>
                <a:cubicBezTo>
                  <a:pt x="17844" y="16499"/>
                  <a:pt x="17181" y="17007"/>
                  <a:pt x="16638" y="17064"/>
                </a:cubicBezTo>
                <a:cubicBezTo>
                  <a:pt x="13379" y="17234"/>
                  <a:pt x="13379" y="17234"/>
                  <a:pt x="13379" y="17234"/>
                </a:cubicBezTo>
                <a:cubicBezTo>
                  <a:pt x="13621" y="20909"/>
                  <a:pt x="13621" y="20909"/>
                  <a:pt x="13621" y="20909"/>
                </a:cubicBezTo>
                <a:cubicBezTo>
                  <a:pt x="5174" y="20909"/>
                  <a:pt x="5174" y="20909"/>
                  <a:pt x="5174" y="20909"/>
                </a:cubicBezTo>
                <a:close/>
                <a:moveTo>
                  <a:pt x="7648" y="12088"/>
                </a:moveTo>
                <a:cubicBezTo>
                  <a:pt x="5234" y="10392"/>
                  <a:pt x="5234" y="10392"/>
                  <a:pt x="5234" y="10392"/>
                </a:cubicBezTo>
                <a:cubicBezTo>
                  <a:pt x="5053" y="10222"/>
                  <a:pt x="4812" y="10279"/>
                  <a:pt x="4691" y="10448"/>
                </a:cubicBezTo>
                <a:cubicBezTo>
                  <a:pt x="4691" y="10448"/>
                  <a:pt x="4691" y="10448"/>
                  <a:pt x="4691" y="10448"/>
                </a:cubicBezTo>
                <a:cubicBezTo>
                  <a:pt x="4571" y="10674"/>
                  <a:pt x="4631" y="10901"/>
                  <a:pt x="4812" y="11070"/>
                </a:cubicBezTo>
                <a:cubicBezTo>
                  <a:pt x="7225" y="12767"/>
                  <a:pt x="7225" y="12767"/>
                  <a:pt x="7225" y="12767"/>
                </a:cubicBezTo>
                <a:cubicBezTo>
                  <a:pt x="7406" y="12880"/>
                  <a:pt x="7648" y="12823"/>
                  <a:pt x="7768" y="12654"/>
                </a:cubicBezTo>
                <a:cubicBezTo>
                  <a:pt x="7768" y="12654"/>
                  <a:pt x="7768" y="12654"/>
                  <a:pt x="7768" y="12654"/>
                </a:cubicBezTo>
                <a:cubicBezTo>
                  <a:pt x="7889" y="12484"/>
                  <a:pt x="7829" y="12201"/>
                  <a:pt x="7648" y="12088"/>
                </a:cubicBezTo>
                <a:close/>
                <a:moveTo>
                  <a:pt x="13138" y="6999"/>
                </a:moveTo>
                <a:cubicBezTo>
                  <a:pt x="14647" y="6999"/>
                  <a:pt x="14647" y="6999"/>
                  <a:pt x="14647" y="6999"/>
                </a:cubicBezTo>
                <a:cubicBezTo>
                  <a:pt x="14647" y="6377"/>
                  <a:pt x="14647" y="6377"/>
                  <a:pt x="14647" y="6377"/>
                </a:cubicBezTo>
                <a:cubicBezTo>
                  <a:pt x="13138" y="6377"/>
                  <a:pt x="13138" y="6377"/>
                  <a:pt x="13138" y="6377"/>
                </a:cubicBezTo>
                <a:cubicBezTo>
                  <a:pt x="13138" y="6999"/>
                  <a:pt x="13138" y="6999"/>
                  <a:pt x="13138" y="6999"/>
                </a:cubicBezTo>
                <a:close/>
                <a:moveTo>
                  <a:pt x="7587" y="3267"/>
                </a:moveTo>
                <a:cubicBezTo>
                  <a:pt x="6803" y="2023"/>
                  <a:pt x="6803" y="2023"/>
                  <a:pt x="6803" y="2023"/>
                </a:cubicBezTo>
                <a:cubicBezTo>
                  <a:pt x="6200" y="2362"/>
                  <a:pt x="6200" y="2362"/>
                  <a:pt x="6200" y="2362"/>
                </a:cubicBezTo>
                <a:cubicBezTo>
                  <a:pt x="6984" y="3606"/>
                  <a:pt x="6984" y="3606"/>
                  <a:pt x="6984" y="3606"/>
                </a:cubicBezTo>
                <a:cubicBezTo>
                  <a:pt x="7587" y="3267"/>
                  <a:pt x="7587" y="3267"/>
                  <a:pt x="7587" y="3267"/>
                </a:cubicBezTo>
                <a:close/>
                <a:moveTo>
                  <a:pt x="9578" y="2928"/>
                </a:moveTo>
                <a:cubicBezTo>
                  <a:pt x="9578" y="1514"/>
                  <a:pt x="9578" y="1514"/>
                  <a:pt x="9578" y="1514"/>
                </a:cubicBezTo>
                <a:cubicBezTo>
                  <a:pt x="8915" y="1514"/>
                  <a:pt x="8915" y="1514"/>
                  <a:pt x="8915" y="1514"/>
                </a:cubicBezTo>
                <a:cubicBezTo>
                  <a:pt x="8915" y="2928"/>
                  <a:pt x="8915" y="2928"/>
                  <a:pt x="8915" y="2928"/>
                </a:cubicBezTo>
                <a:cubicBezTo>
                  <a:pt x="9578" y="2928"/>
                  <a:pt x="9578" y="2928"/>
                  <a:pt x="9578" y="2928"/>
                </a:cubicBezTo>
                <a:close/>
                <a:moveTo>
                  <a:pt x="12836" y="5133"/>
                </a:moveTo>
                <a:cubicBezTo>
                  <a:pt x="14104" y="4398"/>
                  <a:pt x="14104" y="4398"/>
                  <a:pt x="14104" y="4398"/>
                </a:cubicBezTo>
                <a:cubicBezTo>
                  <a:pt x="13802" y="3833"/>
                  <a:pt x="13802" y="3833"/>
                  <a:pt x="13802" y="3833"/>
                </a:cubicBezTo>
                <a:cubicBezTo>
                  <a:pt x="12474" y="4568"/>
                  <a:pt x="12474" y="4568"/>
                  <a:pt x="12474" y="4568"/>
                </a:cubicBezTo>
                <a:cubicBezTo>
                  <a:pt x="12836" y="5133"/>
                  <a:pt x="12836" y="5133"/>
                  <a:pt x="12836" y="5133"/>
                </a:cubicBezTo>
                <a:close/>
                <a:moveTo>
                  <a:pt x="11509" y="3606"/>
                </a:moveTo>
                <a:cubicBezTo>
                  <a:pt x="12293" y="2419"/>
                  <a:pt x="12293" y="2419"/>
                  <a:pt x="12293" y="2419"/>
                </a:cubicBezTo>
                <a:cubicBezTo>
                  <a:pt x="11690" y="2080"/>
                  <a:pt x="11690" y="2080"/>
                  <a:pt x="11690" y="2080"/>
                </a:cubicBezTo>
                <a:cubicBezTo>
                  <a:pt x="10906" y="3324"/>
                  <a:pt x="10906" y="3324"/>
                  <a:pt x="10906" y="3324"/>
                </a:cubicBezTo>
                <a:cubicBezTo>
                  <a:pt x="11509" y="3606"/>
                  <a:pt x="11509" y="3606"/>
                  <a:pt x="11509" y="3606"/>
                </a:cubicBezTo>
                <a:close/>
                <a:moveTo>
                  <a:pt x="8251" y="11127"/>
                </a:moveTo>
                <a:cubicBezTo>
                  <a:pt x="5838" y="9374"/>
                  <a:pt x="5838" y="9374"/>
                  <a:pt x="5838" y="9374"/>
                </a:cubicBezTo>
                <a:cubicBezTo>
                  <a:pt x="5657" y="9261"/>
                  <a:pt x="5415" y="9317"/>
                  <a:pt x="5295" y="9487"/>
                </a:cubicBezTo>
                <a:cubicBezTo>
                  <a:pt x="5295" y="9487"/>
                  <a:pt x="5295" y="9487"/>
                  <a:pt x="5295" y="9487"/>
                </a:cubicBezTo>
                <a:cubicBezTo>
                  <a:pt x="5174" y="9657"/>
                  <a:pt x="5234" y="9939"/>
                  <a:pt x="5415" y="10052"/>
                </a:cubicBezTo>
                <a:cubicBezTo>
                  <a:pt x="7829" y="11805"/>
                  <a:pt x="7829" y="11805"/>
                  <a:pt x="7829" y="11805"/>
                </a:cubicBezTo>
                <a:cubicBezTo>
                  <a:pt x="8010" y="11918"/>
                  <a:pt x="8251" y="11862"/>
                  <a:pt x="8372" y="11692"/>
                </a:cubicBezTo>
                <a:cubicBezTo>
                  <a:pt x="8372" y="11692"/>
                  <a:pt x="8372" y="11692"/>
                  <a:pt x="8372" y="11692"/>
                </a:cubicBezTo>
                <a:cubicBezTo>
                  <a:pt x="8492" y="11523"/>
                  <a:pt x="8432" y="11240"/>
                  <a:pt x="8251" y="11127"/>
                </a:cubicBezTo>
                <a:close/>
                <a:moveTo>
                  <a:pt x="10664" y="4398"/>
                </a:moveTo>
                <a:cubicBezTo>
                  <a:pt x="9216" y="3606"/>
                  <a:pt x="7467" y="4002"/>
                  <a:pt x="6743" y="5190"/>
                </a:cubicBezTo>
                <a:cubicBezTo>
                  <a:pt x="5958" y="6434"/>
                  <a:pt x="6924" y="7847"/>
                  <a:pt x="6260" y="9148"/>
                </a:cubicBezTo>
                <a:cubicBezTo>
                  <a:pt x="8492" y="10335"/>
                  <a:pt x="8492" y="10335"/>
                  <a:pt x="8492" y="10335"/>
                </a:cubicBezTo>
                <a:cubicBezTo>
                  <a:pt x="9337" y="9148"/>
                  <a:pt x="11087" y="9261"/>
                  <a:pt x="11871" y="8017"/>
                </a:cubicBezTo>
                <a:cubicBezTo>
                  <a:pt x="12655" y="6773"/>
                  <a:pt x="12052" y="5190"/>
                  <a:pt x="10664" y="4398"/>
                </a:cubicBezTo>
                <a:close/>
                <a:moveTo>
                  <a:pt x="5053" y="11523"/>
                </a:moveTo>
                <a:cubicBezTo>
                  <a:pt x="4812" y="11975"/>
                  <a:pt x="4993" y="12484"/>
                  <a:pt x="5476" y="12767"/>
                </a:cubicBezTo>
                <a:cubicBezTo>
                  <a:pt x="5838" y="12936"/>
                  <a:pt x="6320" y="12880"/>
                  <a:pt x="6622" y="12654"/>
                </a:cubicBezTo>
                <a:lnTo>
                  <a:pt x="5053" y="11523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  <a:effectLst>
            <a:reflection stA="52000" endPos="40000" dir="5400000" sy="-100000" algn="bl" rotWithShape="0"/>
          </a:effectLst>
        </p:spPr>
        <p:txBody>
          <a:bodyPr lIns="45719" rIns="45719"/>
          <a:lstStyle/>
          <a:p>
            <a:pPr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5" name="Freeform 25"/>
          <p:cNvSpPr/>
          <p:nvPr/>
        </p:nvSpPr>
        <p:spPr>
          <a:xfrm flipH="1">
            <a:off x="1959413" y="1141633"/>
            <a:ext cx="551211" cy="520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70" y="0"/>
                </a:moveTo>
                <a:cubicBezTo>
                  <a:pt x="5974" y="0"/>
                  <a:pt x="6606" y="730"/>
                  <a:pt x="6606" y="1582"/>
                </a:cubicBezTo>
                <a:cubicBezTo>
                  <a:pt x="6606" y="2434"/>
                  <a:pt x="5974" y="3164"/>
                  <a:pt x="5170" y="3164"/>
                </a:cubicBezTo>
                <a:cubicBezTo>
                  <a:pt x="4309" y="3164"/>
                  <a:pt x="3677" y="2434"/>
                  <a:pt x="3677" y="1582"/>
                </a:cubicBezTo>
                <a:cubicBezTo>
                  <a:pt x="3677" y="730"/>
                  <a:pt x="4309" y="0"/>
                  <a:pt x="5170" y="0"/>
                </a:cubicBezTo>
                <a:close/>
                <a:moveTo>
                  <a:pt x="2126" y="16063"/>
                </a:moveTo>
                <a:cubicBezTo>
                  <a:pt x="5457" y="16063"/>
                  <a:pt x="5457" y="16063"/>
                  <a:pt x="5457" y="16063"/>
                </a:cubicBezTo>
                <a:cubicBezTo>
                  <a:pt x="6204" y="16063"/>
                  <a:pt x="6779" y="16672"/>
                  <a:pt x="6779" y="17463"/>
                </a:cubicBezTo>
                <a:cubicBezTo>
                  <a:pt x="6779" y="18862"/>
                  <a:pt x="6779" y="18862"/>
                  <a:pt x="6779" y="18862"/>
                </a:cubicBezTo>
                <a:cubicBezTo>
                  <a:pt x="6894" y="18862"/>
                  <a:pt x="6894" y="18862"/>
                  <a:pt x="6894" y="18862"/>
                </a:cubicBezTo>
                <a:cubicBezTo>
                  <a:pt x="7526" y="18862"/>
                  <a:pt x="7526" y="18862"/>
                  <a:pt x="7526" y="18862"/>
                </a:cubicBezTo>
                <a:cubicBezTo>
                  <a:pt x="7698" y="18862"/>
                  <a:pt x="7698" y="18862"/>
                  <a:pt x="7698" y="18862"/>
                </a:cubicBezTo>
                <a:cubicBezTo>
                  <a:pt x="7698" y="17463"/>
                  <a:pt x="7698" y="17463"/>
                  <a:pt x="7698" y="17463"/>
                </a:cubicBezTo>
                <a:cubicBezTo>
                  <a:pt x="7698" y="16672"/>
                  <a:pt x="8272" y="16063"/>
                  <a:pt x="8962" y="16063"/>
                </a:cubicBezTo>
                <a:cubicBezTo>
                  <a:pt x="12351" y="16063"/>
                  <a:pt x="12351" y="16063"/>
                  <a:pt x="12351" y="16063"/>
                </a:cubicBezTo>
                <a:cubicBezTo>
                  <a:pt x="13040" y="16063"/>
                  <a:pt x="13615" y="16672"/>
                  <a:pt x="13615" y="17463"/>
                </a:cubicBezTo>
                <a:cubicBezTo>
                  <a:pt x="13615" y="18862"/>
                  <a:pt x="13615" y="18862"/>
                  <a:pt x="13615" y="18862"/>
                </a:cubicBezTo>
                <a:cubicBezTo>
                  <a:pt x="13845" y="18862"/>
                  <a:pt x="13845" y="18862"/>
                  <a:pt x="13845" y="18862"/>
                </a:cubicBezTo>
                <a:cubicBezTo>
                  <a:pt x="14362" y="18862"/>
                  <a:pt x="14362" y="18862"/>
                  <a:pt x="14362" y="18862"/>
                </a:cubicBezTo>
                <a:cubicBezTo>
                  <a:pt x="14649" y="18862"/>
                  <a:pt x="14649" y="18862"/>
                  <a:pt x="14649" y="18862"/>
                </a:cubicBezTo>
                <a:cubicBezTo>
                  <a:pt x="14649" y="17463"/>
                  <a:pt x="14649" y="17463"/>
                  <a:pt x="14649" y="17463"/>
                </a:cubicBezTo>
                <a:cubicBezTo>
                  <a:pt x="14649" y="16672"/>
                  <a:pt x="15223" y="16063"/>
                  <a:pt x="15970" y="16063"/>
                </a:cubicBezTo>
                <a:cubicBezTo>
                  <a:pt x="19302" y="16063"/>
                  <a:pt x="19302" y="16063"/>
                  <a:pt x="19302" y="16063"/>
                </a:cubicBezTo>
                <a:cubicBezTo>
                  <a:pt x="19991" y="16063"/>
                  <a:pt x="20566" y="16672"/>
                  <a:pt x="20566" y="17463"/>
                </a:cubicBezTo>
                <a:cubicBezTo>
                  <a:pt x="20566" y="18862"/>
                  <a:pt x="20566" y="18862"/>
                  <a:pt x="20566" y="18862"/>
                </a:cubicBezTo>
                <a:cubicBezTo>
                  <a:pt x="20796" y="18862"/>
                  <a:pt x="20796" y="18862"/>
                  <a:pt x="20796" y="18862"/>
                </a:cubicBezTo>
                <a:cubicBezTo>
                  <a:pt x="21313" y="18862"/>
                  <a:pt x="21313" y="18862"/>
                  <a:pt x="21313" y="18862"/>
                </a:cubicBezTo>
                <a:cubicBezTo>
                  <a:pt x="21600" y="18862"/>
                  <a:pt x="21600" y="18862"/>
                  <a:pt x="21600" y="18862"/>
                </a:cubicBezTo>
                <a:cubicBezTo>
                  <a:pt x="21600" y="19653"/>
                  <a:pt x="21600" y="19653"/>
                  <a:pt x="21600" y="19653"/>
                </a:cubicBezTo>
                <a:cubicBezTo>
                  <a:pt x="21313" y="19653"/>
                  <a:pt x="21313" y="19653"/>
                  <a:pt x="21313" y="19653"/>
                </a:cubicBezTo>
                <a:cubicBezTo>
                  <a:pt x="20796" y="19653"/>
                  <a:pt x="20796" y="19653"/>
                  <a:pt x="20796" y="19653"/>
                </a:cubicBezTo>
                <a:cubicBezTo>
                  <a:pt x="20566" y="19653"/>
                  <a:pt x="20566" y="19653"/>
                  <a:pt x="20566" y="19653"/>
                </a:cubicBezTo>
                <a:cubicBezTo>
                  <a:pt x="20566" y="21600"/>
                  <a:pt x="20566" y="21600"/>
                  <a:pt x="20566" y="21600"/>
                </a:cubicBezTo>
                <a:cubicBezTo>
                  <a:pt x="14649" y="21600"/>
                  <a:pt x="14649" y="21600"/>
                  <a:pt x="14649" y="21600"/>
                </a:cubicBezTo>
                <a:cubicBezTo>
                  <a:pt x="14649" y="19653"/>
                  <a:pt x="14649" y="19653"/>
                  <a:pt x="14649" y="19653"/>
                </a:cubicBezTo>
                <a:cubicBezTo>
                  <a:pt x="14362" y="19653"/>
                  <a:pt x="14362" y="19653"/>
                  <a:pt x="14362" y="19653"/>
                </a:cubicBezTo>
                <a:cubicBezTo>
                  <a:pt x="13845" y="19653"/>
                  <a:pt x="13845" y="19653"/>
                  <a:pt x="13845" y="19653"/>
                </a:cubicBezTo>
                <a:cubicBezTo>
                  <a:pt x="13615" y="19653"/>
                  <a:pt x="13615" y="19653"/>
                  <a:pt x="13615" y="19653"/>
                </a:cubicBezTo>
                <a:cubicBezTo>
                  <a:pt x="13615" y="21600"/>
                  <a:pt x="13615" y="21600"/>
                  <a:pt x="13615" y="21600"/>
                </a:cubicBezTo>
                <a:cubicBezTo>
                  <a:pt x="7698" y="21600"/>
                  <a:pt x="7698" y="21600"/>
                  <a:pt x="7698" y="21600"/>
                </a:cubicBezTo>
                <a:cubicBezTo>
                  <a:pt x="7698" y="19653"/>
                  <a:pt x="7698" y="19653"/>
                  <a:pt x="7698" y="19653"/>
                </a:cubicBezTo>
                <a:cubicBezTo>
                  <a:pt x="7526" y="19653"/>
                  <a:pt x="7526" y="19653"/>
                  <a:pt x="7526" y="19653"/>
                </a:cubicBezTo>
                <a:cubicBezTo>
                  <a:pt x="6894" y="19653"/>
                  <a:pt x="6894" y="19653"/>
                  <a:pt x="6894" y="19653"/>
                </a:cubicBezTo>
                <a:cubicBezTo>
                  <a:pt x="6779" y="19653"/>
                  <a:pt x="6779" y="19653"/>
                  <a:pt x="6779" y="19653"/>
                </a:cubicBezTo>
                <a:cubicBezTo>
                  <a:pt x="6779" y="21600"/>
                  <a:pt x="6779" y="21600"/>
                  <a:pt x="6779" y="21600"/>
                </a:cubicBezTo>
                <a:cubicBezTo>
                  <a:pt x="804" y="21600"/>
                  <a:pt x="804" y="21600"/>
                  <a:pt x="804" y="21600"/>
                </a:cubicBezTo>
                <a:cubicBezTo>
                  <a:pt x="804" y="19653"/>
                  <a:pt x="804" y="19653"/>
                  <a:pt x="804" y="19653"/>
                </a:cubicBezTo>
                <a:cubicBezTo>
                  <a:pt x="0" y="19653"/>
                  <a:pt x="0" y="19653"/>
                  <a:pt x="0" y="19653"/>
                </a:cubicBezTo>
                <a:cubicBezTo>
                  <a:pt x="0" y="18862"/>
                  <a:pt x="0" y="18862"/>
                  <a:pt x="0" y="18862"/>
                </a:cubicBezTo>
                <a:cubicBezTo>
                  <a:pt x="804" y="18862"/>
                  <a:pt x="804" y="18862"/>
                  <a:pt x="804" y="18862"/>
                </a:cubicBezTo>
                <a:cubicBezTo>
                  <a:pt x="804" y="17463"/>
                  <a:pt x="804" y="17463"/>
                  <a:pt x="804" y="17463"/>
                </a:cubicBezTo>
                <a:cubicBezTo>
                  <a:pt x="804" y="16672"/>
                  <a:pt x="1379" y="16063"/>
                  <a:pt x="2126" y="16063"/>
                </a:cubicBezTo>
                <a:close/>
                <a:moveTo>
                  <a:pt x="17636" y="13386"/>
                </a:moveTo>
                <a:cubicBezTo>
                  <a:pt x="18555" y="13386"/>
                  <a:pt x="19302" y="14116"/>
                  <a:pt x="19302" y="15090"/>
                </a:cubicBezTo>
                <a:cubicBezTo>
                  <a:pt x="19302" y="15272"/>
                  <a:pt x="19245" y="15515"/>
                  <a:pt x="19187" y="15698"/>
                </a:cubicBezTo>
                <a:cubicBezTo>
                  <a:pt x="16143" y="15698"/>
                  <a:pt x="16143" y="15698"/>
                  <a:pt x="16143" y="15698"/>
                </a:cubicBezTo>
                <a:cubicBezTo>
                  <a:pt x="16085" y="15515"/>
                  <a:pt x="16028" y="15272"/>
                  <a:pt x="16028" y="15090"/>
                </a:cubicBezTo>
                <a:cubicBezTo>
                  <a:pt x="16028" y="14116"/>
                  <a:pt x="16774" y="13386"/>
                  <a:pt x="17636" y="13386"/>
                </a:cubicBezTo>
                <a:close/>
                <a:moveTo>
                  <a:pt x="10685" y="13386"/>
                </a:moveTo>
                <a:cubicBezTo>
                  <a:pt x="11604" y="13386"/>
                  <a:pt x="12351" y="14116"/>
                  <a:pt x="12351" y="15090"/>
                </a:cubicBezTo>
                <a:cubicBezTo>
                  <a:pt x="12351" y="15272"/>
                  <a:pt x="12294" y="15515"/>
                  <a:pt x="12236" y="15698"/>
                </a:cubicBezTo>
                <a:cubicBezTo>
                  <a:pt x="9191" y="15698"/>
                  <a:pt x="9191" y="15698"/>
                  <a:pt x="9191" y="15698"/>
                </a:cubicBezTo>
                <a:cubicBezTo>
                  <a:pt x="9134" y="15515"/>
                  <a:pt x="9077" y="15272"/>
                  <a:pt x="9077" y="15090"/>
                </a:cubicBezTo>
                <a:cubicBezTo>
                  <a:pt x="9077" y="14116"/>
                  <a:pt x="9823" y="13386"/>
                  <a:pt x="10685" y="13386"/>
                </a:cubicBezTo>
                <a:close/>
                <a:moveTo>
                  <a:pt x="3849" y="13386"/>
                </a:moveTo>
                <a:cubicBezTo>
                  <a:pt x="4711" y="13386"/>
                  <a:pt x="5457" y="14116"/>
                  <a:pt x="5457" y="15090"/>
                </a:cubicBezTo>
                <a:cubicBezTo>
                  <a:pt x="5457" y="15272"/>
                  <a:pt x="5400" y="15515"/>
                  <a:pt x="5343" y="15698"/>
                </a:cubicBezTo>
                <a:cubicBezTo>
                  <a:pt x="2298" y="15698"/>
                  <a:pt x="2298" y="15698"/>
                  <a:pt x="2298" y="15698"/>
                </a:cubicBezTo>
                <a:cubicBezTo>
                  <a:pt x="2240" y="15515"/>
                  <a:pt x="2183" y="15272"/>
                  <a:pt x="2183" y="15090"/>
                </a:cubicBezTo>
                <a:cubicBezTo>
                  <a:pt x="2183" y="14116"/>
                  <a:pt x="2930" y="13386"/>
                  <a:pt x="3849" y="13386"/>
                </a:cubicBezTo>
                <a:close/>
                <a:moveTo>
                  <a:pt x="17636" y="7910"/>
                </a:moveTo>
                <a:cubicBezTo>
                  <a:pt x="17636" y="8944"/>
                  <a:pt x="17636" y="8944"/>
                  <a:pt x="17636" y="8944"/>
                </a:cubicBezTo>
                <a:cubicBezTo>
                  <a:pt x="16832" y="8944"/>
                  <a:pt x="16832" y="8944"/>
                  <a:pt x="16832" y="8944"/>
                </a:cubicBezTo>
                <a:cubicBezTo>
                  <a:pt x="17694" y="12230"/>
                  <a:pt x="17694" y="12230"/>
                  <a:pt x="17694" y="12230"/>
                </a:cubicBezTo>
                <a:cubicBezTo>
                  <a:pt x="16602" y="12230"/>
                  <a:pt x="16602" y="12230"/>
                  <a:pt x="16602" y="12230"/>
                </a:cubicBezTo>
                <a:cubicBezTo>
                  <a:pt x="15683" y="8944"/>
                  <a:pt x="15683" y="8944"/>
                  <a:pt x="15683" y="8944"/>
                </a:cubicBezTo>
                <a:cubicBezTo>
                  <a:pt x="12409" y="8944"/>
                  <a:pt x="12409" y="8944"/>
                  <a:pt x="12409" y="8944"/>
                </a:cubicBezTo>
                <a:cubicBezTo>
                  <a:pt x="11547" y="12230"/>
                  <a:pt x="11547" y="12230"/>
                  <a:pt x="11547" y="12230"/>
                </a:cubicBezTo>
                <a:cubicBezTo>
                  <a:pt x="10398" y="12230"/>
                  <a:pt x="10398" y="12230"/>
                  <a:pt x="10398" y="12230"/>
                </a:cubicBezTo>
                <a:cubicBezTo>
                  <a:pt x="11317" y="8944"/>
                  <a:pt x="11317" y="8944"/>
                  <a:pt x="11317" y="8944"/>
                </a:cubicBezTo>
                <a:cubicBezTo>
                  <a:pt x="10398" y="8944"/>
                  <a:pt x="10398" y="8944"/>
                  <a:pt x="10398" y="8944"/>
                </a:cubicBezTo>
                <a:cubicBezTo>
                  <a:pt x="10398" y="7910"/>
                  <a:pt x="10398" y="7910"/>
                  <a:pt x="10398" y="7910"/>
                </a:cubicBezTo>
                <a:cubicBezTo>
                  <a:pt x="17636" y="7910"/>
                  <a:pt x="17636" y="7910"/>
                  <a:pt x="17636" y="7910"/>
                </a:cubicBezTo>
                <a:close/>
                <a:moveTo>
                  <a:pt x="10340" y="974"/>
                </a:moveTo>
                <a:cubicBezTo>
                  <a:pt x="10053" y="974"/>
                  <a:pt x="9766" y="1095"/>
                  <a:pt x="9536" y="1278"/>
                </a:cubicBezTo>
                <a:cubicBezTo>
                  <a:pt x="9536" y="1278"/>
                  <a:pt x="9536" y="1278"/>
                  <a:pt x="9536" y="1278"/>
                </a:cubicBezTo>
                <a:cubicBezTo>
                  <a:pt x="9364" y="1521"/>
                  <a:pt x="9249" y="1825"/>
                  <a:pt x="9249" y="2130"/>
                </a:cubicBezTo>
                <a:cubicBezTo>
                  <a:pt x="9249" y="4381"/>
                  <a:pt x="9249" y="4381"/>
                  <a:pt x="9249" y="4381"/>
                </a:cubicBezTo>
                <a:cubicBezTo>
                  <a:pt x="8904" y="4442"/>
                  <a:pt x="8904" y="4442"/>
                  <a:pt x="8904" y="4442"/>
                </a:cubicBezTo>
                <a:cubicBezTo>
                  <a:pt x="8904" y="4077"/>
                  <a:pt x="8904" y="4077"/>
                  <a:pt x="8904" y="4077"/>
                </a:cubicBezTo>
                <a:cubicBezTo>
                  <a:pt x="7353" y="4077"/>
                  <a:pt x="7353" y="4077"/>
                  <a:pt x="7353" y="4077"/>
                </a:cubicBezTo>
                <a:cubicBezTo>
                  <a:pt x="6262" y="3346"/>
                  <a:pt x="6262" y="3346"/>
                  <a:pt x="6262" y="3346"/>
                </a:cubicBezTo>
                <a:cubicBezTo>
                  <a:pt x="3619" y="3346"/>
                  <a:pt x="6721" y="3346"/>
                  <a:pt x="3791" y="3346"/>
                </a:cubicBezTo>
                <a:cubicBezTo>
                  <a:pt x="3274" y="3346"/>
                  <a:pt x="2872" y="3833"/>
                  <a:pt x="2872" y="4320"/>
                </a:cubicBezTo>
                <a:cubicBezTo>
                  <a:pt x="2872" y="7423"/>
                  <a:pt x="2872" y="7423"/>
                  <a:pt x="2872" y="7423"/>
                </a:cubicBezTo>
                <a:cubicBezTo>
                  <a:pt x="3791" y="7423"/>
                  <a:pt x="3791" y="7423"/>
                  <a:pt x="3791" y="7423"/>
                </a:cubicBezTo>
                <a:cubicBezTo>
                  <a:pt x="3791" y="5172"/>
                  <a:pt x="3791" y="5172"/>
                  <a:pt x="3791" y="5172"/>
                </a:cubicBezTo>
                <a:cubicBezTo>
                  <a:pt x="3964" y="5172"/>
                  <a:pt x="3964" y="5172"/>
                  <a:pt x="3964" y="5172"/>
                </a:cubicBezTo>
                <a:cubicBezTo>
                  <a:pt x="3964" y="7423"/>
                  <a:pt x="3964" y="7423"/>
                  <a:pt x="3964" y="7423"/>
                </a:cubicBezTo>
                <a:cubicBezTo>
                  <a:pt x="3964" y="8032"/>
                  <a:pt x="3964" y="8032"/>
                  <a:pt x="3964" y="8032"/>
                </a:cubicBezTo>
                <a:cubicBezTo>
                  <a:pt x="3964" y="12108"/>
                  <a:pt x="3964" y="12108"/>
                  <a:pt x="3964" y="12108"/>
                </a:cubicBezTo>
                <a:cubicBezTo>
                  <a:pt x="4998" y="12108"/>
                  <a:pt x="4998" y="12108"/>
                  <a:pt x="4998" y="12108"/>
                </a:cubicBezTo>
                <a:cubicBezTo>
                  <a:pt x="4998" y="8701"/>
                  <a:pt x="4998" y="8701"/>
                  <a:pt x="4998" y="8701"/>
                </a:cubicBezTo>
                <a:cubicBezTo>
                  <a:pt x="5228" y="8701"/>
                  <a:pt x="5228" y="8701"/>
                  <a:pt x="5228" y="8701"/>
                </a:cubicBezTo>
                <a:cubicBezTo>
                  <a:pt x="5228" y="12108"/>
                  <a:pt x="5228" y="12108"/>
                  <a:pt x="5228" y="12108"/>
                </a:cubicBezTo>
                <a:cubicBezTo>
                  <a:pt x="6262" y="12108"/>
                  <a:pt x="6262" y="12108"/>
                  <a:pt x="6262" y="12108"/>
                </a:cubicBezTo>
                <a:cubicBezTo>
                  <a:pt x="6262" y="11500"/>
                  <a:pt x="6262" y="11500"/>
                  <a:pt x="6262" y="11500"/>
                </a:cubicBezTo>
                <a:cubicBezTo>
                  <a:pt x="6262" y="8032"/>
                  <a:pt x="6262" y="8032"/>
                  <a:pt x="6262" y="8032"/>
                </a:cubicBezTo>
                <a:cubicBezTo>
                  <a:pt x="6262" y="7423"/>
                  <a:pt x="6262" y="7423"/>
                  <a:pt x="6262" y="7423"/>
                </a:cubicBezTo>
                <a:cubicBezTo>
                  <a:pt x="6262" y="5172"/>
                  <a:pt x="6262" y="5172"/>
                  <a:pt x="6262" y="5172"/>
                </a:cubicBezTo>
                <a:cubicBezTo>
                  <a:pt x="6262" y="4563"/>
                  <a:pt x="6262" y="4563"/>
                  <a:pt x="6262" y="4563"/>
                </a:cubicBezTo>
                <a:cubicBezTo>
                  <a:pt x="7353" y="5172"/>
                  <a:pt x="7353" y="5172"/>
                  <a:pt x="7353" y="5172"/>
                </a:cubicBezTo>
                <a:cubicBezTo>
                  <a:pt x="8904" y="5172"/>
                  <a:pt x="8904" y="5172"/>
                  <a:pt x="8904" y="5172"/>
                </a:cubicBezTo>
                <a:cubicBezTo>
                  <a:pt x="8904" y="4868"/>
                  <a:pt x="8904" y="4868"/>
                  <a:pt x="8904" y="4868"/>
                </a:cubicBezTo>
                <a:cubicBezTo>
                  <a:pt x="9249" y="4807"/>
                  <a:pt x="9249" y="4807"/>
                  <a:pt x="9249" y="4807"/>
                </a:cubicBezTo>
                <a:cubicBezTo>
                  <a:pt x="9249" y="6510"/>
                  <a:pt x="9249" y="6510"/>
                  <a:pt x="9249" y="6510"/>
                </a:cubicBezTo>
                <a:cubicBezTo>
                  <a:pt x="9249" y="6815"/>
                  <a:pt x="9364" y="7119"/>
                  <a:pt x="9536" y="7301"/>
                </a:cubicBezTo>
                <a:cubicBezTo>
                  <a:pt x="9536" y="7301"/>
                  <a:pt x="9536" y="7301"/>
                  <a:pt x="9536" y="7301"/>
                </a:cubicBezTo>
                <a:cubicBezTo>
                  <a:pt x="9536" y="7301"/>
                  <a:pt x="9536" y="7301"/>
                  <a:pt x="9536" y="7301"/>
                </a:cubicBezTo>
                <a:cubicBezTo>
                  <a:pt x="9766" y="7545"/>
                  <a:pt x="10053" y="7666"/>
                  <a:pt x="10340" y="7666"/>
                </a:cubicBezTo>
                <a:cubicBezTo>
                  <a:pt x="17464" y="7666"/>
                  <a:pt x="17464" y="7666"/>
                  <a:pt x="17464" y="7666"/>
                </a:cubicBezTo>
                <a:cubicBezTo>
                  <a:pt x="17751" y="7666"/>
                  <a:pt x="18038" y="7545"/>
                  <a:pt x="18211" y="7301"/>
                </a:cubicBezTo>
                <a:cubicBezTo>
                  <a:pt x="18211" y="7301"/>
                  <a:pt x="18211" y="7301"/>
                  <a:pt x="18211" y="7301"/>
                </a:cubicBezTo>
                <a:cubicBezTo>
                  <a:pt x="18440" y="7119"/>
                  <a:pt x="18555" y="6815"/>
                  <a:pt x="18555" y="6510"/>
                </a:cubicBezTo>
                <a:cubicBezTo>
                  <a:pt x="18555" y="2130"/>
                  <a:pt x="18555" y="2130"/>
                  <a:pt x="18555" y="2130"/>
                </a:cubicBezTo>
                <a:cubicBezTo>
                  <a:pt x="18555" y="1825"/>
                  <a:pt x="18440" y="1521"/>
                  <a:pt x="18211" y="1278"/>
                </a:cubicBezTo>
                <a:cubicBezTo>
                  <a:pt x="18038" y="1095"/>
                  <a:pt x="17751" y="974"/>
                  <a:pt x="17464" y="974"/>
                </a:cubicBezTo>
                <a:cubicBezTo>
                  <a:pt x="10340" y="974"/>
                  <a:pt x="10340" y="974"/>
                  <a:pt x="10340" y="974"/>
                </a:cubicBezTo>
                <a:close/>
                <a:moveTo>
                  <a:pt x="17464" y="1886"/>
                </a:moveTo>
                <a:cubicBezTo>
                  <a:pt x="17521" y="1886"/>
                  <a:pt x="17579" y="1886"/>
                  <a:pt x="17636" y="1947"/>
                </a:cubicBezTo>
                <a:cubicBezTo>
                  <a:pt x="17636" y="2008"/>
                  <a:pt x="17694" y="2069"/>
                  <a:pt x="17694" y="2130"/>
                </a:cubicBezTo>
                <a:cubicBezTo>
                  <a:pt x="17694" y="6510"/>
                  <a:pt x="17694" y="6510"/>
                  <a:pt x="17694" y="6510"/>
                </a:cubicBezTo>
                <a:cubicBezTo>
                  <a:pt x="17694" y="6571"/>
                  <a:pt x="17636" y="6632"/>
                  <a:pt x="17636" y="6632"/>
                </a:cubicBezTo>
                <a:cubicBezTo>
                  <a:pt x="17636" y="6693"/>
                  <a:pt x="17636" y="6693"/>
                  <a:pt x="17636" y="6693"/>
                </a:cubicBezTo>
                <a:cubicBezTo>
                  <a:pt x="17579" y="6693"/>
                  <a:pt x="17521" y="6754"/>
                  <a:pt x="17464" y="6754"/>
                </a:cubicBezTo>
                <a:cubicBezTo>
                  <a:pt x="10340" y="6754"/>
                  <a:pt x="10340" y="6754"/>
                  <a:pt x="10340" y="6754"/>
                </a:cubicBezTo>
                <a:cubicBezTo>
                  <a:pt x="10283" y="6754"/>
                  <a:pt x="10226" y="6693"/>
                  <a:pt x="10168" y="6693"/>
                </a:cubicBezTo>
                <a:cubicBezTo>
                  <a:pt x="10168" y="6632"/>
                  <a:pt x="10168" y="6632"/>
                  <a:pt x="10168" y="6632"/>
                </a:cubicBezTo>
                <a:cubicBezTo>
                  <a:pt x="10111" y="6632"/>
                  <a:pt x="10111" y="6571"/>
                  <a:pt x="10111" y="6510"/>
                </a:cubicBezTo>
                <a:cubicBezTo>
                  <a:pt x="10111" y="4624"/>
                  <a:pt x="10111" y="4624"/>
                  <a:pt x="10111" y="4624"/>
                </a:cubicBezTo>
                <a:cubicBezTo>
                  <a:pt x="13672" y="3833"/>
                  <a:pt x="13672" y="3833"/>
                  <a:pt x="13672" y="3833"/>
                </a:cubicBezTo>
                <a:cubicBezTo>
                  <a:pt x="13615" y="3772"/>
                  <a:pt x="13615" y="3772"/>
                  <a:pt x="13615" y="3772"/>
                </a:cubicBezTo>
                <a:cubicBezTo>
                  <a:pt x="10111" y="4259"/>
                  <a:pt x="10111" y="4259"/>
                  <a:pt x="10111" y="4259"/>
                </a:cubicBezTo>
                <a:cubicBezTo>
                  <a:pt x="10111" y="2130"/>
                  <a:pt x="10111" y="2130"/>
                  <a:pt x="10111" y="2130"/>
                </a:cubicBezTo>
                <a:cubicBezTo>
                  <a:pt x="10111" y="2069"/>
                  <a:pt x="10111" y="2008"/>
                  <a:pt x="10168" y="1947"/>
                </a:cubicBezTo>
                <a:cubicBezTo>
                  <a:pt x="10168" y="1947"/>
                  <a:pt x="10168" y="1947"/>
                  <a:pt x="10168" y="1947"/>
                </a:cubicBezTo>
                <a:cubicBezTo>
                  <a:pt x="10226" y="1886"/>
                  <a:pt x="10283" y="1886"/>
                  <a:pt x="10340" y="1886"/>
                </a:cubicBezTo>
                <a:lnTo>
                  <a:pt x="17464" y="1886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  <a:effectLst>
            <a:reflection stA="52000" endPos="40000" dir="5400000" sy="-100000" algn="bl" rotWithShape="0"/>
          </a:effectLst>
        </p:spPr>
        <p:txBody>
          <a:bodyPr lIns="45719" rIns="45719"/>
          <a:lstStyle/>
          <a:p>
            <a:pPr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6" name="Freeform 73"/>
          <p:cNvSpPr/>
          <p:nvPr/>
        </p:nvSpPr>
        <p:spPr>
          <a:xfrm>
            <a:off x="6329529" y="2665382"/>
            <a:ext cx="676964" cy="5524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6" y="13421"/>
                </a:moveTo>
                <a:cubicBezTo>
                  <a:pt x="1886" y="11744"/>
                  <a:pt x="1886" y="11744"/>
                  <a:pt x="1886" y="11744"/>
                </a:cubicBezTo>
                <a:cubicBezTo>
                  <a:pt x="1886" y="1258"/>
                  <a:pt x="1886" y="1258"/>
                  <a:pt x="1886" y="1258"/>
                </a:cubicBezTo>
                <a:cubicBezTo>
                  <a:pt x="1886" y="0"/>
                  <a:pt x="1886" y="0"/>
                  <a:pt x="1886" y="0"/>
                </a:cubicBezTo>
                <a:cubicBezTo>
                  <a:pt x="2743" y="0"/>
                  <a:pt x="2743" y="0"/>
                  <a:pt x="2743" y="0"/>
                </a:cubicBezTo>
                <a:cubicBezTo>
                  <a:pt x="19200" y="0"/>
                  <a:pt x="19200" y="0"/>
                  <a:pt x="19200" y="0"/>
                </a:cubicBezTo>
                <a:cubicBezTo>
                  <a:pt x="20229" y="0"/>
                  <a:pt x="20229" y="0"/>
                  <a:pt x="20229" y="0"/>
                </a:cubicBezTo>
                <a:cubicBezTo>
                  <a:pt x="20229" y="1258"/>
                  <a:pt x="20229" y="1258"/>
                  <a:pt x="20229" y="1258"/>
                </a:cubicBezTo>
                <a:cubicBezTo>
                  <a:pt x="20229" y="11744"/>
                  <a:pt x="20229" y="11744"/>
                  <a:pt x="20229" y="11744"/>
                </a:cubicBezTo>
                <a:cubicBezTo>
                  <a:pt x="20229" y="13421"/>
                  <a:pt x="20229" y="13421"/>
                  <a:pt x="20229" y="13421"/>
                </a:cubicBezTo>
                <a:cubicBezTo>
                  <a:pt x="18171" y="13421"/>
                  <a:pt x="18171" y="13421"/>
                  <a:pt x="18171" y="13421"/>
                </a:cubicBezTo>
                <a:cubicBezTo>
                  <a:pt x="3771" y="13421"/>
                  <a:pt x="3771" y="13421"/>
                  <a:pt x="3771" y="13421"/>
                </a:cubicBezTo>
                <a:cubicBezTo>
                  <a:pt x="1886" y="13421"/>
                  <a:pt x="1886" y="13421"/>
                  <a:pt x="1886" y="13421"/>
                </a:cubicBezTo>
                <a:close/>
                <a:moveTo>
                  <a:pt x="15429" y="5662"/>
                </a:moveTo>
                <a:cubicBezTo>
                  <a:pt x="15429" y="6082"/>
                  <a:pt x="15429" y="6082"/>
                  <a:pt x="15429" y="6082"/>
                </a:cubicBezTo>
                <a:cubicBezTo>
                  <a:pt x="15429" y="6082"/>
                  <a:pt x="15429" y="6082"/>
                  <a:pt x="15600" y="6082"/>
                </a:cubicBezTo>
                <a:cubicBezTo>
                  <a:pt x="15771" y="6291"/>
                  <a:pt x="15943" y="6501"/>
                  <a:pt x="15943" y="6711"/>
                </a:cubicBezTo>
                <a:cubicBezTo>
                  <a:pt x="16114" y="6920"/>
                  <a:pt x="16114" y="7130"/>
                  <a:pt x="15943" y="7340"/>
                </a:cubicBezTo>
                <a:cubicBezTo>
                  <a:pt x="15943" y="7550"/>
                  <a:pt x="15943" y="7550"/>
                  <a:pt x="15943" y="7550"/>
                </a:cubicBezTo>
                <a:cubicBezTo>
                  <a:pt x="16286" y="7759"/>
                  <a:pt x="16286" y="7759"/>
                  <a:pt x="16286" y="7759"/>
                </a:cubicBezTo>
                <a:cubicBezTo>
                  <a:pt x="16286" y="7550"/>
                  <a:pt x="16286" y="7550"/>
                  <a:pt x="16286" y="7550"/>
                </a:cubicBezTo>
                <a:cubicBezTo>
                  <a:pt x="16457" y="7130"/>
                  <a:pt x="16457" y="6711"/>
                  <a:pt x="16286" y="6501"/>
                </a:cubicBezTo>
                <a:cubicBezTo>
                  <a:pt x="16286" y="6291"/>
                  <a:pt x="15943" y="5872"/>
                  <a:pt x="15600" y="5662"/>
                </a:cubicBezTo>
                <a:cubicBezTo>
                  <a:pt x="15600" y="5662"/>
                  <a:pt x="15600" y="5662"/>
                  <a:pt x="15429" y="5662"/>
                </a:cubicBezTo>
                <a:close/>
                <a:moveTo>
                  <a:pt x="15771" y="9437"/>
                </a:moveTo>
                <a:cubicBezTo>
                  <a:pt x="16114" y="9437"/>
                  <a:pt x="16114" y="9437"/>
                  <a:pt x="16114" y="9437"/>
                </a:cubicBezTo>
                <a:cubicBezTo>
                  <a:pt x="15943" y="8808"/>
                  <a:pt x="15429" y="7969"/>
                  <a:pt x="15429" y="7969"/>
                </a:cubicBezTo>
                <a:cubicBezTo>
                  <a:pt x="15257" y="7969"/>
                  <a:pt x="15257" y="7969"/>
                  <a:pt x="15257" y="7969"/>
                </a:cubicBezTo>
                <a:cubicBezTo>
                  <a:pt x="15086" y="8179"/>
                  <a:pt x="15086" y="8179"/>
                  <a:pt x="15086" y="8179"/>
                </a:cubicBezTo>
                <a:cubicBezTo>
                  <a:pt x="15086" y="8179"/>
                  <a:pt x="15086" y="8179"/>
                  <a:pt x="15086" y="8179"/>
                </a:cubicBezTo>
                <a:cubicBezTo>
                  <a:pt x="14914" y="8179"/>
                  <a:pt x="14914" y="8179"/>
                  <a:pt x="14914" y="8179"/>
                </a:cubicBezTo>
                <a:cubicBezTo>
                  <a:pt x="14743" y="8388"/>
                  <a:pt x="14743" y="8388"/>
                  <a:pt x="14743" y="8388"/>
                </a:cubicBezTo>
                <a:cubicBezTo>
                  <a:pt x="14400" y="7759"/>
                  <a:pt x="14400" y="7550"/>
                  <a:pt x="14057" y="6920"/>
                </a:cubicBezTo>
                <a:cubicBezTo>
                  <a:pt x="14400" y="6711"/>
                  <a:pt x="14400" y="6711"/>
                  <a:pt x="14400" y="6711"/>
                </a:cubicBezTo>
                <a:cubicBezTo>
                  <a:pt x="14571" y="6501"/>
                  <a:pt x="14571" y="6501"/>
                  <a:pt x="14571" y="6501"/>
                </a:cubicBezTo>
                <a:cubicBezTo>
                  <a:pt x="14743" y="6501"/>
                  <a:pt x="14743" y="6501"/>
                  <a:pt x="14743" y="6501"/>
                </a:cubicBezTo>
                <a:cubicBezTo>
                  <a:pt x="14743" y="6291"/>
                  <a:pt x="14400" y="5243"/>
                  <a:pt x="14229" y="5033"/>
                </a:cubicBezTo>
                <a:cubicBezTo>
                  <a:pt x="14057" y="5033"/>
                  <a:pt x="14057" y="5033"/>
                  <a:pt x="14057" y="5033"/>
                </a:cubicBezTo>
                <a:cubicBezTo>
                  <a:pt x="13886" y="5243"/>
                  <a:pt x="13886" y="5243"/>
                  <a:pt x="13886" y="5243"/>
                </a:cubicBezTo>
                <a:cubicBezTo>
                  <a:pt x="13886" y="5243"/>
                  <a:pt x="13886" y="5243"/>
                  <a:pt x="13886" y="5243"/>
                </a:cubicBezTo>
                <a:cubicBezTo>
                  <a:pt x="13714" y="5243"/>
                  <a:pt x="13714" y="5243"/>
                  <a:pt x="13714" y="5243"/>
                </a:cubicBezTo>
                <a:cubicBezTo>
                  <a:pt x="13371" y="5452"/>
                  <a:pt x="13371" y="5662"/>
                  <a:pt x="13371" y="6082"/>
                </a:cubicBezTo>
                <a:cubicBezTo>
                  <a:pt x="13371" y="6082"/>
                  <a:pt x="13371" y="6082"/>
                  <a:pt x="13371" y="6082"/>
                </a:cubicBezTo>
                <a:cubicBezTo>
                  <a:pt x="13371" y="6082"/>
                  <a:pt x="13371" y="6082"/>
                  <a:pt x="13371" y="6082"/>
                </a:cubicBezTo>
                <a:cubicBezTo>
                  <a:pt x="13543" y="7550"/>
                  <a:pt x="14057" y="8598"/>
                  <a:pt x="14743" y="9647"/>
                </a:cubicBezTo>
                <a:cubicBezTo>
                  <a:pt x="14914" y="9856"/>
                  <a:pt x="15257" y="9856"/>
                  <a:pt x="15600" y="9647"/>
                </a:cubicBezTo>
                <a:cubicBezTo>
                  <a:pt x="15600" y="9647"/>
                  <a:pt x="15600" y="9647"/>
                  <a:pt x="15600" y="9647"/>
                </a:cubicBezTo>
                <a:cubicBezTo>
                  <a:pt x="15771" y="9437"/>
                  <a:pt x="15771" y="9437"/>
                  <a:pt x="15771" y="9437"/>
                </a:cubicBezTo>
                <a:cubicBezTo>
                  <a:pt x="15771" y="9437"/>
                  <a:pt x="15771" y="9437"/>
                  <a:pt x="15771" y="9437"/>
                </a:cubicBezTo>
                <a:close/>
                <a:moveTo>
                  <a:pt x="15429" y="6711"/>
                </a:moveTo>
                <a:cubicBezTo>
                  <a:pt x="15257" y="6711"/>
                  <a:pt x="15086" y="6711"/>
                  <a:pt x="15086" y="6920"/>
                </a:cubicBezTo>
                <a:cubicBezTo>
                  <a:pt x="14914" y="7130"/>
                  <a:pt x="15086" y="7340"/>
                  <a:pt x="15257" y="7550"/>
                </a:cubicBezTo>
                <a:cubicBezTo>
                  <a:pt x="15429" y="7550"/>
                  <a:pt x="15600" y="7340"/>
                  <a:pt x="15600" y="7130"/>
                </a:cubicBezTo>
                <a:cubicBezTo>
                  <a:pt x="15600" y="6920"/>
                  <a:pt x="15600" y="6711"/>
                  <a:pt x="15429" y="6711"/>
                </a:cubicBezTo>
                <a:close/>
                <a:moveTo>
                  <a:pt x="15771" y="4823"/>
                </a:moveTo>
                <a:cubicBezTo>
                  <a:pt x="15600" y="5243"/>
                  <a:pt x="15600" y="5243"/>
                  <a:pt x="15600" y="5243"/>
                </a:cubicBezTo>
                <a:cubicBezTo>
                  <a:pt x="15600" y="5243"/>
                  <a:pt x="15771" y="5243"/>
                  <a:pt x="15771" y="5243"/>
                </a:cubicBezTo>
                <a:cubicBezTo>
                  <a:pt x="16114" y="5452"/>
                  <a:pt x="16457" y="5662"/>
                  <a:pt x="16629" y="6082"/>
                </a:cubicBezTo>
                <a:cubicBezTo>
                  <a:pt x="16800" y="6501"/>
                  <a:pt x="16800" y="6920"/>
                  <a:pt x="16800" y="7550"/>
                </a:cubicBezTo>
                <a:cubicBezTo>
                  <a:pt x="16800" y="7550"/>
                  <a:pt x="16629" y="7759"/>
                  <a:pt x="16629" y="7759"/>
                </a:cubicBezTo>
                <a:cubicBezTo>
                  <a:pt x="16971" y="7969"/>
                  <a:pt x="16971" y="7969"/>
                  <a:pt x="16971" y="7969"/>
                </a:cubicBezTo>
                <a:cubicBezTo>
                  <a:pt x="16971" y="7759"/>
                  <a:pt x="17143" y="7759"/>
                  <a:pt x="17143" y="7550"/>
                </a:cubicBezTo>
                <a:cubicBezTo>
                  <a:pt x="17143" y="6920"/>
                  <a:pt x="17143" y="6291"/>
                  <a:pt x="16971" y="5872"/>
                </a:cubicBezTo>
                <a:cubicBezTo>
                  <a:pt x="16629" y="5452"/>
                  <a:pt x="16286" y="5033"/>
                  <a:pt x="15943" y="4823"/>
                </a:cubicBezTo>
                <a:cubicBezTo>
                  <a:pt x="15771" y="4823"/>
                  <a:pt x="15771" y="4823"/>
                  <a:pt x="15771" y="4823"/>
                </a:cubicBezTo>
                <a:close/>
                <a:moveTo>
                  <a:pt x="8743" y="2936"/>
                </a:moveTo>
                <a:cubicBezTo>
                  <a:pt x="8400" y="2936"/>
                  <a:pt x="8229" y="3146"/>
                  <a:pt x="8057" y="3355"/>
                </a:cubicBezTo>
                <a:cubicBezTo>
                  <a:pt x="7886" y="3565"/>
                  <a:pt x="7886" y="3775"/>
                  <a:pt x="7886" y="3984"/>
                </a:cubicBezTo>
                <a:cubicBezTo>
                  <a:pt x="7886" y="4194"/>
                  <a:pt x="7886" y="4194"/>
                  <a:pt x="7886" y="4194"/>
                </a:cubicBezTo>
                <a:cubicBezTo>
                  <a:pt x="8057" y="4194"/>
                  <a:pt x="8229" y="4194"/>
                  <a:pt x="8229" y="4194"/>
                </a:cubicBezTo>
                <a:cubicBezTo>
                  <a:pt x="8229" y="3984"/>
                  <a:pt x="8229" y="3984"/>
                  <a:pt x="8229" y="3984"/>
                </a:cubicBezTo>
                <a:cubicBezTo>
                  <a:pt x="8229" y="3984"/>
                  <a:pt x="8400" y="3775"/>
                  <a:pt x="8400" y="3775"/>
                </a:cubicBezTo>
                <a:cubicBezTo>
                  <a:pt x="8400" y="3565"/>
                  <a:pt x="8571" y="3565"/>
                  <a:pt x="8743" y="3565"/>
                </a:cubicBezTo>
                <a:cubicBezTo>
                  <a:pt x="11657" y="3565"/>
                  <a:pt x="11657" y="3565"/>
                  <a:pt x="11657" y="3565"/>
                </a:cubicBezTo>
                <a:cubicBezTo>
                  <a:pt x="11829" y="3565"/>
                  <a:pt x="11829" y="3565"/>
                  <a:pt x="12000" y="3775"/>
                </a:cubicBezTo>
                <a:cubicBezTo>
                  <a:pt x="12000" y="3775"/>
                  <a:pt x="12000" y="3984"/>
                  <a:pt x="12000" y="3984"/>
                </a:cubicBezTo>
                <a:cubicBezTo>
                  <a:pt x="12000" y="6291"/>
                  <a:pt x="12000" y="6291"/>
                  <a:pt x="12000" y="6291"/>
                </a:cubicBezTo>
                <a:cubicBezTo>
                  <a:pt x="12000" y="6501"/>
                  <a:pt x="12000" y="6501"/>
                  <a:pt x="12000" y="6711"/>
                </a:cubicBezTo>
                <a:cubicBezTo>
                  <a:pt x="11829" y="6711"/>
                  <a:pt x="11829" y="6711"/>
                  <a:pt x="11657" y="6711"/>
                </a:cubicBezTo>
                <a:cubicBezTo>
                  <a:pt x="11143" y="6711"/>
                  <a:pt x="11143" y="6711"/>
                  <a:pt x="11143" y="6711"/>
                </a:cubicBezTo>
                <a:cubicBezTo>
                  <a:pt x="10971" y="6711"/>
                  <a:pt x="10971" y="6711"/>
                  <a:pt x="10971" y="6711"/>
                </a:cubicBezTo>
                <a:cubicBezTo>
                  <a:pt x="10971" y="6920"/>
                  <a:pt x="10971" y="6920"/>
                  <a:pt x="10971" y="6920"/>
                </a:cubicBezTo>
                <a:cubicBezTo>
                  <a:pt x="10629" y="7130"/>
                  <a:pt x="10629" y="7130"/>
                  <a:pt x="10629" y="7130"/>
                </a:cubicBezTo>
                <a:cubicBezTo>
                  <a:pt x="10800" y="7130"/>
                  <a:pt x="10800" y="7130"/>
                  <a:pt x="10800" y="7130"/>
                </a:cubicBezTo>
                <a:cubicBezTo>
                  <a:pt x="10800" y="6711"/>
                  <a:pt x="10800" y="6711"/>
                  <a:pt x="10800" y="6711"/>
                </a:cubicBezTo>
                <a:cubicBezTo>
                  <a:pt x="10457" y="6711"/>
                  <a:pt x="10457" y="6711"/>
                  <a:pt x="10457" y="6711"/>
                </a:cubicBezTo>
                <a:cubicBezTo>
                  <a:pt x="9257" y="6711"/>
                  <a:pt x="9257" y="6711"/>
                  <a:pt x="9257" y="6711"/>
                </a:cubicBezTo>
                <a:cubicBezTo>
                  <a:pt x="9257" y="6920"/>
                  <a:pt x="9086" y="6920"/>
                  <a:pt x="9086" y="7130"/>
                </a:cubicBezTo>
                <a:cubicBezTo>
                  <a:pt x="9086" y="7130"/>
                  <a:pt x="9086" y="7130"/>
                  <a:pt x="8914" y="7340"/>
                </a:cubicBezTo>
                <a:cubicBezTo>
                  <a:pt x="10286" y="7340"/>
                  <a:pt x="10286" y="7340"/>
                  <a:pt x="10286" y="7340"/>
                </a:cubicBezTo>
                <a:cubicBezTo>
                  <a:pt x="10114" y="7759"/>
                  <a:pt x="10114" y="7759"/>
                  <a:pt x="10114" y="7759"/>
                </a:cubicBezTo>
                <a:cubicBezTo>
                  <a:pt x="10114" y="7969"/>
                  <a:pt x="10114" y="7969"/>
                  <a:pt x="10114" y="7969"/>
                </a:cubicBezTo>
                <a:cubicBezTo>
                  <a:pt x="10286" y="7969"/>
                  <a:pt x="10286" y="7969"/>
                  <a:pt x="10286" y="7969"/>
                </a:cubicBezTo>
                <a:cubicBezTo>
                  <a:pt x="10457" y="8179"/>
                  <a:pt x="10457" y="8179"/>
                  <a:pt x="10457" y="8179"/>
                </a:cubicBezTo>
                <a:cubicBezTo>
                  <a:pt x="10629" y="8179"/>
                  <a:pt x="10629" y="8179"/>
                  <a:pt x="10629" y="8179"/>
                </a:cubicBezTo>
                <a:cubicBezTo>
                  <a:pt x="10629" y="8179"/>
                  <a:pt x="10629" y="8179"/>
                  <a:pt x="10629" y="8179"/>
                </a:cubicBezTo>
                <a:cubicBezTo>
                  <a:pt x="11143" y="7340"/>
                  <a:pt x="11143" y="7340"/>
                  <a:pt x="11143" y="7340"/>
                </a:cubicBezTo>
                <a:cubicBezTo>
                  <a:pt x="11657" y="7340"/>
                  <a:pt x="11657" y="7340"/>
                  <a:pt x="11657" y="7340"/>
                </a:cubicBezTo>
                <a:cubicBezTo>
                  <a:pt x="12000" y="7340"/>
                  <a:pt x="12171" y="7130"/>
                  <a:pt x="12343" y="6920"/>
                </a:cubicBezTo>
                <a:cubicBezTo>
                  <a:pt x="12514" y="6920"/>
                  <a:pt x="12514" y="6501"/>
                  <a:pt x="12514" y="6291"/>
                </a:cubicBezTo>
                <a:cubicBezTo>
                  <a:pt x="12514" y="3984"/>
                  <a:pt x="12514" y="3984"/>
                  <a:pt x="12514" y="3984"/>
                </a:cubicBezTo>
                <a:cubicBezTo>
                  <a:pt x="12514" y="3775"/>
                  <a:pt x="12514" y="3565"/>
                  <a:pt x="12343" y="3355"/>
                </a:cubicBezTo>
                <a:cubicBezTo>
                  <a:pt x="12171" y="3146"/>
                  <a:pt x="12000" y="2936"/>
                  <a:pt x="11657" y="2936"/>
                </a:cubicBezTo>
                <a:cubicBezTo>
                  <a:pt x="8743" y="2936"/>
                  <a:pt x="8743" y="2936"/>
                  <a:pt x="8743" y="2936"/>
                </a:cubicBezTo>
                <a:close/>
                <a:moveTo>
                  <a:pt x="9429" y="5662"/>
                </a:moveTo>
                <a:cubicBezTo>
                  <a:pt x="9429" y="6082"/>
                  <a:pt x="9429" y="6082"/>
                  <a:pt x="9429" y="6082"/>
                </a:cubicBezTo>
                <a:cubicBezTo>
                  <a:pt x="11657" y="6082"/>
                  <a:pt x="11657" y="6082"/>
                  <a:pt x="11657" y="6082"/>
                </a:cubicBezTo>
                <a:cubicBezTo>
                  <a:pt x="11657" y="5662"/>
                  <a:pt x="11657" y="5662"/>
                  <a:pt x="11657" y="5662"/>
                </a:cubicBezTo>
                <a:cubicBezTo>
                  <a:pt x="9429" y="5662"/>
                  <a:pt x="9429" y="5662"/>
                  <a:pt x="9429" y="5662"/>
                </a:cubicBezTo>
                <a:close/>
                <a:moveTo>
                  <a:pt x="9429" y="4823"/>
                </a:moveTo>
                <a:cubicBezTo>
                  <a:pt x="9429" y="5243"/>
                  <a:pt x="9429" y="5243"/>
                  <a:pt x="9429" y="5243"/>
                </a:cubicBezTo>
                <a:cubicBezTo>
                  <a:pt x="11657" y="5243"/>
                  <a:pt x="11657" y="5243"/>
                  <a:pt x="11657" y="5243"/>
                </a:cubicBezTo>
                <a:cubicBezTo>
                  <a:pt x="11657" y="4823"/>
                  <a:pt x="11657" y="4823"/>
                  <a:pt x="11657" y="4823"/>
                </a:cubicBezTo>
                <a:cubicBezTo>
                  <a:pt x="9429" y="4823"/>
                  <a:pt x="9429" y="4823"/>
                  <a:pt x="9429" y="4823"/>
                </a:cubicBezTo>
                <a:close/>
                <a:moveTo>
                  <a:pt x="9257" y="4194"/>
                </a:moveTo>
                <a:cubicBezTo>
                  <a:pt x="9257" y="4404"/>
                  <a:pt x="9257" y="4404"/>
                  <a:pt x="9257" y="4404"/>
                </a:cubicBezTo>
                <a:cubicBezTo>
                  <a:pt x="11657" y="4404"/>
                  <a:pt x="11657" y="4404"/>
                  <a:pt x="11657" y="4404"/>
                </a:cubicBezTo>
                <a:cubicBezTo>
                  <a:pt x="11657" y="4194"/>
                  <a:pt x="11657" y="4194"/>
                  <a:pt x="11657" y="4194"/>
                </a:cubicBezTo>
                <a:cubicBezTo>
                  <a:pt x="9257" y="4194"/>
                  <a:pt x="9257" y="4194"/>
                  <a:pt x="9257" y="4194"/>
                </a:cubicBezTo>
                <a:close/>
                <a:moveTo>
                  <a:pt x="6000" y="8388"/>
                </a:moveTo>
                <a:cubicBezTo>
                  <a:pt x="5486" y="8808"/>
                  <a:pt x="5314" y="10066"/>
                  <a:pt x="5314" y="10695"/>
                </a:cubicBezTo>
                <a:cubicBezTo>
                  <a:pt x="5829" y="11324"/>
                  <a:pt x="9257" y="11324"/>
                  <a:pt x="9943" y="10695"/>
                </a:cubicBezTo>
                <a:cubicBezTo>
                  <a:pt x="10114" y="9856"/>
                  <a:pt x="9771" y="8808"/>
                  <a:pt x="9257" y="8179"/>
                </a:cubicBezTo>
                <a:cubicBezTo>
                  <a:pt x="9086" y="8179"/>
                  <a:pt x="9086" y="8179"/>
                  <a:pt x="8914" y="8179"/>
                </a:cubicBezTo>
                <a:cubicBezTo>
                  <a:pt x="8743" y="8179"/>
                  <a:pt x="8571" y="8179"/>
                  <a:pt x="8571" y="8179"/>
                </a:cubicBezTo>
                <a:cubicBezTo>
                  <a:pt x="8400" y="8179"/>
                  <a:pt x="8400" y="7969"/>
                  <a:pt x="8400" y="7759"/>
                </a:cubicBezTo>
                <a:cubicBezTo>
                  <a:pt x="8400" y="7550"/>
                  <a:pt x="8571" y="7340"/>
                  <a:pt x="8571" y="7130"/>
                </a:cubicBezTo>
                <a:cubicBezTo>
                  <a:pt x="8743" y="7130"/>
                  <a:pt x="8743" y="6920"/>
                  <a:pt x="8743" y="6920"/>
                </a:cubicBezTo>
                <a:cubicBezTo>
                  <a:pt x="8743" y="6711"/>
                  <a:pt x="8914" y="6501"/>
                  <a:pt x="8914" y="6501"/>
                </a:cubicBezTo>
                <a:cubicBezTo>
                  <a:pt x="8914" y="6291"/>
                  <a:pt x="8914" y="6291"/>
                  <a:pt x="8914" y="6291"/>
                </a:cubicBezTo>
                <a:cubicBezTo>
                  <a:pt x="8743" y="6291"/>
                  <a:pt x="8743" y="6291"/>
                  <a:pt x="8743" y="6291"/>
                </a:cubicBezTo>
                <a:cubicBezTo>
                  <a:pt x="8743" y="6291"/>
                  <a:pt x="8743" y="6291"/>
                  <a:pt x="8743" y="6291"/>
                </a:cubicBezTo>
                <a:cubicBezTo>
                  <a:pt x="8743" y="5662"/>
                  <a:pt x="8743" y="5243"/>
                  <a:pt x="8400" y="4823"/>
                </a:cubicBezTo>
                <a:cubicBezTo>
                  <a:pt x="8057" y="4404"/>
                  <a:pt x="7200" y="4614"/>
                  <a:pt x="6857" y="5033"/>
                </a:cubicBezTo>
                <a:cubicBezTo>
                  <a:pt x="6514" y="5243"/>
                  <a:pt x="6514" y="5452"/>
                  <a:pt x="6514" y="6291"/>
                </a:cubicBezTo>
                <a:cubicBezTo>
                  <a:pt x="6514" y="6291"/>
                  <a:pt x="6514" y="6291"/>
                  <a:pt x="6514" y="6291"/>
                </a:cubicBezTo>
                <a:cubicBezTo>
                  <a:pt x="6514" y="6291"/>
                  <a:pt x="6514" y="6291"/>
                  <a:pt x="6514" y="6291"/>
                </a:cubicBezTo>
                <a:cubicBezTo>
                  <a:pt x="6514" y="6501"/>
                  <a:pt x="6514" y="6501"/>
                  <a:pt x="6514" y="6501"/>
                </a:cubicBezTo>
                <a:cubicBezTo>
                  <a:pt x="6514" y="6501"/>
                  <a:pt x="6514" y="6711"/>
                  <a:pt x="6514" y="6920"/>
                </a:cubicBezTo>
                <a:cubicBezTo>
                  <a:pt x="6514" y="6920"/>
                  <a:pt x="6686" y="7130"/>
                  <a:pt x="6686" y="7130"/>
                </a:cubicBezTo>
                <a:cubicBezTo>
                  <a:pt x="6686" y="7340"/>
                  <a:pt x="6857" y="7550"/>
                  <a:pt x="7029" y="7759"/>
                </a:cubicBezTo>
                <a:cubicBezTo>
                  <a:pt x="7029" y="7969"/>
                  <a:pt x="6857" y="7969"/>
                  <a:pt x="6857" y="8179"/>
                </a:cubicBezTo>
                <a:cubicBezTo>
                  <a:pt x="6686" y="8179"/>
                  <a:pt x="6686" y="8388"/>
                  <a:pt x="6514" y="8388"/>
                </a:cubicBezTo>
                <a:cubicBezTo>
                  <a:pt x="6343" y="8388"/>
                  <a:pt x="6171" y="8388"/>
                  <a:pt x="6000" y="8388"/>
                </a:cubicBezTo>
                <a:close/>
                <a:moveTo>
                  <a:pt x="18171" y="11744"/>
                </a:moveTo>
                <a:cubicBezTo>
                  <a:pt x="18171" y="2097"/>
                  <a:pt x="18171" y="2097"/>
                  <a:pt x="18171" y="2097"/>
                </a:cubicBezTo>
                <a:cubicBezTo>
                  <a:pt x="3771" y="2097"/>
                  <a:pt x="3771" y="2097"/>
                  <a:pt x="3771" y="2097"/>
                </a:cubicBezTo>
                <a:cubicBezTo>
                  <a:pt x="3771" y="11744"/>
                  <a:pt x="3771" y="11744"/>
                  <a:pt x="3771" y="11744"/>
                </a:cubicBezTo>
                <a:cubicBezTo>
                  <a:pt x="18171" y="11744"/>
                  <a:pt x="18171" y="11744"/>
                  <a:pt x="18171" y="11744"/>
                </a:cubicBezTo>
                <a:close/>
                <a:moveTo>
                  <a:pt x="20229" y="14050"/>
                </a:moveTo>
                <a:cubicBezTo>
                  <a:pt x="21600" y="18245"/>
                  <a:pt x="21600" y="18245"/>
                  <a:pt x="21600" y="18245"/>
                </a:cubicBezTo>
                <a:cubicBezTo>
                  <a:pt x="21600" y="20761"/>
                  <a:pt x="21600" y="20761"/>
                  <a:pt x="21600" y="20761"/>
                </a:cubicBezTo>
                <a:cubicBezTo>
                  <a:pt x="20743" y="21600"/>
                  <a:pt x="20743" y="21600"/>
                  <a:pt x="20743" y="21600"/>
                </a:cubicBezTo>
                <a:cubicBezTo>
                  <a:pt x="1029" y="21600"/>
                  <a:pt x="1029" y="21600"/>
                  <a:pt x="1029" y="21600"/>
                </a:cubicBezTo>
                <a:cubicBezTo>
                  <a:pt x="0" y="20761"/>
                  <a:pt x="0" y="20761"/>
                  <a:pt x="0" y="20761"/>
                </a:cubicBezTo>
                <a:cubicBezTo>
                  <a:pt x="0" y="18245"/>
                  <a:pt x="0" y="18245"/>
                  <a:pt x="0" y="18245"/>
                </a:cubicBezTo>
                <a:cubicBezTo>
                  <a:pt x="1886" y="14050"/>
                  <a:pt x="1886" y="14050"/>
                  <a:pt x="1886" y="14050"/>
                </a:cubicBezTo>
                <a:cubicBezTo>
                  <a:pt x="3771" y="14050"/>
                  <a:pt x="3771" y="14050"/>
                  <a:pt x="3771" y="14050"/>
                </a:cubicBezTo>
                <a:cubicBezTo>
                  <a:pt x="18171" y="14050"/>
                  <a:pt x="18171" y="14050"/>
                  <a:pt x="18171" y="14050"/>
                </a:cubicBezTo>
                <a:cubicBezTo>
                  <a:pt x="20229" y="14050"/>
                  <a:pt x="20229" y="14050"/>
                  <a:pt x="20229" y="14050"/>
                </a:cubicBezTo>
                <a:close/>
                <a:moveTo>
                  <a:pt x="7714" y="15099"/>
                </a:moveTo>
                <a:cubicBezTo>
                  <a:pt x="7543" y="15309"/>
                  <a:pt x="7543" y="15309"/>
                  <a:pt x="7543" y="15518"/>
                </a:cubicBezTo>
                <a:cubicBezTo>
                  <a:pt x="8057" y="15518"/>
                  <a:pt x="8571" y="15518"/>
                  <a:pt x="9257" y="15518"/>
                </a:cubicBezTo>
                <a:cubicBezTo>
                  <a:pt x="9257" y="15309"/>
                  <a:pt x="9257" y="15309"/>
                  <a:pt x="9257" y="15099"/>
                </a:cubicBezTo>
                <a:cubicBezTo>
                  <a:pt x="8743" y="15099"/>
                  <a:pt x="8229" y="15099"/>
                  <a:pt x="7714" y="15099"/>
                </a:cubicBezTo>
                <a:close/>
                <a:moveTo>
                  <a:pt x="7200" y="17196"/>
                </a:moveTo>
                <a:cubicBezTo>
                  <a:pt x="7029" y="17406"/>
                  <a:pt x="7029" y="17616"/>
                  <a:pt x="7029" y="17825"/>
                </a:cubicBezTo>
                <a:cubicBezTo>
                  <a:pt x="7714" y="17825"/>
                  <a:pt x="8229" y="17825"/>
                  <a:pt x="8914" y="17825"/>
                </a:cubicBezTo>
                <a:cubicBezTo>
                  <a:pt x="8914" y="17616"/>
                  <a:pt x="8914" y="17406"/>
                  <a:pt x="8914" y="17196"/>
                </a:cubicBezTo>
                <a:cubicBezTo>
                  <a:pt x="8400" y="17196"/>
                  <a:pt x="7714" y="17196"/>
                  <a:pt x="7200" y="17196"/>
                </a:cubicBezTo>
                <a:close/>
                <a:moveTo>
                  <a:pt x="4286" y="17196"/>
                </a:moveTo>
                <a:cubicBezTo>
                  <a:pt x="4286" y="17406"/>
                  <a:pt x="4286" y="17616"/>
                  <a:pt x="4114" y="17825"/>
                </a:cubicBezTo>
                <a:cubicBezTo>
                  <a:pt x="4800" y="17825"/>
                  <a:pt x="5314" y="17825"/>
                  <a:pt x="6000" y="17825"/>
                </a:cubicBezTo>
                <a:cubicBezTo>
                  <a:pt x="6000" y="17616"/>
                  <a:pt x="6171" y="17406"/>
                  <a:pt x="6171" y="17196"/>
                </a:cubicBezTo>
                <a:cubicBezTo>
                  <a:pt x="5657" y="17196"/>
                  <a:pt x="4971" y="17196"/>
                  <a:pt x="4286" y="17196"/>
                </a:cubicBezTo>
                <a:close/>
                <a:moveTo>
                  <a:pt x="9943" y="17196"/>
                </a:moveTo>
                <a:cubicBezTo>
                  <a:pt x="9943" y="17406"/>
                  <a:pt x="9943" y="17616"/>
                  <a:pt x="9943" y="17825"/>
                </a:cubicBezTo>
                <a:cubicBezTo>
                  <a:pt x="10457" y="17825"/>
                  <a:pt x="11143" y="17825"/>
                  <a:pt x="11829" y="17825"/>
                </a:cubicBezTo>
                <a:cubicBezTo>
                  <a:pt x="11829" y="17616"/>
                  <a:pt x="11829" y="17406"/>
                  <a:pt x="11829" y="17196"/>
                </a:cubicBezTo>
                <a:cubicBezTo>
                  <a:pt x="11143" y="17196"/>
                  <a:pt x="10629" y="17196"/>
                  <a:pt x="9943" y="17196"/>
                </a:cubicBezTo>
                <a:close/>
                <a:moveTo>
                  <a:pt x="12857" y="17196"/>
                </a:moveTo>
                <a:cubicBezTo>
                  <a:pt x="12857" y="17406"/>
                  <a:pt x="12857" y="17616"/>
                  <a:pt x="12857" y="17825"/>
                </a:cubicBezTo>
                <a:cubicBezTo>
                  <a:pt x="13371" y="17825"/>
                  <a:pt x="14057" y="17825"/>
                  <a:pt x="14743" y="17825"/>
                </a:cubicBezTo>
                <a:cubicBezTo>
                  <a:pt x="14571" y="17616"/>
                  <a:pt x="14571" y="17406"/>
                  <a:pt x="14571" y="17196"/>
                </a:cubicBezTo>
                <a:cubicBezTo>
                  <a:pt x="14057" y="17196"/>
                  <a:pt x="13371" y="17196"/>
                  <a:pt x="12857" y="17196"/>
                </a:cubicBezTo>
                <a:close/>
                <a:moveTo>
                  <a:pt x="15600" y="17196"/>
                </a:moveTo>
                <a:cubicBezTo>
                  <a:pt x="15600" y="17406"/>
                  <a:pt x="15600" y="17616"/>
                  <a:pt x="15600" y="17825"/>
                </a:cubicBezTo>
                <a:cubicBezTo>
                  <a:pt x="16286" y="17825"/>
                  <a:pt x="16971" y="17825"/>
                  <a:pt x="17486" y="17825"/>
                </a:cubicBezTo>
                <a:cubicBezTo>
                  <a:pt x="17486" y="17616"/>
                  <a:pt x="17486" y="17406"/>
                  <a:pt x="17486" y="17196"/>
                </a:cubicBezTo>
                <a:cubicBezTo>
                  <a:pt x="16800" y="17196"/>
                  <a:pt x="16286" y="17196"/>
                  <a:pt x="15600" y="17196"/>
                </a:cubicBezTo>
                <a:close/>
                <a:moveTo>
                  <a:pt x="6686" y="15938"/>
                </a:moveTo>
                <a:cubicBezTo>
                  <a:pt x="6686" y="16148"/>
                  <a:pt x="6686" y="16357"/>
                  <a:pt x="6514" y="16567"/>
                </a:cubicBezTo>
                <a:cubicBezTo>
                  <a:pt x="7200" y="16567"/>
                  <a:pt x="7714" y="16567"/>
                  <a:pt x="8400" y="16567"/>
                </a:cubicBezTo>
                <a:cubicBezTo>
                  <a:pt x="8400" y="16357"/>
                  <a:pt x="8400" y="16148"/>
                  <a:pt x="8400" y="15938"/>
                </a:cubicBezTo>
                <a:cubicBezTo>
                  <a:pt x="7886" y="15938"/>
                  <a:pt x="7371" y="15938"/>
                  <a:pt x="6686" y="15938"/>
                </a:cubicBezTo>
                <a:close/>
                <a:moveTo>
                  <a:pt x="4800" y="15938"/>
                </a:moveTo>
                <a:cubicBezTo>
                  <a:pt x="4629" y="16148"/>
                  <a:pt x="4629" y="16357"/>
                  <a:pt x="4457" y="16567"/>
                </a:cubicBezTo>
                <a:cubicBezTo>
                  <a:pt x="4971" y="16567"/>
                  <a:pt x="5314" y="16567"/>
                  <a:pt x="5657" y="16567"/>
                </a:cubicBezTo>
                <a:cubicBezTo>
                  <a:pt x="5657" y="16357"/>
                  <a:pt x="5657" y="16148"/>
                  <a:pt x="5829" y="15938"/>
                </a:cubicBezTo>
                <a:cubicBezTo>
                  <a:pt x="5486" y="15938"/>
                  <a:pt x="5143" y="15938"/>
                  <a:pt x="4800" y="15938"/>
                </a:cubicBezTo>
                <a:close/>
                <a:moveTo>
                  <a:pt x="9429" y="15938"/>
                </a:moveTo>
                <a:cubicBezTo>
                  <a:pt x="9429" y="16148"/>
                  <a:pt x="9257" y="16357"/>
                  <a:pt x="9257" y="16567"/>
                </a:cubicBezTo>
                <a:cubicBezTo>
                  <a:pt x="9943" y="16567"/>
                  <a:pt x="10457" y="16567"/>
                  <a:pt x="11143" y="16567"/>
                </a:cubicBezTo>
                <a:cubicBezTo>
                  <a:pt x="11143" y="16357"/>
                  <a:pt x="11143" y="16148"/>
                  <a:pt x="11143" y="15938"/>
                </a:cubicBezTo>
                <a:cubicBezTo>
                  <a:pt x="10629" y="15938"/>
                  <a:pt x="9943" y="15938"/>
                  <a:pt x="9429" y="15938"/>
                </a:cubicBezTo>
                <a:close/>
                <a:moveTo>
                  <a:pt x="12000" y="15938"/>
                </a:moveTo>
                <a:cubicBezTo>
                  <a:pt x="12000" y="16148"/>
                  <a:pt x="12000" y="16357"/>
                  <a:pt x="12000" y="16567"/>
                </a:cubicBezTo>
                <a:cubicBezTo>
                  <a:pt x="12686" y="16567"/>
                  <a:pt x="13200" y="16567"/>
                  <a:pt x="13886" y="16567"/>
                </a:cubicBezTo>
                <a:cubicBezTo>
                  <a:pt x="13886" y="16357"/>
                  <a:pt x="13886" y="16148"/>
                  <a:pt x="13886" y="15938"/>
                </a:cubicBezTo>
                <a:cubicBezTo>
                  <a:pt x="13200" y="15938"/>
                  <a:pt x="12686" y="15938"/>
                  <a:pt x="12000" y="15938"/>
                </a:cubicBezTo>
                <a:close/>
                <a:moveTo>
                  <a:pt x="14914" y="15938"/>
                </a:moveTo>
                <a:cubicBezTo>
                  <a:pt x="14914" y="16148"/>
                  <a:pt x="14914" y="16357"/>
                  <a:pt x="14914" y="16567"/>
                </a:cubicBezTo>
                <a:cubicBezTo>
                  <a:pt x="15771" y="16567"/>
                  <a:pt x="16457" y="16567"/>
                  <a:pt x="17314" y="16567"/>
                </a:cubicBezTo>
                <a:cubicBezTo>
                  <a:pt x="17314" y="16357"/>
                  <a:pt x="17314" y="16148"/>
                  <a:pt x="17143" y="15938"/>
                </a:cubicBezTo>
                <a:cubicBezTo>
                  <a:pt x="16457" y="15938"/>
                  <a:pt x="15600" y="15938"/>
                  <a:pt x="14914" y="15938"/>
                </a:cubicBezTo>
                <a:close/>
                <a:moveTo>
                  <a:pt x="5143" y="15099"/>
                </a:moveTo>
                <a:cubicBezTo>
                  <a:pt x="4971" y="15309"/>
                  <a:pt x="4971" y="15309"/>
                  <a:pt x="4800" y="15518"/>
                </a:cubicBezTo>
                <a:cubicBezTo>
                  <a:pt x="5486" y="15518"/>
                  <a:pt x="6000" y="15518"/>
                  <a:pt x="6514" y="15518"/>
                </a:cubicBezTo>
                <a:cubicBezTo>
                  <a:pt x="6686" y="15309"/>
                  <a:pt x="6686" y="15309"/>
                  <a:pt x="6686" y="15099"/>
                </a:cubicBezTo>
                <a:cubicBezTo>
                  <a:pt x="6171" y="15099"/>
                  <a:pt x="5657" y="15099"/>
                  <a:pt x="5143" y="15099"/>
                </a:cubicBezTo>
                <a:close/>
                <a:moveTo>
                  <a:pt x="10114" y="15099"/>
                </a:moveTo>
                <a:cubicBezTo>
                  <a:pt x="10114" y="15309"/>
                  <a:pt x="10114" y="15309"/>
                  <a:pt x="10114" y="15518"/>
                </a:cubicBezTo>
                <a:cubicBezTo>
                  <a:pt x="10629" y="15518"/>
                  <a:pt x="11314" y="15518"/>
                  <a:pt x="11829" y="15518"/>
                </a:cubicBezTo>
                <a:cubicBezTo>
                  <a:pt x="11829" y="15309"/>
                  <a:pt x="11829" y="15309"/>
                  <a:pt x="11829" y="15099"/>
                </a:cubicBezTo>
                <a:cubicBezTo>
                  <a:pt x="11314" y="15099"/>
                  <a:pt x="10800" y="15099"/>
                  <a:pt x="10114" y="15099"/>
                </a:cubicBezTo>
                <a:close/>
                <a:moveTo>
                  <a:pt x="12686" y="15099"/>
                </a:moveTo>
                <a:cubicBezTo>
                  <a:pt x="12686" y="15309"/>
                  <a:pt x="12686" y="15309"/>
                  <a:pt x="12686" y="15518"/>
                </a:cubicBezTo>
                <a:cubicBezTo>
                  <a:pt x="13371" y="15518"/>
                  <a:pt x="13886" y="15518"/>
                  <a:pt x="14571" y="15518"/>
                </a:cubicBezTo>
                <a:cubicBezTo>
                  <a:pt x="14400" y="15309"/>
                  <a:pt x="14400" y="15309"/>
                  <a:pt x="14400" y="15099"/>
                </a:cubicBezTo>
                <a:cubicBezTo>
                  <a:pt x="13886" y="15099"/>
                  <a:pt x="13371" y="15099"/>
                  <a:pt x="12686" y="15099"/>
                </a:cubicBezTo>
                <a:close/>
                <a:moveTo>
                  <a:pt x="15257" y="15099"/>
                </a:moveTo>
                <a:cubicBezTo>
                  <a:pt x="15429" y="15309"/>
                  <a:pt x="15429" y="15309"/>
                  <a:pt x="15429" y="15518"/>
                </a:cubicBezTo>
                <a:cubicBezTo>
                  <a:pt x="15943" y="15518"/>
                  <a:pt x="16629" y="15518"/>
                  <a:pt x="17143" y="15518"/>
                </a:cubicBezTo>
                <a:cubicBezTo>
                  <a:pt x="17143" y="15309"/>
                  <a:pt x="16971" y="15309"/>
                  <a:pt x="16971" y="15099"/>
                </a:cubicBezTo>
                <a:cubicBezTo>
                  <a:pt x="16457" y="15099"/>
                  <a:pt x="15943" y="15099"/>
                  <a:pt x="15257" y="15099"/>
                </a:cubicBezTo>
                <a:close/>
                <a:moveTo>
                  <a:pt x="1714" y="19083"/>
                </a:moveTo>
                <a:cubicBezTo>
                  <a:pt x="1714" y="20132"/>
                  <a:pt x="1714" y="20132"/>
                  <a:pt x="1714" y="20132"/>
                </a:cubicBezTo>
                <a:cubicBezTo>
                  <a:pt x="3429" y="20132"/>
                  <a:pt x="3429" y="20132"/>
                  <a:pt x="3429" y="20132"/>
                </a:cubicBezTo>
                <a:cubicBezTo>
                  <a:pt x="3429" y="19083"/>
                  <a:pt x="3429" y="19083"/>
                  <a:pt x="3429" y="19083"/>
                </a:cubicBezTo>
                <a:cubicBezTo>
                  <a:pt x="1714" y="19083"/>
                  <a:pt x="1714" y="19083"/>
                  <a:pt x="1714" y="19083"/>
                </a:cubicBezTo>
                <a:close/>
                <a:moveTo>
                  <a:pt x="18171" y="19083"/>
                </a:moveTo>
                <a:cubicBezTo>
                  <a:pt x="18171" y="20132"/>
                  <a:pt x="18171" y="20132"/>
                  <a:pt x="18171" y="20132"/>
                </a:cubicBezTo>
                <a:cubicBezTo>
                  <a:pt x="19886" y="20132"/>
                  <a:pt x="19886" y="20132"/>
                  <a:pt x="19886" y="20132"/>
                </a:cubicBezTo>
                <a:cubicBezTo>
                  <a:pt x="19886" y="19083"/>
                  <a:pt x="19886" y="19083"/>
                  <a:pt x="19886" y="19083"/>
                </a:cubicBezTo>
                <a:cubicBezTo>
                  <a:pt x="18171" y="19083"/>
                  <a:pt x="18171" y="19083"/>
                  <a:pt x="18171" y="19083"/>
                </a:cubicBezTo>
                <a:close/>
                <a:moveTo>
                  <a:pt x="6686" y="19083"/>
                </a:moveTo>
                <a:cubicBezTo>
                  <a:pt x="6686" y="20132"/>
                  <a:pt x="6686" y="20132"/>
                  <a:pt x="6686" y="20132"/>
                </a:cubicBezTo>
                <a:cubicBezTo>
                  <a:pt x="8400" y="20132"/>
                  <a:pt x="8400" y="20132"/>
                  <a:pt x="8400" y="20132"/>
                </a:cubicBezTo>
                <a:cubicBezTo>
                  <a:pt x="8400" y="19083"/>
                  <a:pt x="8400" y="19083"/>
                  <a:pt x="8400" y="19083"/>
                </a:cubicBezTo>
                <a:cubicBezTo>
                  <a:pt x="6686" y="19083"/>
                  <a:pt x="6686" y="19083"/>
                  <a:pt x="6686" y="19083"/>
                </a:cubicBezTo>
                <a:close/>
                <a:moveTo>
                  <a:pt x="4286" y="19083"/>
                </a:moveTo>
                <a:cubicBezTo>
                  <a:pt x="4286" y="20132"/>
                  <a:pt x="4286" y="20132"/>
                  <a:pt x="4286" y="20132"/>
                </a:cubicBezTo>
                <a:cubicBezTo>
                  <a:pt x="6000" y="20132"/>
                  <a:pt x="6000" y="20132"/>
                  <a:pt x="6000" y="20132"/>
                </a:cubicBezTo>
                <a:cubicBezTo>
                  <a:pt x="6000" y="19083"/>
                  <a:pt x="6000" y="19083"/>
                  <a:pt x="6000" y="19083"/>
                </a:cubicBezTo>
                <a:lnTo>
                  <a:pt x="4286" y="19083"/>
                </a:lnTo>
                <a:close/>
              </a:path>
            </a:pathLst>
          </a:custGeom>
          <a:solidFill>
            <a:srgbClr val="404040"/>
          </a:solidFill>
          <a:ln w="12700">
            <a:miter lim="400000"/>
          </a:ln>
          <a:effectLst>
            <a:reflection stA="52000" endPos="40000" dir="5400000" sy="-100000" algn="bl" rotWithShape="0"/>
          </a:effectLst>
        </p:spPr>
        <p:txBody>
          <a:bodyPr lIns="45719" rIns="45719"/>
          <a:lstStyle/>
          <a:p>
            <a:pPr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7" name="Freeform 48"/>
          <p:cNvSpPr/>
          <p:nvPr/>
        </p:nvSpPr>
        <p:spPr>
          <a:xfrm>
            <a:off x="6397164" y="1269748"/>
            <a:ext cx="538131" cy="4377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11" extrusionOk="0">
                <a:moveTo>
                  <a:pt x="6060" y="13453"/>
                </a:moveTo>
                <a:cubicBezTo>
                  <a:pt x="5750" y="14022"/>
                  <a:pt x="5439" y="14400"/>
                  <a:pt x="5128" y="14779"/>
                </a:cubicBezTo>
                <a:cubicBezTo>
                  <a:pt x="5128" y="15348"/>
                  <a:pt x="5283" y="15537"/>
                  <a:pt x="5439" y="15916"/>
                </a:cubicBezTo>
                <a:cubicBezTo>
                  <a:pt x="5594" y="15916"/>
                  <a:pt x="7459" y="15916"/>
                  <a:pt x="7614" y="16295"/>
                </a:cubicBezTo>
                <a:cubicBezTo>
                  <a:pt x="8236" y="17243"/>
                  <a:pt x="8236" y="18948"/>
                  <a:pt x="8081" y="19706"/>
                </a:cubicBezTo>
                <a:cubicBezTo>
                  <a:pt x="6216" y="20843"/>
                  <a:pt x="2020" y="20843"/>
                  <a:pt x="0" y="19706"/>
                </a:cubicBezTo>
                <a:cubicBezTo>
                  <a:pt x="0" y="18948"/>
                  <a:pt x="0" y="17243"/>
                  <a:pt x="622" y="16295"/>
                </a:cubicBezTo>
                <a:cubicBezTo>
                  <a:pt x="777" y="15916"/>
                  <a:pt x="2486" y="15916"/>
                  <a:pt x="2797" y="15916"/>
                </a:cubicBezTo>
                <a:cubicBezTo>
                  <a:pt x="2953" y="15537"/>
                  <a:pt x="2953" y="15158"/>
                  <a:pt x="2953" y="14779"/>
                </a:cubicBezTo>
                <a:cubicBezTo>
                  <a:pt x="2642" y="14400"/>
                  <a:pt x="2331" y="14022"/>
                  <a:pt x="2176" y="13453"/>
                </a:cubicBezTo>
                <a:cubicBezTo>
                  <a:pt x="1865" y="13453"/>
                  <a:pt x="1399" y="13453"/>
                  <a:pt x="1243" y="13453"/>
                </a:cubicBezTo>
                <a:cubicBezTo>
                  <a:pt x="1088" y="11558"/>
                  <a:pt x="1399" y="8906"/>
                  <a:pt x="2020" y="8337"/>
                </a:cubicBezTo>
                <a:cubicBezTo>
                  <a:pt x="2953" y="7390"/>
                  <a:pt x="5128" y="7390"/>
                  <a:pt x="6060" y="8148"/>
                </a:cubicBezTo>
                <a:cubicBezTo>
                  <a:pt x="6682" y="8716"/>
                  <a:pt x="7148" y="11748"/>
                  <a:pt x="6837" y="13453"/>
                </a:cubicBezTo>
                <a:cubicBezTo>
                  <a:pt x="6837" y="13453"/>
                  <a:pt x="6060" y="13453"/>
                  <a:pt x="6060" y="13453"/>
                </a:cubicBezTo>
                <a:close/>
                <a:moveTo>
                  <a:pt x="13519" y="7390"/>
                </a:moveTo>
                <a:cubicBezTo>
                  <a:pt x="13830" y="7390"/>
                  <a:pt x="14296" y="7390"/>
                  <a:pt x="14607" y="7390"/>
                </a:cubicBezTo>
                <a:cubicBezTo>
                  <a:pt x="14918" y="7579"/>
                  <a:pt x="15073" y="7390"/>
                  <a:pt x="15229" y="7200"/>
                </a:cubicBezTo>
                <a:cubicBezTo>
                  <a:pt x="15384" y="7011"/>
                  <a:pt x="15384" y="6632"/>
                  <a:pt x="15540" y="6253"/>
                </a:cubicBezTo>
                <a:cubicBezTo>
                  <a:pt x="15229" y="5874"/>
                  <a:pt x="15073" y="5495"/>
                  <a:pt x="14918" y="5116"/>
                </a:cubicBezTo>
                <a:cubicBezTo>
                  <a:pt x="14763" y="4927"/>
                  <a:pt x="14607" y="4737"/>
                  <a:pt x="14607" y="4548"/>
                </a:cubicBezTo>
                <a:cubicBezTo>
                  <a:pt x="14607" y="4358"/>
                  <a:pt x="14452" y="3979"/>
                  <a:pt x="14452" y="3790"/>
                </a:cubicBezTo>
                <a:cubicBezTo>
                  <a:pt x="14452" y="3600"/>
                  <a:pt x="14452" y="3600"/>
                  <a:pt x="14452" y="3600"/>
                </a:cubicBezTo>
                <a:cubicBezTo>
                  <a:pt x="14607" y="3600"/>
                  <a:pt x="14607" y="3600"/>
                  <a:pt x="14607" y="3600"/>
                </a:cubicBezTo>
                <a:cubicBezTo>
                  <a:pt x="14607" y="3600"/>
                  <a:pt x="14607" y="3411"/>
                  <a:pt x="14607" y="3411"/>
                </a:cubicBezTo>
                <a:cubicBezTo>
                  <a:pt x="14452" y="1895"/>
                  <a:pt x="14607" y="1327"/>
                  <a:pt x="15073" y="758"/>
                </a:cubicBezTo>
                <a:cubicBezTo>
                  <a:pt x="16006" y="-189"/>
                  <a:pt x="17560" y="-189"/>
                  <a:pt x="18492" y="569"/>
                </a:cubicBezTo>
                <a:cubicBezTo>
                  <a:pt x="19114" y="1137"/>
                  <a:pt x="19269" y="2085"/>
                  <a:pt x="19114" y="3411"/>
                </a:cubicBezTo>
                <a:cubicBezTo>
                  <a:pt x="19114" y="3411"/>
                  <a:pt x="19114" y="3411"/>
                  <a:pt x="19114" y="3600"/>
                </a:cubicBezTo>
                <a:cubicBezTo>
                  <a:pt x="19269" y="3600"/>
                  <a:pt x="19269" y="3600"/>
                  <a:pt x="19269" y="3600"/>
                </a:cubicBezTo>
                <a:cubicBezTo>
                  <a:pt x="19269" y="3790"/>
                  <a:pt x="19269" y="3790"/>
                  <a:pt x="19269" y="3790"/>
                </a:cubicBezTo>
                <a:cubicBezTo>
                  <a:pt x="19269" y="3979"/>
                  <a:pt x="19269" y="4358"/>
                  <a:pt x="19114" y="4548"/>
                </a:cubicBezTo>
                <a:cubicBezTo>
                  <a:pt x="19114" y="4737"/>
                  <a:pt x="18958" y="4927"/>
                  <a:pt x="18803" y="5116"/>
                </a:cubicBezTo>
                <a:cubicBezTo>
                  <a:pt x="18803" y="5495"/>
                  <a:pt x="18492" y="5874"/>
                  <a:pt x="18337" y="6253"/>
                </a:cubicBezTo>
                <a:cubicBezTo>
                  <a:pt x="18337" y="6632"/>
                  <a:pt x="18492" y="7011"/>
                  <a:pt x="18647" y="7390"/>
                </a:cubicBezTo>
                <a:cubicBezTo>
                  <a:pt x="18803" y="7390"/>
                  <a:pt x="19114" y="7390"/>
                  <a:pt x="19269" y="7390"/>
                </a:cubicBezTo>
                <a:cubicBezTo>
                  <a:pt x="19580" y="7390"/>
                  <a:pt x="19891" y="7390"/>
                  <a:pt x="20201" y="7390"/>
                </a:cubicBezTo>
                <a:cubicBezTo>
                  <a:pt x="21134" y="8337"/>
                  <a:pt x="21600" y="10800"/>
                  <a:pt x="21600" y="12316"/>
                </a:cubicBezTo>
                <a:cubicBezTo>
                  <a:pt x="20046" y="13453"/>
                  <a:pt x="13209" y="13643"/>
                  <a:pt x="12276" y="12316"/>
                </a:cubicBezTo>
                <a:cubicBezTo>
                  <a:pt x="12276" y="10990"/>
                  <a:pt x="12432" y="8716"/>
                  <a:pt x="13519" y="7390"/>
                </a:cubicBezTo>
                <a:close/>
                <a:moveTo>
                  <a:pt x="16783" y="7579"/>
                </a:moveTo>
                <a:cubicBezTo>
                  <a:pt x="16472" y="8148"/>
                  <a:pt x="16472" y="8148"/>
                  <a:pt x="16472" y="8148"/>
                </a:cubicBezTo>
                <a:cubicBezTo>
                  <a:pt x="16783" y="8337"/>
                  <a:pt x="16783" y="8337"/>
                  <a:pt x="16783" y="8337"/>
                </a:cubicBezTo>
                <a:cubicBezTo>
                  <a:pt x="16161" y="11558"/>
                  <a:pt x="16161" y="11558"/>
                  <a:pt x="16161" y="11558"/>
                </a:cubicBezTo>
                <a:cubicBezTo>
                  <a:pt x="16938" y="12316"/>
                  <a:pt x="16938" y="12316"/>
                  <a:pt x="16938" y="12316"/>
                </a:cubicBezTo>
                <a:cubicBezTo>
                  <a:pt x="16938" y="12316"/>
                  <a:pt x="16938" y="12316"/>
                  <a:pt x="16938" y="12316"/>
                </a:cubicBezTo>
                <a:cubicBezTo>
                  <a:pt x="17094" y="12316"/>
                  <a:pt x="17094" y="12316"/>
                  <a:pt x="17094" y="12316"/>
                </a:cubicBezTo>
                <a:cubicBezTo>
                  <a:pt x="17094" y="12316"/>
                  <a:pt x="17094" y="12316"/>
                  <a:pt x="17094" y="12316"/>
                </a:cubicBezTo>
                <a:cubicBezTo>
                  <a:pt x="17094" y="12316"/>
                  <a:pt x="17094" y="12316"/>
                  <a:pt x="17094" y="12316"/>
                </a:cubicBezTo>
                <a:cubicBezTo>
                  <a:pt x="17871" y="11558"/>
                  <a:pt x="17871" y="11558"/>
                  <a:pt x="17871" y="11558"/>
                </a:cubicBezTo>
                <a:cubicBezTo>
                  <a:pt x="17249" y="8337"/>
                  <a:pt x="17249" y="8337"/>
                  <a:pt x="17249" y="8337"/>
                </a:cubicBezTo>
                <a:cubicBezTo>
                  <a:pt x="17560" y="8148"/>
                  <a:pt x="17560" y="8148"/>
                  <a:pt x="17560" y="8148"/>
                </a:cubicBezTo>
                <a:cubicBezTo>
                  <a:pt x="17249" y="7579"/>
                  <a:pt x="17249" y="7579"/>
                  <a:pt x="17249" y="7579"/>
                </a:cubicBezTo>
                <a:cubicBezTo>
                  <a:pt x="17094" y="7579"/>
                  <a:pt x="17094" y="7579"/>
                  <a:pt x="17094" y="7579"/>
                </a:cubicBezTo>
                <a:cubicBezTo>
                  <a:pt x="16783" y="7579"/>
                  <a:pt x="16783" y="7579"/>
                  <a:pt x="16783" y="7579"/>
                </a:cubicBezTo>
                <a:close/>
                <a:moveTo>
                  <a:pt x="10567" y="21411"/>
                </a:moveTo>
                <a:cubicBezTo>
                  <a:pt x="8858" y="16106"/>
                  <a:pt x="8858" y="16106"/>
                  <a:pt x="8858" y="16106"/>
                </a:cubicBezTo>
                <a:cubicBezTo>
                  <a:pt x="13675" y="15537"/>
                  <a:pt x="13675" y="15537"/>
                  <a:pt x="13675" y="15537"/>
                </a:cubicBezTo>
                <a:cubicBezTo>
                  <a:pt x="12742" y="17243"/>
                  <a:pt x="12742" y="17243"/>
                  <a:pt x="12742" y="17243"/>
                </a:cubicBezTo>
                <a:cubicBezTo>
                  <a:pt x="14296" y="18190"/>
                  <a:pt x="16006" y="17622"/>
                  <a:pt x="17094" y="15916"/>
                </a:cubicBezTo>
                <a:cubicBezTo>
                  <a:pt x="17249" y="15537"/>
                  <a:pt x="17404" y="15158"/>
                  <a:pt x="17404" y="14590"/>
                </a:cubicBezTo>
                <a:cubicBezTo>
                  <a:pt x="18181" y="14969"/>
                  <a:pt x="18181" y="14969"/>
                  <a:pt x="18181" y="14969"/>
                </a:cubicBezTo>
                <a:cubicBezTo>
                  <a:pt x="18181" y="15916"/>
                  <a:pt x="17871" y="17053"/>
                  <a:pt x="17404" y="18000"/>
                </a:cubicBezTo>
                <a:cubicBezTo>
                  <a:pt x="16006" y="20464"/>
                  <a:pt x="13364" y="21222"/>
                  <a:pt x="11344" y="19895"/>
                </a:cubicBezTo>
                <a:cubicBezTo>
                  <a:pt x="10567" y="21411"/>
                  <a:pt x="10567" y="21411"/>
                  <a:pt x="10567" y="21411"/>
                </a:cubicBezTo>
                <a:close/>
                <a:moveTo>
                  <a:pt x="11188" y="0"/>
                </a:moveTo>
                <a:cubicBezTo>
                  <a:pt x="10412" y="1516"/>
                  <a:pt x="10412" y="1516"/>
                  <a:pt x="10412" y="1516"/>
                </a:cubicBezTo>
                <a:cubicBezTo>
                  <a:pt x="8236" y="190"/>
                  <a:pt x="5594" y="948"/>
                  <a:pt x="4351" y="3411"/>
                </a:cubicBezTo>
                <a:cubicBezTo>
                  <a:pt x="3729" y="4358"/>
                  <a:pt x="3574" y="5495"/>
                  <a:pt x="3574" y="6443"/>
                </a:cubicBezTo>
                <a:cubicBezTo>
                  <a:pt x="4196" y="6822"/>
                  <a:pt x="4196" y="6822"/>
                  <a:pt x="4196" y="6822"/>
                </a:cubicBezTo>
                <a:cubicBezTo>
                  <a:pt x="4351" y="6253"/>
                  <a:pt x="4506" y="5874"/>
                  <a:pt x="4662" y="5495"/>
                </a:cubicBezTo>
                <a:cubicBezTo>
                  <a:pt x="5594" y="3790"/>
                  <a:pt x="7459" y="3222"/>
                  <a:pt x="9013" y="4169"/>
                </a:cubicBezTo>
                <a:cubicBezTo>
                  <a:pt x="7925" y="5874"/>
                  <a:pt x="7925" y="5874"/>
                  <a:pt x="7925" y="5874"/>
                </a:cubicBezTo>
                <a:cubicBezTo>
                  <a:pt x="12898" y="5306"/>
                  <a:pt x="12898" y="5306"/>
                  <a:pt x="12898" y="5306"/>
                </a:cubicBezTo>
                <a:lnTo>
                  <a:pt x="11188" y="0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  <a:effectLst>
            <a:reflection stA="52000" endPos="40000" dir="5400000" sy="-100000" algn="bl" rotWithShape="0"/>
          </a:effectLst>
        </p:spPr>
        <p:txBody>
          <a:bodyPr lIns="45719" rIns="45719"/>
          <a:lstStyle/>
          <a:p>
            <a:pPr>
              <a:defRPr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48" name="文本框 1167"/>
          <p:cNvSpPr txBox="1"/>
          <p:nvPr/>
        </p:nvSpPr>
        <p:spPr>
          <a:xfrm>
            <a:off x="1692275" y="1801813"/>
            <a:ext cx="1187450" cy="32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应用前景二</a:t>
            </a:r>
          </a:p>
        </p:txBody>
      </p:sp>
      <p:sp>
        <p:nvSpPr>
          <p:cNvPr id="849" name="文本框 60"/>
          <p:cNvSpPr txBox="1"/>
          <p:nvPr/>
        </p:nvSpPr>
        <p:spPr>
          <a:xfrm>
            <a:off x="323849" y="2070100"/>
            <a:ext cx="2598740" cy="779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</a:t>
            </a:r>
          </a:p>
        </p:txBody>
      </p:sp>
      <p:sp>
        <p:nvSpPr>
          <p:cNvPr id="850" name="文本框 61"/>
          <p:cNvSpPr txBox="1"/>
          <p:nvPr/>
        </p:nvSpPr>
        <p:spPr>
          <a:xfrm>
            <a:off x="1763713" y="3368674"/>
            <a:ext cx="1411288" cy="32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应用前景三</a:t>
            </a:r>
          </a:p>
        </p:txBody>
      </p:sp>
      <p:sp>
        <p:nvSpPr>
          <p:cNvPr id="851" name="文本框 62"/>
          <p:cNvSpPr txBox="1"/>
          <p:nvPr/>
        </p:nvSpPr>
        <p:spPr>
          <a:xfrm>
            <a:off x="323849" y="3636962"/>
            <a:ext cx="2598740" cy="779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</a:t>
            </a:r>
          </a:p>
        </p:txBody>
      </p:sp>
      <p:sp>
        <p:nvSpPr>
          <p:cNvPr id="852" name="文本框 63"/>
          <p:cNvSpPr txBox="1"/>
          <p:nvPr/>
        </p:nvSpPr>
        <p:spPr>
          <a:xfrm>
            <a:off x="6167437" y="3368674"/>
            <a:ext cx="1357313" cy="32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应用前景四</a:t>
            </a:r>
          </a:p>
        </p:txBody>
      </p:sp>
      <p:sp>
        <p:nvSpPr>
          <p:cNvPr id="853" name="文本框 64"/>
          <p:cNvSpPr txBox="1"/>
          <p:nvPr/>
        </p:nvSpPr>
        <p:spPr>
          <a:xfrm>
            <a:off x="5980112" y="3660775"/>
            <a:ext cx="2552701" cy="779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</a:t>
            </a:r>
          </a:p>
        </p:txBody>
      </p:sp>
      <p:sp>
        <p:nvSpPr>
          <p:cNvPr id="854" name="文本框 65"/>
          <p:cNvSpPr txBox="1"/>
          <p:nvPr/>
        </p:nvSpPr>
        <p:spPr>
          <a:xfrm>
            <a:off x="6165850" y="1801813"/>
            <a:ext cx="1358900" cy="32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应用前景一</a:t>
            </a:r>
          </a:p>
        </p:txBody>
      </p:sp>
      <p:sp>
        <p:nvSpPr>
          <p:cNvPr id="855" name="文本框 66"/>
          <p:cNvSpPr txBox="1"/>
          <p:nvPr/>
        </p:nvSpPr>
        <p:spPr>
          <a:xfrm>
            <a:off x="5978524" y="2070100"/>
            <a:ext cx="2697165" cy="513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</a:t>
            </a:r>
          </a:p>
        </p:txBody>
      </p:sp>
      <p:sp>
        <p:nvSpPr>
          <p:cNvPr id="856" name="矩形 32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应用前景</a:t>
            </a:r>
          </a:p>
        </p:txBody>
      </p:sp>
      <p:sp>
        <p:nvSpPr>
          <p:cNvPr id="857" name="矩形 33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58" name="矩形 34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59" name="矩形 35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60" name="矩形 36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61" name="矩形 37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62" name="矩形 38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9" presetClass="entr" presetSubtype="5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9" presetClass="entr" presetSubtype="5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9" presetClass="entr" presetSubtype="5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1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9" presetClass="entr" presetSubtype="5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1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" grpId="2" animBg="1" advAuto="0"/>
      <p:bldP spid="839" grpId="1" animBg="1" advAuto="0"/>
      <p:bldP spid="840" grpId="3" animBg="1" advAuto="0"/>
      <p:bldP spid="841" grpId="15" animBg="1" advAuto="0"/>
      <p:bldP spid="842" grpId="11" animBg="1" advAuto="0"/>
      <p:bldP spid="843" grpId="7" animBg="1" advAuto="0"/>
      <p:bldP spid="844" grpId="12" animBg="1" advAuto="0"/>
      <p:bldP spid="845" grpId="8" animBg="1" advAuto="0"/>
      <p:bldP spid="846" grpId="16" animBg="1" advAuto="0"/>
      <p:bldP spid="847" grpId="4" animBg="1" advAuto="0"/>
      <p:bldP spid="848" grpId="9" animBg="1" advAuto="0"/>
      <p:bldP spid="849" grpId="10" animBg="1" advAuto="0"/>
      <p:bldP spid="850" grpId="13" animBg="1" advAuto="0"/>
      <p:bldP spid="851" grpId="14" animBg="1" advAuto="0"/>
      <p:bldP spid="852" grpId="17" animBg="1" advAuto="0"/>
      <p:bldP spid="853" grpId="18" animBg="1" advAuto="0"/>
      <p:bldP spid="854" grpId="5" animBg="1" advAuto="0"/>
      <p:bldP spid="855" grpId="6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5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第四部分</a:t>
            </a:r>
          </a:p>
        </p:txBody>
      </p:sp>
      <p:sp>
        <p:nvSpPr>
          <p:cNvPr id="866" name="TextBox 23"/>
          <p:cNvSpPr txBox="1"/>
          <p:nvPr/>
        </p:nvSpPr>
        <p:spPr>
          <a:xfrm>
            <a:off x="3773487" y="1827213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研究计划</a:t>
            </a:r>
          </a:p>
        </p:txBody>
      </p:sp>
      <p:sp>
        <p:nvSpPr>
          <p:cNvPr id="867" name="TextBox 24"/>
          <p:cNvSpPr txBox="1"/>
          <p:nvPr/>
        </p:nvSpPr>
        <p:spPr>
          <a:xfrm>
            <a:off x="3773487" y="2154238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研究思路</a:t>
            </a:r>
          </a:p>
        </p:txBody>
      </p:sp>
      <p:sp>
        <p:nvSpPr>
          <p:cNvPr id="868" name="TextBox 25"/>
          <p:cNvSpPr txBox="1"/>
          <p:nvPr/>
        </p:nvSpPr>
        <p:spPr>
          <a:xfrm>
            <a:off x="3773487" y="2505074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研究方案</a:t>
            </a:r>
          </a:p>
        </p:txBody>
      </p:sp>
      <p:grpSp>
        <p:nvGrpSpPr>
          <p:cNvPr id="871" name="组合 11"/>
          <p:cNvGrpSpPr/>
          <p:nvPr/>
        </p:nvGrpSpPr>
        <p:grpSpPr>
          <a:xfrm>
            <a:off x="3773487" y="1247774"/>
            <a:ext cx="4257994" cy="533720"/>
            <a:chOff x="0" y="0"/>
            <a:chExt cx="4257992" cy="533718"/>
          </a:xfrm>
        </p:grpSpPr>
        <p:sp>
          <p:nvSpPr>
            <p:cNvPr id="869" name="TextBox 4"/>
            <p:cNvSpPr txBox="1"/>
            <p:nvPr/>
          </p:nvSpPr>
          <p:spPr>
            <a:xfrm>
              <a:off x="0" y="0"/>
              <a:ext cx="2909759" cy="525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0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r>
                <a:t>Research process</a:t>
              </a:r>
            </a:p>
          </p:txBody>
        </p:sp>
        <p:sp>
          <p:nvSpPr>
            <p:cNvPr id="870" name="文本框 8"/>
            <p:cNvSpPr txBox="1"/>
            <p:nvPr/>
          </p:nvSpPr>
          <p:spPr>
            <a:xfrm>
              <a:off x="2957512" y="46038"/>
              <a:ext cx="1300481" cy="487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研究过程</a:t>
              </a:r>
            </a:p>
          </p:txBody>
        </p:sp>
      </p:grpSp>
      <p:sp>
        <p:nvSpPr>
          <p:cNvPr id="872" name="矩形 9"/>
          <p:cNvSpPr/>
          <p:nvPr/>
        </p:nvSpPr>
        <p:spPr>
          <a:xfrm>
            <a:off x="3825875" y="2932113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3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74" name="TextBox 23"/>
          <p:cNvSpPr txBox="1"/>
          <p:nvPr/>
        </p:nvSpPr>
        <p:spPr>
          <a:xfrm>
            <a:off x="5103812" y="1851024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问题评估</a:t>
            </a:r>
          </a:p>
        </p:txBody>
      </p:sp>
      <p:sp>
        <p:nvSpPr>
          <p:cNvPr id="875" name="TextBox 24"/>
          <p:cNvSpPr txBox="1"/>
          <p:nvPr/>
        </p:nvSpPr>
        <p:spPr>
          <a:xfrm>
            <a:off x="5103812" y="2179638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相关对策</a:t>
            </a:r>
          </a:p>
        </p:txBody>
      </p:sp>
      <p:sp>
        <p:nvSpPr>
          <p:cNvPr id="876" name="TextBox 25"/>
          <p:cNvSpPr txBox="1"/>
          <p:nvPr/>
        </p:nvSpPr>
        <p:spPr>
          <a:xfrm>
            <a:off x="5103812" y="2528888"/>
            <a:ext cx="20104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研究方案可行性说明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9" presetClass="entr" fill="hold" grpId="5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9" presetClass="entr" fill="hold" grpId="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950"/>
                            </p:stCondLst>
                            <p:childTnLst>
                              <p:par>
                                <p:cTn id="30" presetID="9" presetClass="entr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450"/>
                            </p:stCondLst>
                            <p:childTnLst>
                              <p:par>
                                <p:cTn id="34" presetID="9" presetClass="entr" fill="hold" grpId="8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200"/>
                            </p:stCondLst>
                            <p:childTnLst>
                              <p:par>
                                <p:cTn id="38" presetID="9" presetClass="entr" fill="hold" grpId="9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200"/>
                            </p:stCondLst>
                            <p:childTnLst>
                              <p:par>
                                <p:cTn id="42" presetID="22" presetClass="entr" presetSubtype="8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4" grpId="1" animBg="1" advAuto="0"/>
      <p:bldP spid="866" grpId="4" animBg="1" advAuto="0"/>
      <p:bldP spid="867" grpId="5" animBg="1" advAuto="0"/>
      <p:bldP spid="868" grpId="6" animBg="1" advAuto="0"/>
      <p:bldP spid="871" grpId="3" animBg="1" advAuto="0"/>
      <p:bldP spid="872" grpId="10" animBg="1" advAuto="0"/>
      <p:bldP spid="873" grpId="2" animBg="1" advAuto="0"/>
      <p:bldP spid="874" grpId="7" animBg="1" advAuto="0"/>
      <p:bldP spid="875" grpId="8" animBg="1" advAuto="0"/>
      <p:bldP spid="876" grpId="9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组合 1"/>
          <p:cNvGrpSpPr/>
          <p:nvPr/>
        </p:nvGrpSpPr>
        <p:grpSpPr>
          <a:xfrm>
            <a:off x="552450" y="1050924"/>
            <a:ext cx="8039100" cy="1043942"/>
            <a:chOff x="0" y="0"/>
            <a:chExt cx="8039100" cy="1043940"/>
          </a:xfrm>
        </p:grpSpPr>
        <p:sp>
          <p:nvSpPr>
            <p:cNvPr id="878" name="TextBox 30"/>
            <p:cNvSpPr txBox="1"/>
            <p:nvPr/>
          </p:nvSpPr>
          <p:spPr>
            <a:xfrm>
              <a:off x="58738" y="0"/>
              <a:ext cx="1018541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研究计划</a:t>
              </a:r>
            </a:p>
          </p:txBody>
        </p:sp>
        <p:sp>
          <p:nvSpPr>
            <p:cNvPr id="879" name="TextBox 29"/>
            <p:cNvSpPr txBox="1"/>
            <p:nvPr/>
          </p:nvSpPr>
          <p:spPr>
            <a:xfrm>
              <a:off x="0" y="368300"/>
              <a:ext cx="8039100" cy="675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30000"/>
                </a:lnSpc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</a:p>
          </p:txBody>
        </p:sp>
      </p:grpSp>
      <p:graphicFrame>
        <p:nvGraphicFramePr>
          <p:cNvPr id="881" name="表格 41"/>
          <p:cNvGraphicFramePr/>
          <p:nvPr/>
        </p:nvGraphicFramePr>
        <p:xfrm>
          <a:off x="628650" y="2178050"/>
          <a:ext cx="7805737" cy="220027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41309"/>
                <a:gridCol w="1358815"/>
                <a:gridCol w="863546"/>
                <a:gridCol w="1371514"/>
                <a:gridCol w="2563598"/>
                <a:gridCol w="1006955"/>
              </a:tblGrid>
              <a:tr h="355862">
                <a:tc gridSpan="6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论文研究过程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414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63488">
                <a:tc gridSpan="6"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defRPr>
                      </a:pPr>
                      <a:r>
                        <a:t>  时间：20XX年X月XX日 - X月XX日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63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序号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工作任务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日期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目的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网站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备注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63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1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63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63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3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63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4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63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5</a:t>
                      </a:r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  <a:latin typeface="华文楷体"/>
                          <a:ea typeface="华文楷体"/>
                          <a:cs typeface="华文楷体"/>
                          <a:sym typeface="华文楷体"/>
                        </a:defRPr>
                      </a:pPr>
                      <a:endParaRPr/>
                    </a:p>
                  </a:txBody>
                  <a:tcPr marL="3606" marR="3606" marT="3606" marB="3606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82" name="矩形 12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研究计划</a:t>
            </a:r>
          </a:p>
        </p:txBody>
      </p:sp>
      <p:sp>
        <p:nvSpPr>
          <p:cNvPr id="883" name="矩形 13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84" name="矩形 14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85" name="矩形 15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86" name="矩形 16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87" name="矩形 17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888" name="矩形 18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" grpId="1" animBg="1" advAuto="0"/>
      <p:bldP spid="881" grpId="2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矩形 1"/>
          <p:cNvSpPr txBox="1"/>
          <p:nvPr/>
        </p:nvSpPr>
        <p:spPr>
          <a:xfrm>
            <a:off x="1077912" y="1493837"/>
            <a:ext cx="4132264" cy="588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</a:t>
            </a:r>
          </a:p>
        </p:txBody>
      </p:sp>
      <p:grpSp>
        <p:nvGrpSpPr>
          <p:cNvPr id="912" name="组合 2"/>
          <p:cNvGrpSpPr/>
          <p:nvPr/>
        </p:nvGrpSpPr>
        <p:grpSpPr>
          <a:xfrm>
            <a:off x="4939121" y="1117426"/>
            <a:ext cx="2894725" cy="3945112"/>
            <a:chOff x="0" y="0"/>
            <a:chExt cx="2894723" cy="3945111"/>
          </a:xfrm>
        </p:grpSpPr>
        <p:grpSp>
          <p:nvGrpSpPr>
            <p:cNvPr id="895" name="组合 1"/>
            <p:cNvGrpSpPr/>
            <p:nvPr/>
          </p:nvGrpSpPr>
          <p:grpSpPr>
            <a:xfrm>
              <a:off x="0" y="0"/>
              <a:ext cx="2894724" cy="3945112"/>
              <a:chOff x="0" y="0"/>
              <a:chExt cx="2894723" cy="3945111"/>
            </a:xfrm>
          </p:grpSpPr>
          <p:sp>
            <p:nvSpPr>
              <p:cNvPr id="891" name="Freeform 5"/>
              <p:cNvSpPr/>
              <p:nvPr/>
            </p:nvSpPr>
            <p:spPr>
              <a:xfrm>
                <a:off x="246413" y="0"/>
                <a:ext cx="2590340" cy="991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952" extrusionOk="0">
                    <a:moveTo>
                      <a:pt x="20552" y="11883"/>
                    </a:moveTo>
                    <a:cubicBezTo>
                      <a:pt x="16453" y="-3648"/>
                      <a:pt x="8383" y="504"/>
                      <a:pt x="8383" y="504"/>
                    </a:cubicBezTo>
                    <a:cubicBezTo>
                      <a:pt x="2316" y="4337"/>
                      <a:pt x="460" y="11883"/>
                      <a:pt x="0" y="17952"/>
                    </a:cubicBezTo>
                    <a:cubicBezTo>
                      <a:pt x="21600" y="17952"/>
                      <a:pt x="21600" y="17952"/>
                      <a:pt x="21600" y="17952"/>
                    </a:cubicBezTo>
                    <a:cubicBezTo>
                      <a:pt x="21140" y="14279"/>
                      <a:pt x="20552" y="11883"/>
                      <a:pt x="20552" y="11883"/>
                    </a:cubicBezTo>
                    <a:close/>
                  </a:path>
                </a:pathLst>
              </a:cu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892" name="Freeform 6"/>
              <p:cNvSpPr/>
              <p:nvPr/>
            </p:nvSpPr>
            <p:spPr>
              <a:xfrm>
                <a:off x="15960" y="991200"/>
                <a:ext cx="2878764" cy="984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22" h="21600" extrusionOk="0">
                    <a:moveTo>
                      <a:pt x="1916" y="10872"/>
                    </a:moveTo>
                    <a:cubicBezTo>
                      <a:pt x="1965" y="11452"/>
                      <a:pt x="1884" y="11694"/>
                      <a:pt x="1657" y="13579"/>
                    </a:cubicBezTo>
                    <a:cubicBezTo>
                      <a:pt x="1445" y="15511"/>
                      <a:pt x="292" y="20392"/>
                      <a:pt x="130" y="20972"/>
                    </a:cubicBezTo>
                    <a:cubicBezTo>
                      <a:pt x="81" y="21165"/>
                      <a:pt x="32" y="21358"/>
                      <a:pt x="0" y="21600"/>
                    </a:cubicBezTo>
                    <a:cubicBezTo>
                      <a:pt x="20301" y="21600"/>
                      <a:pt x="20301" y="21600"/>
                      <a:pt x="20301" y="21600"/>
                    </a:cubicBezTo>
                    <a:cubicBezTo>
                      <a:pt x="21600" y="13965"/>
                      <a:pt x="21291" y="5750"/>
                      <a:pt x="20788" y="0"/>
                    </a:cubicBezTo>
                    <a:cubicBezTo>
                      <a:pt x="1705" y="0"/>
                      <a:pt x="1705" y="0"/>
                      <a:pt x="1705" y="0"/>
                    </a:cubicBezTo>
                    <a:cubicBezTo>
                      <a:pt x="1380" y="6040"/>
                      <a:pt x="1916" y="10872"/>
                      <a:pt x="1916" y="10872"/>
                    </a:cubicBezTo>
                  </a:path>
                </a:pathLst>
              </a:custGeom>
              <a:solidFill>
                <a:srgbClr val="50536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893" name="Freeform 7"/>
              <p:cNvSpPr/>
              <p:nvPr/>
            </p:nvSpPr>
            <p:spPr>
              <a:xfrm>
                <a:off x="0" y="1975837"/>
                <a:ext cx="2770909" cy="9846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4" h="21600" extrusionOk="0">
                    <a:moveTo>
                      <a:pt x="1" y="1208"/>
                    </a:moveTo>
                    <a:cubicBezTo>
                      <a:pt x="-16" y="2078"/>
                      <a:pt x="104" y="2803"/>
                      <a:pt x="327" y="3141"/>
                    </a:cubicBezTo>
                    <a:cubicBezTo>
                      <a:pt x="551" y="3528"/>
                      <a:pt x="1993" y="3866"/>
                      <a:pt x="1993" y="3866"/>
                    </a:cubicBezTo>
                    <a:cubicBezTo>
                      <a:pt x="2233" y="5267"/>
                      <a:pt x="2233" y="5267"/>
                      <a:pt x="2233" y="5267"/>
                    </a:cubicBezTo>
                    <a:cubicBezTo>
                      <a:pt x="2233" y="5267"/>
                      <a:pt x="1993" y="5895"/>
                      <a:pt x="1873" y="6282"/>
                    </a:cubicBezTo>
                    <a:cubicBezTo>
                      <a:pt x="1770" y="6717"/>
                      <a:pt x="1735" y="6910"/>
                      <a:pt x="1701" y="7297"/>
                    </a:cubicBezTo>
                    <a:cubicBezTo>
                      <a:pt x="1684" y="7732"/>
                      <a:pt x="1787" y="8166"/>
                      <a:pt x="1873" y="8456"/>
                    </a:cubicBezTo>
                    <a:cubicBezTo>
                      <a:pt x="1941" y="8795"/>
                      <a:pt x="2353" y="10438"/>
                      <a:pt x="2353" y="10438"/>
                    </a:cubicBezTo>
                    <a:cubicBezTo>
                      <a:pt x="2353" y="10438"/>
                      <a:pt x="2285" y="10728"/>
                      <a:pt x="2216" y="11017"/>
                    </a:cubicBezTo>
                    <a:cubicBezTo>
                      <a:pt x="2130" y="11356"/>
                      <a:pt x="2079" y="11887"/>
                      <a:pt x="2079" y="11887"/>
                    </a:cubicBezTo>
                    <a:cubicBezTo>
                      <a:pt x="2027" y="12274"/>
                      <a:pt x="2027" y="12709"/>
                      <a:pt x="2113" y="13192"/>
                    </a:cubicBezTo>
                    <a:cubicBezTo>
                      <a:pt x="2216" y="13627"/>
                      <a:pt x="2817" y="14932"/>
                      <a:pt x="2903" y="15221"/>
                    </a:cubicBezTo>
                    <a:cubicBezTo>
                      <a:pt x="2972" y="15560"/>
                      <a:pt x="2920" y="15898"/>
                      <a:pt x="2920" y="15898"/>
                    </a:cubicBezTo>
                    <a:cubicBezTo>
                      <a:pt x="2628" y="18411"/>
                      <a:pt x="2817" y="20392"/>
                      <a:pt x="3057" y="21600"/>
                    </a:cubicBezTo>
                    <a:cubicBezTo>
                      <a:pt x="19146" y="21600"/>
                      <a:pt x="19146" y="21600"/>
                      <a:pt x="19146" y="21600"/>
                    </a:cubicBezTo>
                    <a:cubicBezTo>
                      <a:pt x="18871" y="19426"/>
                      <a:pt x="18665" y="17444"/>
                      <a:pt x="18579" y="15995"/>
                    </a:cubicBezTo>
                    <a:cubicBezTo>
                      <a:pt x="18322" y="11211"/>
                      <a:pt x="20416" y="4881"/>
                      <a:pt x="20416" y="4881"/>
                    </a:cubicBezTo>
                    <a:cubicBezTo>
                      <a:pt x="20897" y="3286"/>
                      <a:pt x="21275" y="1643"/>
                      <a:pt x="21584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53" y="338"/>
                      <a:pt x="18" y="677"/>
                      <a:pt x="1" y="1208"/>
                    </a:cubicBezTo>
                  </a:path>
                </a:pathLst>
              </a:custGeom>
              <a:solidFill>
                <a:srgbClr val="50536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894" name="Freeform 8"/>
              <p:cNvSpPr/>
              <p:nvPr/>
            </p:nvSpPr>
            <p:spPr>
              <a:xfrm>
                <a:off x="393064" y="2960474"/>
                <a:ext cx="2472120" cy="984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24" y="1401"/>
                    </a:moveTo>
                    <a:cubicBezTo>
                      <a:pt x="1405" y="3431"/>
                      <a:pt x="4948" y="435"/>
                      <a:pt x="5602" y="628"/>
                    </a:cubicBezTo>
                    <a:cubicBezTo>
                      <a:pt x="6083" y="821"/>
                      <a:pt x="6642" y="7635"/>
                      <a:pt x="6873" y="10969"/>
                    </a:cubicBezTo>
                    <a:cubicBezTo>
                      <a:pt x="6796" y="10969"/>
                      <a:pt x="6796" y="10969"/>
                      <a:pt x="6796" y="10969"/>
                    </a:cubicBezTo>
                    <a:cubicBezTo>
                      <a:pt x="6796" y="10969"/>
                      <a:pt x="3735" y="20199"/>
                      <a:pt x="2695" y="21600"/>
                    </a:cubicBezTo>
                    <a:cubicBezTo>
                      <a:pt x="20310" y="21600"/>
                      <a:pt x="20310" y="21600"/>
                      <a:pt x="20310" y="2160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9983" y="10824"/>
                      <a:pt x="19983" y="10824"/>
                      <a:pt x="19983" y="10824"/>
                    </a:cubicBezTo>
                    <a:cubicBezTo>
                      <a:pt x="19328" y="7828"/>
                      <a:pt x="18578" y="3672"/>
                      <a:pt x="1803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4" y="725"/>
                      <a:pt x="347" y="1208"/>
                      <a:pt x="424" y="1401"/>
                    </a:cubicBezTo>
                    <a:close/>
                  </a:path>
                </a:pathLst>
              </a:custGeom>
              <a:solidFill>
                <a:srgbClr val="50536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896" name="Freeform 9"/>
            <p:cNvSpPr/>
            <p:nvPr/>
          </p:nvSpPr>
          <p:spPr>
            <a:xfrm>
              <a:off x="1735731" y="2204787"/>
              <a:ext cx="346250" cy="548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52" h="21008" extrusionOk="0">
                  <a:moveTo>
                    <a:pt x="20473" y="3544"/>
                  </a:moveTo>
                  <a:cubicBezTo>
                    <a:pt x="19815" y="1772"/>
                    <a:pt x="19025" y="253"/>
                    <a:pt x="17444" y="0"/>
                  </a:cubicBezTo>
                  <a:cubicBezTo>
                    <a:pt x="16917" y="0"/>
                    <a:pt x="15600" y="169"/>
                    <a:pt x="14152" y="337"/>
                  </a:cubicBezTo>
                  <a:cubicBezTo>
                    <a:pt x="12966" y="591"/>
                    <a:pt x="11649" y="759"/>
                    <a:pt x="10727" y="759"/>
                  </a:cubicBezTo>
                  <a:cubicBezTo>
                    <a:pt x="10727" y="759"/>
                    <a:pt x="10727" y="759"/>
                    <a:pt x="10727" y="759"/>
                  </a:cubicBezTo>
                  <a:cubicBezTo>
                    <a:pt x="10595" y="759"/>
                    <a:pt x="10595" y="759"/>
                    <a:pt x="10595" y="759"/>
                  </a:cubicBezTo>
                  <a:cubicBezTo>
                    <a:pt x="10464" y="759"/>
                    <a:pt x="10464" y="759"/>
                    <a:pt x="10464" y="759"/>
                  </a:cubicBezTo>
                  <a:cubicBezTo>
                    <a:pt x="10464" y="759"/>
                    <a:pt x="10464" y="759"/>
                    <a:pt x="10464" y="759"/>
                  </a:cubicBezTo>
                  <a:cubicBezTo>
                    <a:pt x="9542" y="759"/>
                    <a:pt x="8093" y="591"/>
                    <a:pt x="6644" y="422"/>
                  </a:cubicBezTo>
                  <a:cubicBezTo>
                    <a:pt x="5195" y="169"/>
                    <a:pt x="3747" y="0"/>
                    <a:pt x="3220" y="0"/>
                  </a:cubicBezTo>
                  <a:cubicBezTo>
                    <a:pt x="1639" y="253"/>
                    <a:pt x="717" y="1772"/>
                    <a:pt x="191" y="3544"/>
                  </a:cubicBezTo>
                  <a:cubicBezTo>
                    <a:pt x="-468" y="5231"/>
                    <a:pt x="717" y="7172"/>
                    <a:pt x="1639" y="8522"/>
                  </a:cubicBezTo>
                  <a:cubicBezTo>
                    <a:pt x="2561" y="9872"/>
                    <a:pt x="1903" y="11391"/>
                    <a:pt x="2298" y="13753"/>
                  </a:cubicBezTo>
                  <a:cubicBezTo>
                    <a:pt x="2561" y="16031"/>
                    <a:pt x="3483" y="17044"/>
                    <a:pt x="4405" y="18900"/>
                  </a:cubicBezTo>
                  <a:cubicBezTo>
                    <a:pt x="5327" y="20841"/>
                    <a:pt x="7961" y="21600"/>
                    <a:pt x="7434" y="20503"/>
                  </a:cubicBezTo>
                  <a:cubicBezTo>
                    <a:pt x="6776" y="19322"/>
                    <a:pt x="7434" y="15103"/>
                    <a:pt x="8225" y="13331"/>
                  </a:cubicBezTo>
                  <a:cubicBezTo>
                    <a:pt x="8620" y="12656"/>
                    <a:pt x="8883" y="12150"/>
                    <a:pt x="9147" y="11897"/>
                  </a:cubicBezTo>
                  <a:cubicBezTo>
                    <a:pt x="9278" y="11559"/>
                    <a:pt x="9673" y="11306"/>
                    <a:pt x="10332" y="11306"/>
                  </a:cubicBezTo>
                  <a:cubicBezTo>
                    <a:pt x="10859" y="11306"/>
                    <a:pt x="11254" y="11559"/>
                    <a:pt x="11386" y="11813"/>
                  </a:cubicBezTo>
                  <a:cubicBezTo>
                    <a:pt x="11649" y="12066"/>
                    <a:pt x="11912" y="12572"/>
                    <a:pt x="12308" y="13331"/>
                  </a:cubicBezTo>
                  <a:cubicBezTo>
                    <a:pt x="13230" y="15103"/>
                    <a:pt x="13888" y="19322"/>
                    <a:pt x="13230" y="20503"/>
                  </a:cubicBezTo>
                  <a:cubicBezTo>
                    <a:pt x="12703" y="21600"/>
                    <a:pt x="15337" y="20841"/>
                    <a:pt x="16259" y="18900"/>
                  </a:cubicBezTo>
                  <a:cubicBezTo>
                    <a:pt x="17181" y="17044"/>
                    <a:pt x="18103" y="16031"/>
                    <a:pt x="18366" y="13753"/>
                  </a:cubicBezTo>
                  <a:cubicBezTo>
                    <a:pt x="18630" y="11391"/>
                    <a:pt x="18103" y="9872"/>
                    <a:pt x="19025" y="8522"/>
                  </a:cubicBezTo>
                  <a:cubicBezTo>
                    <a:pt x="19815" y="7172"/>
                    <a:pt x="21132" y="5231"/>
                    <a:pt x="20473" y="3544"/>
                  </a:cubicBezTo>
                </a:path>
              </a:pathLst>
            </a:custGeom>
            <a:solidFill>
              <a:srgbClr val="EBAC07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97" name="Freeform 11"/>
            <p:cNvSpPr/>
            <p:nvPr/>
          </p:nvSpPr>
          <p:spPr>
            <a:xfrm>
              <a:off x="1639093" y="355942"/>
              <a:ext cx="537256" cy="4586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3" h="21019" extrusionOk="0">
                  <a:moveTo>
                    <a:pt x="10727" y="20514"/>
                  </a:moveTo>
                  <a:cubicBezTo>
                    <a:pt x="9518" y="17486"/>
                    <a:pt x="9518" y="17486"/>
                    <a:pt x="9518" y="17486"/>
                  </a:cubicBezTo>
                  <a:cubicBezTo>
                    <a:pt x="9518" y="17486"/>
                    <a:pt x="8481" y="16780"/>
                    <a:pt x="7703" y="16780"/>
                  </a:cubicBezTo>
                  <a:cubicBezTo>
                    <a:pt x="6926" y="16780"/>
                    <a:pt x="7012" y="17183"/>
                    <a:pt x="5975" y="16578"/>
                  </a:cubicBezTo>
                  <a:cubicBezTo>
                    <a:pt x="4852" y="15972"/>
                    <a:pt x="4593" y="14862"/>
                    <a:pt x="4420" y="14458"/>
                  </a:cubicBezTo>
                  <a:cubicBezTo>
                    <a:pt x="4247" y="14055"/>
                    <a:pt x="1914" y="12440"/>
                    <a:pt x="1396" y="11935"/>
                  </a:cubicBezTo>
                  <a:cubicBezTo>
                    <a:pt x="878" y="11430"/>
                    <a:pt x="532" y="10017"/>
                    <a:pt x="618" y="9714"/>
                  </a:cubicBezTo>
                  <a:cubicBezTo>
                    <a:pt x="791" y="9512"/>
                    <a:pt x="-332" y="7998"/>
                    <a:pt x="100" y="6888"/>
                  </a:cubicBezTo>
                  <a:cubicBezTo>
                    <a:pt x="446" y="5778"/>
                    <a:pt x="791" y="5374"/>
                    <a:pt x="791" y="5374"/>
                  </a:cubicBezTo>
                  <a:cubicBezTo>
                    <a:pt x="791" y="5374"/>
                    <a:pt x="100" y="5071"/>
                    <a:pt x="1223" y="3759"/>
                  </a:cubicBezTo>
                  <a:cubicBezTo>
                    <a:pt x="2346" y="2548"/>
                    <a:pt x="3902" y="428"/>
                    <a:pt x="5198" y="1034"/>
                  </a:cubicBezTo>
                  <a:cubicBezTo>
                    <a:pt x="5198" y="1034"/>
                    <a:pt x="7530" y="-581"/>
                    <a:pt x="8740" y="226"/>
                  </a:cubicBezTo>
                  <a:cubicBezTo>
                    <a:pt x="9950" y="1034"/>
                    <a:pt x="9777" y="126"/>
                    <a:pt x="10468" y="126"/>
                  </a:cubicBezTo>
                  <a:cubicBezTo>
                    <a:pt x="11246" y="126"/>
                    <a:pt x="11678" y="126"/>
                    <a:pt x="12110" y="529"/>
                  </a:cubicBezTo>
                  <a:cubicBezTo>
                    <a:pt x="12455" y="832"/>
                    <a:pt x="13146" y="126"/>
                    <a:pt x="14097" y="630"/>
                  </a:cubicBezTo>
                  <a:cubicBezTo>
                    <a:pt x="15047" y="1135"/>
                    <a:pt x="15998" y="1236"/>
                    <a:pt x="15998" y="1236"/>
                  </a:cubicBezTo>
                  <a:cubicBezTo>
                    <a:pt x="15998" y="1236"/>
                    <a:pt x="17294" y="1236"/>
                    <a:pt x="18071" y="2245"/>
                  </a:cubicBezTo>
                  <a:cubicBezTo>
                    <a:pt x="18849" y="3255"/>
                    <a:pt x="19108" y="3759"/>
                    <a:pt x="19713" y="4466"/>
                  </a:cubicBezTo>
                  <a:cubicBezTo>
                    <a:pt x="20318" y="5273"/>
                    <a:pt x="19799" y="5475"/>
                    <a:pt x="20318" y="6283"/>
                  </a:cubicBezTo>
                  <a:cubicBezTo>
                    <a:pt x="20836" y="6989"/>
                    <a:pt x="20836" y="8301"/>
                    <a:pt x="20836" y="9210"/>
                  </a:cubicBezTo>
                  <a:cubicBezTo>
                    <a:pt x="20836" y="10219"/>
                    <a:pt x="20836" y="10320"/>
                    <a:pt x="21009" y="10926"/>
                  </a:cubicBezTo>
                  <a:cubicBezTo>
                    <a:pt x="21268" y="11632"/>
                    <a:pt x="20663" y="12137"/>
                    <a:pt x="20663" y="12137"/>
                  </a:cubicBezTo>
                  <a:cubicBezTo>
                    <a:pt x="20663" y="12137"/>
                    <a:pt x="21182" y="12843"/>
                    <a:pt x="20490" y="13853"/>
                  </a:cubicBezTo>
                  <a:cubicBezTo>
                    <a:pt x="19713" y="14862"/>
                    <a:pt x="18417" y="14963"/>
                    <a:pt x="18417" y="14963"/>
                  </a:cubicBezTo>
                  <a:cubicBezTo>
                    <a:pt x="18417" y="14963"/>
                    <a:pt x="18244" y="18597"/>
                    <a:pt x="16948" y="19000"/>
                  </a:cubicBezTo>
                  <a:cubicBezTo>
                    <a:pt x="15652" y="19505"/>
                    <a:pt x="13233" y="19000"/>
                    <a:pt x="13233" y="19000"/>
                  </a:cubicBezTo>
                  <a:cubicBezTo>
                    <a:pt x="13233" y="19000"/>
                    <a:pt x="13751" y="20010"/>
                    <a:pt x="13665" y="20413"/>
                  </a:cubicBezTo>
                  <a:cubicBezTo>
                    <a:pt x="13578" y="20817"/>
                    <a:pt x="12196" y="21019"/>
                    <a:pt x="11764" y="21019"/>
                  </a:cubicBezTo>
                  <a:cubicBezTo>
                    <a:pt x="11418" y="21019"/>
                    <a:pt x="10727" y="20514"/>
                    <a:pt x="10727" y="2051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98" name="Freeform 12"/>
            <p:cNvSpPr/>
            <p:nvPr/>
          </p:nvSpPr>
          <p:spPr>
            <a:xfrm>
              <a:off x="1616490" y="334276"/>
              <a:ext cx="583932" cy="5012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1" h="21600" extrusionOk="0">
                  <a:moveTo>
                    <a:pt x="21112" y="10895"/>
                  </a:moveTo>
                  <a:cubicBezTo>
                    <a:pt x="20952" y="10421"/>
                    <a:pt x="20952" y="10421"/>
                    <a:pt x="20952" y="9568"/>
                  </a:cubicBezTo>
                  <a:cubicBezTo>
                    <a:pt x="20952" y="8621"/>
                    <a:pt x="20952" y="7200"/>
                    <a:pt x="20312" y="6253"/>
                  </a:cubicBezTo>
                  <a:cubicBezTo>
                    <a:pt x="20232" y="6063"/>
                    <a:pt x="20232" y="6063"/>
                    <a:pt x="20232" y="5968"/>
                  </a:cubicBezTo>
                  <a:cubicBezTo>
                    <a:pt x="20232" y="5589"/>
                    <a:pt x="20152" y="5021"/>
                    <a:pt x="19752" y="4453"/>
                  </a:cubicBezTo>
                  <a:cubicBezTo>
                    <a:pt x="19592" y="4263"/>
                    <a:pt x="19432" y="3979"/>
                    <a:pt x="19272" y="3789"/>
                  </a:cubicBezTo>
                  <a:cubicBezTo>
                    <a:pt x="18952" y="3411"/>
                    <a:pt x="18632" y="3032"/>
                    <a:pt x="18152" y="2368"/>
                  </a:cubicBezTo>
                  <a:cubicBezTo>
                    <a:pt x="17272" y="1232"/>
                    <a:pt x="15992" y="1137"/>
                    <a:pt x="15752" y="1137"/>
                  </a:cubicBezTo>
                  <a:cubicBezTo>
                    <a:pt x="15592" y="1137"/>
                    <a:pt x="14952" y="1042"/>
                    <a:pt x="14312" y="663"/>
                  </a:cubicBezTo>
                  <a:cubicBezTo>
                    <a:pt x="13912" y="474"/>
                    <a:pt x="13592" y="379"/>
                    <a:pt x="13192" y="379"/>
                  </a:cubicBezTo>
                  <a:cubicBezTo>
                    <a:pt x="12952" y="379"/>
                    <a:pt x="12712" y="379"/>
                    <a:pt x="12552" y="474"/>
                  </a:cubicBezTo>
                  <a:cubicBezTo>
                    <a:pt x="12472" y="474"/>
                    <a:pt x="12472" y="474"/>
                    <a:pt x="12392" y="474"/>
                  </a:cubicBezTo>
                  <a:cubicBezTo>
                    <a:pt x="11912" y="95"/>
                    <a:pt x="11272" y="95"/>
                    <a:pt x="10552" y="95"/>
                  </a:cubicBezTo>
                  <a:cubicBezTo>
                    <a:pt x="10072" y="95"/>
                    <a:pt x="9832" y="284"/>
                    <a:pt x="9592" y="474"/>
                  </a:cubicBezTo>
                  <a:cubicBezTo>
                    <a:pt x="9592" y="379"/>
                    <a:pt x="9512" y="379"/>
                    <a:pt x="9352" y="284"/>
                  </a:cubicBezTo>
                  <a:cubicBezTo>
                    <a:pt x="9032" y="95"/>
                    <a:pt x="8632" y="0"/>
                    <a:pt x="8232" y="0"/>
                  </a:cubicBezTo>
                  <a:cubicBezTo>
                    <a:pt x="7192" y="0"/>
                    <a:pt x="6072" y="568"/>
                    <a:pt x="5512" y="853"/>
                  </a:cubicBezTo>
                  <a:cubicBezTo>
                    <a:pt x="5432" y="853"/>
                    <a:pt x="5272" y="853"/>
                    <a:pt x="5192" y="853"/>
                  </a:cubicBezTo>
                  <a:cubicBezTo>
                    <a:pt x="3832" y="853"/>
                    <a:pt x="2632" y="2274"/>
                    <a:pt x="1672" y="3411"/>
                  </a:cubicBezTo>
                  <a:cubicBezTo>
                    <a:pt x="1592" y="3600"/>
                    <a:pt x="1512" y="3695"/>
                    <a:pt x="1432" y="3789"/>
                  </a:cubicBezTo>
                  <a:cubicBezTo>
                    <a:pt x="952" y="4263"/>
                    <a:pt x="472" y="5021"/>
                    <a:pt x="632" y="5874"/>
                  </a:cubicBezTo>
                  <a:cubicBezTo>
                    <a:pt x="472" y="6158"/>
                    <a:pt x="312" y="6537"/>
                    <a:pt x="152" y="7011"/>
                  </a:cubicBezTo>
                  <a:cubicBezTo>
                    <a:pt x="-248" y="8053"/>
                    <a:pt x="232" y="9189"/>
                    <a:pt x="552" y="9853"/>
                  </a:cubicBezTo>
                  <a:cubicBezTo>
                    <a:pt x="552" y="9947"/>
                    <a:pt x="552" y="10042"/>
                    <a:pt x="632" y="10042"/>
                  </a:cubicBezTo>
                  <a:cubicBezTo>
                    <a:pt x="552" y="10326"/>
                    <a:pt x="632" y="10800"/>
                    <a:pt x="792" y="11368"/>
                  </a:cubicBezTo>
                  <a:cubicBezTo>
                    <a:pt x="872" y="11747"/>
                    <a:pt x="1192" y="12411"/>
                    <a:pt x="1592" y="12789"/>
                  </a:cubicBezTo>
                  <a:cubicBezTo>
                    <a:pt x="1832" y="13074"/>
                    <a:pt x="2152" y="13358"/>
                    <a:pt x="2792" y="13832"/>
                  </a:cubicBezTo>
                  <a:cubicBezTo>
                    <a:pt x="3272" y="14116"/>
                    <a:pt x="3992" y="14684"/>
                    <a:pt x="4232" y="14968"/>
                  </a:cubicBezTo>
                  <a:cubicBezTo>
                    <a:pt x="4392" y="15537"/>
                    <a:pt x="4792" y="16674"/>
                    <a:pt x="5992" y="17337"/>
                  </a:cubicBezTo>
                  <a:cubicBezTo>
                    <a:pt x="6552" y="17621"/>
                    <a:pt x="6872" y="17716"/>
                    <a:pt x="7192" y="17716"/>
                  </a:cubicBezTo>
                  <a:cubicBezTo>
                    <a:pt x="7432" y="17716"/>
                    <a:pt x="7592" y="17716"/>
                    <a:pt x="7672" y="17716"/>
                  </a:cubicBezTo>
                  <a:cubicBezTo>
                    <a:pt x="7752" y="17621"/>
                    <a:pt x="7832" y="17621"/>
                    <a:pt x="7992" y="17621"/>
                  </a:cubicBezTo>
                  <a:cubicBezTo>
                    <a:pt x="8312" y="17621"/>
                    <a:pt x="8712" y="17811"/>
                    <a:pt x="9032" y="18095"/>
                  </a:cubicBezTo>
                  <a:cubicBezTo>
                    <a:pt x="9992" y="20558"/>
                    <a:pt x="9992" y="20558"/>
                    <a:pt x="9992" y="20558"/>
                  </a:cubicBezTo>
                  <a:cubicBezTo>
                    <a:pt x="10072" y="20747"/>
                    <a:pt x="10232" y="20937"/>
                    <a:pt x="10312" y="21032"/>
                  </a:cubicBezTo>
                  <a:cubicBezTo>
                    <a:pt x="10632" y="21221"/>
                    <a:pt x="11272" y="21600"/>
                    <a:pt x="11752" y="21600"/>
                  </a:cubicBezTo>
                  <a:cubicBezTo>
                    <a:pt x="12312" y="21600"/>
                    <a:pt x="14152" y="21505"/>
                    <a:pt x="14312" y="20274"/>
                  </a:cubicBezTo>
                  <a:cubicBezTo>
                    <a:pt x="14392" y="20179"/>
                    <a:pt x="14392" y="20084"/>
                    <a:pt x="14392" y="19895"/>
                  </a:cubicBezTo>
                  <a:cubicBezTo>
                    <a:pt x="14632" y="19989"/>
                    <a:pt x="14872" y="19989"/>
                    <a:pt x="15112" y="19989"/>
                  </a:cubicBezTo>
                  <a:cubicBezTo>
                    <a:pt x="15832" y="19989"/>
                    <a:pt x="16392" y="19895"/>
                    <a:pt x="16792" y="19705"/>
                  </a:cubicBezTo>
                  <a:cubicBezTo>
                    <a:pt x="18152" y="19326"/>
                    <a:pt x="18552" y="17147"/>
                    <a:pt x="18712" y="15821"/>
                  </a:cubicBezTo>
                  <a:cubicBezTo>
                    <a:pt x="19192" y="15632"/>
                    <a:pt x="19912" y="15253"/>
                    <a:pt x="20472" y="14589"/>
                  </a:cubicBezTo>
                  <a:cubicBezTo>
                    <a:pt x="20952" y="13832"/>
                    <a:pt x="21032" y="13074"/>
                    <a:pt x="20952" y="12505"/>
                  </a:cubicBezTo>
                  <a:cubicBezTo>
                    <a:pt x="21192" y="12126"/>
                    <a:pt x="21352" y="11558"/>
                    <a:pt x="21112" y="10895"/>
                  </a:cubicBezTo>
                  <a:close/>
                  <a:moveTo>
                    <a:pt x="9352" y="15537"/>
                  </a:moveTo>
                  <a:cubicBezTo>
                    <a:pt x="9592" y="14968"/>
                    <a:pt x="10552" y="14400"/>
                    <a:pt x="11272" y="14211"/>
                  </a:cubicBezTo>
                  <a:cubicBezTo>
                    <a:pt x="11432" y="14211"/>
                    <a:pt x="11752" y="14211"/>
                    <a:pt x="12072" y="14211"/>
                  </a:cubicBezTo>
                  <a:cubicBezTo>
                    <a:pt x="12152" y="14211"/>
                    <a:pt x="12232" y="14116"/>
                    <a:pt x="12312" y="14116"/>
                  </a:cubicBezTo>
                  <a:cubicBezTo>
                    <a:pt x="12072" y="14684"/>
                    <a:pt x="11912" y="15253"/>
                    <a:pt x="12072" y="15821"/>
                  </a:cubicBezTo>
                  <a:cubicBezTo>
                    <a:pt x="11272" y="16105"/>
                    <a:pt x="10552" y="16484"/>
                    <a:pt x="9912" y="16389"/>
                  </a:cubicBezTo>
                  <a:cubicBezTo>
                    <a:pt x="9752" y="16295"/>
                    <a:pt x="9512" y="16105"/>
                    <a:pt x="9272" y="16011"/>
                  </a:cubicBezTo>
                  <a:cubicBezTo>
                    <a:pt x="9192" y="15821"/>
                    <a:pt x="9272" y="15726"/>
                    <a:pt x="9352" y="15537"/>
                  </a:cubicBezTo>
                  <a:close/>
                  <a:moveTo>
                    <a:pt x="19192" y="13263"/>
                  </a:moveTo>
                  <a:cubicBezTo>
                    <a:pt x="18952" y="13547"/>
                    <a:pt x="18632" y="13737"/>
                    <a:pt x="18312" y="13832"/>
                  </a:cubicBezTo>
                  <a:cubicBezTo>
                    <a:pt x="18312" y="13832"/>
                    <a:pt x="18232" y="13832"/>
                    <a:pt x="18232" y="13832"/>
                  </a:cubicBezTo>
                  <a:cubicBezTo>
                    <a:pt x="17032" y="13737"/>
                    <a:pt x="15752" y="14305"/>
                    <a:pt x="14472" y="14874"/>
                  </a:cubicBezTo>
                  <a:cubicBezTo>
                    <a:pt x="13992" y="15063"/>
                    <a:pt x="13512" y="15253"/>
                    <a:pt x="13112" y="15442"/>
                  </a:cubicBezTo>
                  <a:cubicBezTo>
                    <a:pt x="13112" y="15063"/>
                    <a:pt x="13352" y="14589"/>
                    <a:pt x="13592" y="14305"/>
                  </a:cubicBezTo>
                  <a:cubicBezTo>
                    <a:pt x="13752" y="14116"/>
                    <a:pt x="14072" y="14116"/>
                    <a:pt x="14392" y="14021"/>
                  </a:cubicBezTo>
                  <a:cubicBezTo>
                    <a:pt x="14872" y="13926"/>
                    <a:pt x="15352" y="13832"/>
                    <a:pt x="15752" y="13358"/>
                  </a:cubicBezTo>
                  <a:cubicBezTo>
                    <a:pt x="16072" y="12979"/>
                    <a:pt x="16072" y="12600"/>
                    <a:pt x="15992" y="12316"/>
                  </a:cubicBezTo>
                  <a:cubicBezTo>
                    <a:pt x="15832" y="11747"/>
                    <a:pt x="15192" y="11653"/>
                    <a:pt x="14632" y="11558"/>
                  </a:cubicBezTo>
                  <a:cubicBezTo>
                    <a:pt x="14392" y="11558"/>
                    <a:pt x="14152" y="11558"/>
                    <a:pt x="14072" y="11558"/>
                  </a:cubicBezTo>
                  <a:cubicBezTo>
                    <a:pt x="13352" y="11084"/>
                    <a:pt x="13352" y="10611"/>
                    <a:pt x="13432" y="9474"/>
                  </a:cubicBezTo>
                  <a:cubicBezTo>
                    <a:pt x="13432" y="9284"/>
                    <a:pt x="13432" y="9000"/>
                    <a:pt x="13432" y="8811"/>
                  </a:cubicBezTo>
                  <a:cubicBezTo>
                    <a:pt x="13512" y="8432"/>
                    <a:pt x="13272" y="8147"/>
                    <a:pt x="12952" y="8147"/>
                  </a:cubicBezTo>
                  <a:cubicBezTo>
                    <a:pt x="12632" y="8147"/>
                    <a:pt x="12392" y="8432"/>
                    <a:pt x="12392" y="8716"/>
                  </a:cubicBezTo>
                  <a:cubicBezTo>
                    <a:pt x="12392" y="9000"/>
                    <a:pt x="12312" y="9189"/>
                    <a:pt x="12312" y="9379"/>
                  </a:cubicBezTo>
                  <a:cubicBezTo>
                    <a:pt x="12232" y="10421"/>
                    <a:pt x="12152" y="11842"/>
                    <a:pt x="13512" y="12695"/>
                  </a:cubicBezTo>
                  <a:cubicBezTo>
                    <a:pt x="13272" y="12789"/>
                    <a:pt x="12472" y="12884"/>
                    <a:pt x="12072" y="12884"/>
                  </a:cubicBezTo>
                  <a:cubicBezTo>
                    <a:pt x="11672" y="12884"/>
                    <a:pt x="11352" y="12884"/>
                    <a:pt x="11032" y="12979"/>
                  </a:cubicBezTo>
                  <a:cubicBezTo>
                    <a:pt x="10792" y="12979"/>
                    <a:pt x="9032" y="13547"/>
                    <a:pt x="8392" y="14874"/>
                  </a:cubicBezTo>
                  <a:cubicBezTo>
                    <a:pt x="8232" y="15158"/>
                    <a:pt x="8152" y="15442"/>
                    <a:pt x="8152" y="15632"/>
                  </a:cubicBezTo>
                  <a:cubicBezTo>
                    <a:pt x="8072" y="15632"/>
                    <a:pt x="8072" y="15632"/>
                    <a:pt x="7992" y="15632"/>
                  </a:cubicBezTo>
                  <a:cubicBezTo>
                    <a:pt x="7672" y="15632"/>
                    <a:pt x="7432" y="15726"/>
                    <a:pt x="7272" y="15726"/>
                  </a:cubicBezTo>
                  <a:cubicBezTo>
                    <a:pt x="7272" y="15821"/>
                    <a:pt x="7192" y="15821"/>
                    <a:pt x="7192" y="15821"/>
                  </a:cubicBezTo>
                  <a:cubicBezTo>
                    <a:pt x="7192" y="15821"/>
                    <a:pt x="7112" y="15821"/>
                    <a:pt x="6712" y="15632"/>
                  </a:cubicBezTo>
                  <a:cubicBezTo>
                    <a:pt x="6072" y="15253"/>
                    <a:pt x="5912" y="14589"/>
                    <a:pt x="5752" y="14211"/>
                  </a:cubicBezTo>
                  <a:cubicBezTo>
                    <a:pt x="5752" y="14116"/>
                    <a:pt x="5752" y="14116"/>
                    <a:pt x="5752" y="14116"/>
                  </a:cubicBezTo>
                  <a:cubicBezTo>
                    <a:pt x="5752" y="14116"/>
                    <a:pt x="5752" y="14116"/>
                    <a:pt x="5752" y="14116"/>
                  </a:cubicBezTo>
                  <a:cubicBezTo>
                    <a:pt x="5752" y="13832"/>
                    <a:pt x="6152" y="13168"/>
                    <a:pt x="6392" y="13074"/>
                  </a:cubicBezTo>
                  <a:cubicBezTo>
                    <a:pt x="6632" y="12979"/>
                    <a:pt x="6792" y="12600"/>
                    <a:pt x="6712" y="12221"/>
                  </a:cubicBezTo>
                  <a:cubicBezTo>
                    <a:pt x="6632" y="11937"/>
                    <a:pt x="6312" y="11747"/>
                    <a:pt x="5992" y="11842"/>
                  </a:cubicBezTo>
                  <a:cubicBezTo>
                    <a:pt x="5832" y="11937"/>
                    <a:pt x="5592" y="12126"/>
                    <a:pt x="5352" y="12411"/>
                  </a:cubicBezTo>
                  <a:cubicBezTo>
                    <a:pt x="5352" y="12126"/>
                    <a:pt x="5432" y="11937"/>
                    <a:pt x="5432" y="11653"/>
                  </a:cubicBezTo>
                  <a:cubicBezTo>
                    <a:pt x="5432" y="11084"/>
                    <a:pt x="5512" y="10421"/>
                    <a:pt x="5432" y="9853"/>
                  </a:cubicBezTo>
                  <a:cubicBezTo>
                    <a:pt x="5432" y="9474"/>
                    <a:pt x="5112" y="9189"/>
                    <a:pt x="4792" y="9284"/>
                  </a:cubicBezTo>
                  <a:cubicBezTo>
                    <a:pt x="4552" y="9284"/>
                    <a:pt x="4312" y="9568"/>
                    <a:pt x="4312" y="9947"/>
                  </a:cubicBezTo>
                  <a:cubicBezTo>
                    <a:pt x="4392" y="10516"/>
                    <a:pt x="4312" y="10989"/>
                    <a:pt x="4312" y="11558"/>
                  </a:cubicBezTo>
                  <a:cubicBezTo>
                    <a:pt x="4312" y="11937"/>
                    <a:pt x="4232" y="12221"/>
                    <a:pt x="4232" y="12600"/>
                  </a:cubicBezTo>
                  <a:cubicBezTo>
                    <a:pt x="4072" y="12505"/>
                    <a:pt x="3912" y="12316"/>
                    <a:pt x="3672" y="12126"/>
                  </a:cubicBezTo>
                  <a:cubicBezTo>
                    <a:pt x="3272" y="11842"/>
                    <a:pt x="2792" y="11463"/>
                    <a:pt x="2632" y="11368"/>
                  </a:cubicBezTo>
                  <a:cubicBezTo>
                    <a:pt x="2472" y="11179"/>
                    <a:pt x="2312" y="10611"/>
                    <a:pt x="2232" y="10326"/>
                  </a:cubicBezTo>
                  <a:cubicBezTo>
                    <a:pt x="2392" y="9853"/>
                    <a:pt x="2152" y="9474"/>
                    <a:pt x="1992" y="9000"/>
                  </a:cubicBezTo>
                  <a:cubicBezTo>
                    <a:pt x="1912" y="8716"/>
                    <a:pt x="1592" y="7958"/>
                    <a:pt x="1672" y="7768"/>
                  </a:cubicBezTo>
                  <a:cubicBezTo>
                    <a:pt x="1832" y="7295"/>
                    <a:pt x="1992" y="6916"/>
                    <a:pt x="2072" y="6821"/>
                  </a:cubicBezTo>
                  <a:cubicBezTo>
                    <a:pt x="2232" y="6726"/>
                    <a:pt x="2392" y="6726"/>
                    <a:pt x="2472" y="6726"/>
                  </a:cubicBezTo>
                  <a:cubicBezTo>
                    <a:pt x="3432" y="6537"/>
                    <a:pt x="4392" y="6442"/>
                    <a:pt x="5272" y="5400"/>
                  </a:cubicBezTo>
                  <a:cubicBezTo>
                    <a:pt x="5512" y="5116"/>
                    <a:pt x="5512" y="4642"/>
                    <a:pt x="5272" y="4453"/>
                  </a:cubicBezTo>
                  <a:cubicBezTo>
                    <a:pt x="5032" y="4168"/>
                    <a:pt x="4712" y="4168"/>
                    <a:pt x="4472" y="4453"/>
                  </a:cubicBezTo>
                  <a:cubicBezTo>
                    <a:pt x="3912" y="5116"/>
                    <a:pt x="3192" y="5305"/>
                    <a:pt x="2392" y="5400"/>
                  </a:cubicBezTo>
                  <a:cubicBezTo>
                    <a:pt x="2472" y="5305"/>
                    <a:pt x="2472" y="5305"/>
                    <a:pt x="2552" y="5211"/>
                  </a:cubicBezTo>
                  <a:cubicBezTo>
                    <a:pt x="2712" y="5116"/>
                    <a:pt x="2792" y="4926"/>
                    <a:pt x="2872" y="4832"/>
                  </a:cubicBezTo>
                  <a:cubicBezTo>
                    <a:pt x="3512" y="4074"/>
                    <a:pt x="4552" y="2842"/>
                    <a:pt x="5192" y="2842"/>
                  </a:cubicBezTo>
                  <a:cubicBezTo>
                    <a:pt x="5192" y="2842"/>
                    <a:pt x="5272" y="2842"/>
                    <a:pt x="5272" y="2842"/>
                  </a:cubicBezTo>
                  <a:cubicBezTo>
                    <a:pt x="5512" y="2937"/>
                    <a:pt x="5832" y="2937"/>
                    <a:pt x="6072" y="2747"/>
                  </a:cubicBezTo>
                  <a:cubicBezTo>
                    <a:pt x="6392" y="2558"/>
                    <a:pt x="7432" y="1895"/>
                    <a:pt x="8232" y="1895"/>
                  </a:cubicBezTo>
                  <a:cubicBezTo>
                    <a:pt x="8312" y="1895"/>
                    <a:pt x="8472" y="1989"/>
                    <a:pt x="8552" y="1989"/>
                  </a:cubicBezTo>
                  <a:cubicBezTo>
                    <a:pt x="8632" y="1989"/>
                    <a:pt x="8632" y="1989"/>
                    <a:pt x="8632" y="1989"/>
                  </a:cubicBezTo>
                  <a:cubicBezTo>
                    <a:pt x="8712" y="2179"/>
                    <a:pt x="8792" y="2368"/>
                    <a:pt x="9032" y="2368"/>
                  </a:cubicBezTo>
                  <a:cubicBezTo>
                    <a:pt x="9272" y="2368"/>
                    <a:pt x="9672" y="3032"/>
                    <a:pt x="9912" y="3789"/>
                  </a:cubicBezTo>
                  <a:cubicBezTo>
                    <a:pt x="9992" y="3979"/>
                    <a:pt x="10152" y="4263"/>
                    <a:pt x="10072" y="4453"/>
                  </a:cubicBezTo>
                  <a:cubicBezTo>
                    <a:pt x="10072" y="4547"/>
                    <a:pt x="9992" y="4547"/>
                    <a:pt x="9752" y="4642"/>
                  </a:cubicBezTo>
                  <a:cubicBezTo>
                    <a:pt x="9512" y="4642"/>
                    <a:pt x="9192" y="4737"/>
                    <a:pt x="8952" y="5021"/>
                  </a:cubicBezTo>
                  <a:cubicBezTo>
                    <a:pt x="8072" y="5684"/>
                    <a:pt x="7272" y="6347"/>
                    <a:pt x="6392" y="6821"/>
                  </a:cubicBezTo>
                  <a:cubicBezTo>
                    <a:pt x="6072" y="7011"/>
                    <a:pt x="5992" y="7389"/>
                    <a:pt x="6152" y="7768"/>
                  </a:cubicBezTo>
                  <a:cubicBezTo>
                    <a:pt x="6232" y="7958"/>
                    <a:pt x="6392" y="8053"/>
                    <a:pt x="6632" y="8053"/>
                  </a:cubicBezTo>
                  <a:cubicBezTo>
                    <a:pt x="6712" y="8053"/>
                    <a:pt x="6792" y="8053"/>
                    <a:pt x="6872" y="8053"/>
                  </a:cubicBezTo>
                  <a:cubicBezTo>
                    <a:pt x="7432" y="7674"/>
                    <a:pt x="7992" y="7295"/>
                    <a:pt x="8472" y="6916"/>
                  </a:cubicBezTo>
                  <a:cubicBezTo>
                    <a:pt x="8472" y="7200"/>
                    <a:pt x="8552" y="7389"/>
                    <a:pt x="8552" y="7674"/>
                  </a:cubicBezTo>
                  <a:cubicBezTo>
                    <a:pt x="8632" y="7863"/>
                    <a:pt x="8632" y="8053"/>
                    <a:pt x="8632" y="8242"/>
                  </a:cubicBezTo>
                  <a:cubicBezTo>
                    <a:pt x="8712" y="8621"/>
                    <a:pt x="8952" y="8811"/>
                    <a:pt x="9192" y="8811"/>
                  </a:cubicBezTo>
                  <a:cubicBezTo>
                    <a:pt x="9272" y="8811"/>
                    <a:pt x="9272" y="8811"/>
                    <a:pt x="9272" y="8811"/>
                  </a:cubicBezTo>
                  <a:cubicBezTo>
                    <a:pt x="9592" y="8811"/>
                    <a:pt x="9752" y="8432"/>
                    <a:pt x="9752" y="8147"/>
                  </a:cubicBezTo>
                  <a:cubicBezTo>
                    <a:pt x="9752" y="7863"/>
                    <a:pt x="9672" y="7674"/>
                    <a:pt x="9672" y="7389"/>
                  </a:cubicBezTo>
                  <a:cubicBezTo>
                    <a:pt x="9592" y="6916"/>
                    <a:pt x="9512" y="6442"/>
                    <a:pt x="9592" y="6158"/>
                  </a:cubicBezTo>
                  <a:cubicBezTo>
                    <a:pt x="9592" y="6063"/>
                    <a:pt x="9592" y="6063"/>
                    <a:pt x="9672" y="6063"/>
                  </a:cubicBezTo>
                  <a:cubicBezTo>
                    <a:pt x="9752" y="5968"/>
                    <a:pt x="9752" y="5968"/>
                    <a:pt x="9752" y="5968"/>
                  </a:cubicBezTo>
                  <a:cubicBezTo>
                    <a:pt x="9752" y="5968"/>
                    <a:pt x="9832" y="5874"/>
                    <a:pt x="9992" y="5874"/>
                  </a:cubicBezTo>
                  <a:cubicBezTo>
                    <a:pt x="10232" y="5779"/>
                    <a:pt x="10712" y="5684"/>
                    <a:pt x="11032" y="5116"/>
                  </a:cubicBezTo>
                  <a:cubicBezTo>
                    <a:pt x="11352" y="4453"/>
                    <a:pt x="11112" y="3695"/>
                    <a:pt x="10952" y="3221"/>
                  </a:cubicBezTo>
                  <a:cubicBezTo>
                    <a:pt x="10872" y="2937"/>
                    <a:pt x="10712" y="2558"/>
                    <a:pt x="10472" y="2179"/>
                  </a:cubicBezTo>
                  <a:cubicBezTo>
                    <a:pt x="10552" y="2084"/>
                    <a:pt x="10552" y="2084"/>
                    <a:pt x="10552" y="2084"/>
                  </a:cubicBezTo>
                  <a:cubicBezTo>
                    <a:pt x="10552" y="2084"/>
                    <a:pt x="10552" y="2084"/>
                    <a:pt x="10552" y="2084"/>
                  </a:cubicBezTo>
                  <a:cubicBezTo>
                    <a:pt x="11032" y="2084"/>
                    <a:pt x="11432" y="2084"/>
                    <a:pt x="11512" y="2179"/>
                  </a:cubicBezTo>
                  <a:cubicBezTo>
                    <a:pt x="11752" y="2368"/>
                    <a:pt x="11992" y="2463"/>
                    <a:pt x="12312" y="2463"/>
                  </a:cubicBezTo>
                  <a:cubicBezTo>
                    <a:pt x="12472" y="2463"/>
                    <a:pt x="12632" y="2463"/>
                    <a:pt x="12792" y="2368"/>
                  </a:cubicBezTo>
                  <a:cubicBezTo>
                    <a:pt x="13112" y="2368"/>
                    <a:pt x="13352" y="2274"/>
                    <a:pt x="13592" y="2463"/>
                  </a:cubicBezTo>
                  <a:cubicBezTo>
                    <a:pt x="14552" y="2937"/>
                    <a:pt x="15592" y="3032"/>
                    <a:pt x="15592" y="3032"/>
                  </a:cubicBezTo>
                  <a:cubicBezTo>
                    <a:pt x="15672" y="3126"/>
                    <a:pt x="15672" y="3126"/>
                    <a:pt x="15672" y="3126"/>
                  </a:cubicBezTo>
                  <a:cubicBezTo>
                    <a:pt x="15672" y="3126"/>
                    <a:pt x="16472" y="3126"/>
                    <a:pt x="16952" y="3695"/>
                  </a:cubicBezTo>
                  <a:cubicBezTo>
                    <a:pt x="17432" y="4358"/>
                    <a:pt x="17672" y="4642"/>
                    <a:pt x="17992" y="5116"/>
                  </a:cubicBezTo>
                  <a:cubicBezTo>
                    <a:pt x="18152" y="5305"/>
                    <a:pt x="18312" y="5495"/>
                    <a:pt x="18472" y="5779"/>
                  </a:cubicBezTo>
                  <a:cubicBezTo>
                    <a:pt x="18552" y="5874"/>
                    <a:pt x="18552" y="5874"/>
                    <a:pt x="18552" y="5874"/>
                  </a:cubicBezTo>
                  <a:cubicBezTo>
                    <a:pt x="18632" y="5968"/>
                    <a:pt x="18632" y="5968"/>
                    <a:pt x="18632" y="6063"/>
                  </a:cubicBezTo>
                  <a:cubicBezTo>
                    <a:pt x="18632" y="6158"/>
                    <a:pt x="18632" y="6253"/>
                    <a:pt x="18632" y="6442"/>
                  </a:cubicBezTo>
                  <a:cubicBezTo>
                    <a:pt x="18392" y="6347"/>
                    <a:pt x="18232" y="6158"/>
                    <a:pt x="18232" y="5968"/>
                  </a:cubicBezTo>
                  <a:cubicBezTo>
                    <a:pt x="18152" y="5589"/>
                    <a:pt x="17912" y="5400"/>
                    <a:pt x="17592" y="5495"/>
                  </a:cubicBezTo>
                  <a:cubicBezTo>
                    <a:pt x="17272" y="5495"/>
                    <a:pt x="17112" y="5874"/>
                    <a:pt x="17112" y="6253"/>
                  </a:cubicBezTo>
                  <a:cubicBezTo>
                    <a:pt x="17352" y="7389"/>
                    <a:pt x="18472" y="7958"/>
                    <a:pt x="19192" y="8053"/>
                  </a:cubicBezTo>
                  <a:cubicBezTo>
                    <a:pt x="19352" y="8526"/>
                    <a:pt x="19352" y="9095"/>
                    <a:pt x="19352" y="9568"/>
                  </a:cubicBezTo>
                  <a:cubicBezTo>
                    <a:pt x="19352" y="10326"/>
                    <a:pt x="19352" y="10611"/>
                    <a:pt x="19432" y="11084"/>
                  </a:cubicBezTo>
                  <a:cubicBezTo>
                    <a:pt x="19192" y="10705"/>
                    <a:pt x="18872" y="10421"/>
                    <a:pt x="18552" y="10137"/>
                  </a:cubicBezTo>
                  <a:cubicBezTo>
                    <a:pt x="18312" y="9947"/>
                    <a:pt x="18072" y="9758"/>
                    <a:pt x="17832" y="9663"/>
                  </a:cubicBezTo>
                  <a:cubicBezTo>
                    <a:pt x="17512" y="9474"/>
                    <a:pt x="17272" y="9284"/>
                    <a:pt x="17112" y="9095"/>
                  </a:cubicBezTo>
                  <a:cubicBezTo>
                    <a:pt x="16392" y="8432"/>
                    <a:pt x="15832" y="7011"/>
                    <a:pt x="16152" y="6063"/>
                  </a:cubicBezTo>
                  <a:cubicBezTo>
                    <a:pt x="16232" y="5779"/>
                    <a:pt x="16072" y="5400"/>
                    <a:pt x="15832" y="5305"/>
                  </a:cubicBezTo>
                  <a:cubicBezTo>
                    <a:pt x="15512" y="5116"/>
                    <a:pt x="15192" y="5305"/>
                    <a:pt x="15112" y="5684"/>
                  </a:cubicBezTo>
                  <a:cubicBezTo>
                    <a:pt x="14632" y="7105"/>
                    <a:pt x="15352" y="9189"/>
                    <a:pt x="16392" y="10137"/>
                  </a:cubicBezTo>
                  <a:cubicBezTo>
                    <a:pt x="16712" y="10421"/>
                    <a:pt x="17032" y="10611"/>
                    <a:pt x="17352" y="10800"/>
                  </a:cubicBezTo>
                  <a:cubicBezTo>
                    <a:pt x="17512" y="10895"/>
                    <a:pt x="17752" y="11084"/>
                    <a:pt x="17912" y="11179"/>
                  </a:cubicBezTo>
                  <a:cubicBezTo>
                    <a:pt x="18232" y="11463"/>
                    <a:pt x="18472" y="11842"/>
                    <a:pt x="18792" y="12126"/>
                  </a:cubicBezTo>
                  <a:cubicBezTo>
                    <a:pt x="18952" y="12411"/>
                    <a:pt x="19112" y="12600"/>
                    <a:pt x="19272" y="12884"/>
                  </a:cubicBezTo>
                  <a:cubicBezTo>
                    <a:pt x="19352" y="12884"/>
                    <a:pt x="19352" y="12884"/>
                    <a:pt x="19352" y="12979"/>
                  </a:cubicBezTo>
                  <a:cubicBezTo>
                    <a:pt x="19352" y="12979"/>
                    <a:pt x="19192" y="13263"/>
                    <a:pt x="19192" y="13263"/>
                  </a:cubicBezTo>
                  <a:close/>
                </a:path>
              </a:pathLst>
            </a:custGeom>
            <a:solidFill>
              <a:srgbClr val="EBAE4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899" name="Picture 13" descr="Picture 1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967697" y="1269532"/>
              <a:ext cx="417507" cy="4174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00" name="Freeform 14"/>
            <p:cNvSpPr/>
            <p:nvPr/>
          </p:nvSpPr>
          <p:spPr>
            <a:xfrm>
              <a:off x="961711" y="1262050"/>
              <a:ext cx="430977" cy="430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49" y="0"/>
                    <a:pt x="0" y="4849"/>
                    <a:pt x="0" y="10800"/>
                  </a:cubicBezTo>
                  <a:cubicBezTo>
                    <a:pt x="0" y="16751"/>
                    <a:pt x="4849" y="21600"/>
                    <a:pt x="10800" y="21600"/>
                  </a:cubicBezTo>
                  <a:cubicBezTo>
                    <a:pt x="16751" y="21600"/>
                    <a:pt x="21600" y="16751"/>
                    <a:pt x="21600" y="10800"/>
                  </a:cubicBezTo>
                  <a:cubicBezTo>
                    <a:pt x="21600" y="4849"/>
                    <a:pt x="16751" y="0"/>
                    <a:pt x="10800" y="0"/>
                  </a:cubicBezTo>
                  <a:close/>
                  <a:moveTo>
                    <a:pt x="10800" y="18845"/>
                  </a:moveTo>
                  <a:cubicBezTo>
                    <a:pt x="6392" y="18845"/>
                    <a:pt x="2755" y="15208"/>
                    <a:pt x="2755" y="10800"/>
                  </a:cubicBezTo>
                  <a:cubicBezTo>
                    <a:pt x="2755" y="6392"/>
                    <a:pt x="6392" y="2755"/>
                    <a:pt x="10800" y="2755"/>
                  </a:cubicBezTo>
                  <a:cubicBezTo>
                    <a:pt x="15318" y="2755"/>
                    <a:pt x="18845" y="6392"/>
                    <a:pt x="18845" y="10800"/>
                  </a:cubicBezTo>
                  <a:cubicBezTo>
                    <a:pt x="18845" y="15208"/>
                    <a:pt x="15318" y="18845"/>
                    <a:pt x="10800" y="18845"/>
                  </a:cubicBezTo>
                  <a:close/>
                </a:path>
              </a:pathLst>
            </a:custGeom>
            <a:solidFill>
              <a:srgbClr val="D5792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01" name="Oval 15"/>
            <p:cNvSpPr/>
            <p:nvPr/>
          </p:nvSpPr>
          <p:spPr>
            <a:xfrm>
              <a:off x="1084419" y="1383259"/>
              <a:ext cx="187057" cy="188549"/>
            </a:xfrm>
            <a:prstGeom prst="ellipse">
              <a:avLst/>
            </a:prstGeom>
            <a:solidFill>
              <a:srgbClr val="D5792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902" name="Picture 16" descr="Picture 1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92163" y="1482022"/>
              <a:ext cx="104751" cy="1062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3" name="Picture 17" descr="Picture 1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096390" y="1405704"/>
              <a:ext cx="73327" cy="718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04" name="TextBox 40"/>
            <p:cNvSpPr txBox="1"/>
            <p:nvPr/>
          </p:nvSpPr>
          <p:spPr>
            <a:xfrm>
              <a:off x="547595" y="408161"/>
              <a:ext cx="10693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spc="3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研究思路</a:t>
              </a:r>
            </a:p>
          </p:txBody>
        </p:sp>
        <p:sp>
          <p:nvSpPr>
            <p:cNvPr id="905" name="Freeform 9"/>
            <p:cNvSpPr/>
            <p:nvPr/>
          </p:nvSpPr>
          <p:spPr>
            <a:xfrm>
              <a:off x="1770088" y="2263206"/>
              <a:ext cx="277575" cy="439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52" h="21008" extrusionOk="0">
                  <a:moveTo>
                    <a:pt x="20473" y="3544"/>
                  </a:moveTo>
                  <a:cubicBezTo>
                    <a:pt x="19815" y="1772"/>
                    <a:pt x="19025" y="253"/>
                    <a:pt x="17444" y="0"/>
                  </a:cubicBezTo>
                  <a:cubicBezTo>
                    <a:pt x="16917" y="0"/>
                    <a:pt x="15600" y="169"/>
                    <a:pt x="14152" y="338"/>
                  </a:cubicBezTo>
                  <a:cubicBezTo>
                    <a:pt x="12966" y="591"/>
                    <a:pt x="11649" y="759"/>
                    <a:pt x="10727" y="759"/>
                  </a:cubicBezTo>
                  <a:cubicBezTo>
                    <a:pt x="10727" y="759"/>
                    <a:pt x="10727" y="759"/>
                    <a:pt x="10727" y="759"/>
                  </a:cubicBezTo>
                  <a:cubicBezTo>
                    <a:pt x="10595" y="759"/>
                    <a:pt x="10595" y="759"/>
                    <a:pt x="10595" y="759"/>
                  </a:cubicBezTo>
                  <a:cubicBezTo>
                    <a:pt x="10464" y="759"/>
                    <a:pt x="10464" y="759"/>
                    <a:pt x="10464" y="759"/>
                  </a:cubicBezTo>
                  <a:cubicBezTo>
                    <a:pt x="10464" y="759"/>
                    <a:pt x="10464" y="759"/>
                    <a:pt x="10464" y="759"/>
                  </a:cubicBezTo>
                  <a:cubicBezTo>
                    <a:pt x="9542" y="759"/>
                    <a:pt x="8093" y="591"/>
                    <a:pt x="6644" y="422"/>
                  </a:cubicBezTo>
                  <a:cubicBezTo>
                    <a:pt x="5195" y="169"/>
                    <a:pt x="3747" y="0"/>
                    <a:pt x="3220" y="0"/>
                  </a:cubicBezTo>
                  <a:cubicBezTo>
                    <a:pt x="1639" y="253"/>
                    <a:pt x="717" y="1772"/>
                    <a:pt x="191" y="3544"/>
                  </a:cubicBezTo>
                  <a:cubicBezTo>
                    <a:pt x="-468" y="5231"/>
                    <a:pt x="717" y="7172"/>
                    <a:pt x="1639" y="8522"/>
                  </a:cubicBezTo>
                  <a:cubicBezTo>
                    <a:pt x="2561" y="9872"/>
                    <a:pt x="1903" y="11391"/>
                    <a:pt x="2298" y="13753"/>
                  </a:cubicBezTo>
                  <a:cubicBezTo>
                    <a:pt x="2561" y="16031"/>
                    <a:pt x="3483" y="17044"/>
                    <a:pt x="4405" y="18900"/>
                  </a:cubicBezTo>
                  <a:cubicBezTo>
                    <a:pt x="5327" y="20841"/>
                    <a:pt x="7961" y="21600"/>
                    <a:pt x="7434" y="20503"/>
                  </a:cubicBezTo>
                  <a:cubicBezTo>
                    <a:pt x="6776" y="19322"/>
                    <a:pt x="7434" y="15103"/>
                    <a:pt x="8225" y="13331"/>
                  </a:cubicBezTo>
                  <a:cubicBezTo>
                    <a:pt x="8620" y="12656"/>
                    <a:pt x="8883" y="12150"/>
                    <a:pt x="9147" y="11897"/>
                  </a:cubicBezTo>
                  <a:cubicBezTo>
                    <a:pt x="9278" y="11559"/>
                    <a:pt x="9673" y="11306"/>
                    <a:pt x="10332" y="11306"/>
                  </a:cubicBezTo>
                  <a:cubicBezTo>
                    <a:pt x="10859" y="11306"/>
                    <a:pt x="11254" y="11559"/>
                    <a:pt x="11386" y="11812"/>
                  </a:cubicBezTo>
                  <a:cubicBezTo>
                    <a:pt x="11649" y="12066"/>
                    <a:pt x="11912" y="12572"/>
                    <a:pt x="12308" y="13331"/>
                  </a:cubicBezTo>
                  <a:cubicBezTo>
                    <a:pt x="13230" y="15103"/>
                    <a:pt x="13888" y="19322"/>
                    <a:pt x="13230" y="20503"/>
                  </a:cubicBezTo>
                  <a:cubicBezTo>
                    <a:pt x="12703" y="21600"/>
                    <a:pt x="15337" y="20841"/>
                    <a:pt x="16259" y="18900"/>
                  </a:cubicBezTo>
                  <a:cubicBezTo>
                    <a:pt x="17181" y="17044"/>
                    <a:pt x="18103" y="16031"/>
                    <a:pt x="18366" y="13753"/>
                  </a:cubicBezTo>
                  <a:cubicBezTo>
                    <a:pt x="18630" y="11391"/>
                    <a:pt x="18103" y="9872"/>
                    <a:pt x="19025" y="8522"/>
                  </a:cubicBezTo>
                  <a:cubicBezTo>
                    <a:pt x="19815" y="7172"/>
                    <a:pt x="21132" y="5231"/>
                    <a:pt x="20473" y="3544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908" name="Group 6"/>
            <p:cNvGrpSpPr/>
            <p:nvPr/>
          </p:nvGrpSpPr>
          <p:grpSpPr>
            <a:xfrm>
              <a:off x="1205350" y="3282202"/>
              <a:ext cx="437958" cy="439084"/>
              <a:chOff x="0" y="0"/>
              <a:chExt cx="437957" cy="439083"/>
            </a:xfrm>
          </p:grpSpPr>
          <p:sp>
            <p:nvSpPr>
              <p:cNvPr id="906" name="Freeform 7"/>
              <p:cNvSpPr/>
              <p:nvPr/>
            </p:nvSpPr>
            <p:spPr>
              <a:xfrm>
                <a:off x="-1" y="-1"/>
                <a:ext cx="437959" cy="4390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420" y="3180"/>
                    </a:moveTo>
                    <a:cubicBezTo>
                      <a:pt x="20407" y="5168"/>
                      <a:pt x="21600" y="7818"/>
                      <a:pt x="21600" y="10866"/>
                    </a:cubicBezTo>
                    <a:cubicBezTo>
                      <a:pt x="21600" y="13782"/>
                      <a:pt x="20407" y="16564"/>
                      <a:pt x="18420" y="18552"/>
                    </a:cubicBezTo>
                    <a:cubicBezTo>
                      <a:pt x="16432" y="20407"/>
                      <a:pt x="13782" y="21600"/>
                      <a:pt x="10866" y="21600"/>
                    </a:cubicBezTo>
                    <a:cubicBezTo>
                      <a:pt x="7818" y="21600"/>
                      <a:pt x="5168" y="20407"/>
                      <a:pt x="3180" y="18552"/>
                    </a:cubicBezTo>
                    <a:cubicBezTo>
                      <a:pt x="1193" y="16564"/>
                      <a:pt x="0" y="13782"/>
                      <a:pt x="0" y="10866"/>
                    </a:cubicBezTo>
                    <a:cubicBezTo>
                      <a:pt x="0" y="7818"/>
                      <a:pt x="1193" y="5168"/>
                      <a:pt x="3180" y="3180"/>
                    </a:cubicBezTo>
                    <a:cubicBezTo>
                      <a:pt x="5168" y="1193"/>
                      <a:pt x="7818" y="0"/>
                      <a:pt x="10866" y="0"/>
                    </a:cubicBezTo>
                    <a:cubicBezTo>
                      <a:pt x="13782" y="0"/>
                      <a:pt x="16432" y="1193"/>
                      <a:pt x="18420" y="3180"/>
                    </a:cubicBezTo>
                    <a:close/>
                  </a:path>
                </a:pathLst>
              </a:custGeom>
              <a:solidFill>
                <a:srgbClr val="EBAC0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907" name="Freeform 8"/>
              <p:cNvSpPr/>
              <p:nvPr/>
            </p:nvSpPr>
            <p:spPr>
              <a:xfrm>
                <a:off x="128543" y="38675"/>
                <a:ext cx="189972" cy="3628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83" y="6880"/>
                    </a:moveTo>
                    <a:cubicBezTo>
                      <a:pt x="11865" y="6880"/>
                      <a:pt x="11865" y="6880"/>
                      <a:pt x="11865" y="6880"/>
                    </a:cubicBezTo>
                    <a:cubicBezTo>
                      <a:pt x="11865" y="6080"/>
                      <a:pt x="11865" y="6080"/>
                      <a:pt x="11865" y="6080"/>
                    </a:cubicBezTo>
                    <a:cubicBezTo>
                      <a:pt x="11865" y="5280"/>
                      <a:pt x="11865" y="4800"/>
                      <a:pt x="11561" y="4640"/>
                    </a:cubicBezTo>
                    <a:cubicBezTo>
                      <a:pt x="11256" y="4320"/>
                      <a:pt x="10952" y="4160"/>
                      <a:pt x="10344" y="4160"/>
                    </a:cubicBezTo>
                    <a:cubicBezTo>
                      <a:pt x="9735" y="4160"/>
                      <a:pt x="9431" y="4320"/>
                      <a:pt x="9127" y="4480"/>
                    </a:cubicBezTo>
                    <a:cubicBezTo>
                      <a:pt x="8823" y="4800"/>
                      <a:pt x="8823" y="5120"/>
                      <a:pt x="8823" y="5440"/>
                    </a:cubicBezTo>
                    <a:cubicBezTo>
                      <a:pt x="8823" y="6240"/>
                      <a:pt x="9127" y="6720"/>
                      <a:pt x="9431" y="7040"/>
                    </a:cubicBezTo>
                    <a:cubicBezTo>
                      <a:pt x="10039" y="7200"/>
                      <a:pt x="11561" y="7840"/>
                      <a:pt x="14299" y="8640"/>
                    </a:cubicBezTo>
                    <a:cubicBezTo>
                      <a:pt x="16428" y="9280"/>
                      <a:pt x="17949" y="9920"/>
                      <a:pt x="18558" y="10240"/>
                    </a:cubicBezTo>
                    <a:cubicBezTo>
                      <a:pt x="19470" y="10560"/>
                      <a:pt x="20079" y="11200"/>
                      <a:pt x="20687" y="11840"/>
                    </a:cubicBezTo>
                    <a:cubicBezTo>
                      <a:pt x="21296" y="12480"/>
                      <a:pt x="21600" y="13280"/>
                      <a:pt x="21600" y="14400"/>
                    </a:cubicBezTo>
                    <a:cubicBezTo>
                      <a:pt x="21600" y="16000"/>
                      <a:pt x="20687" y="17280"/>
                      <a:pt x="19166" y="18080"/>
                    </a:cubicBezTo>
                    <a:cubicBezTo>
                      <a:pt x="17949" y="19040"/>
                      <a:pt x="15515" y="19680"/>
                      <a:pt x="12777" y="19840"/>
                    </a:cubicBezTo>
                    <a:cubicBezTo>
                      <a:pt x="12777" y="21600"/>
                      <a:pt x="12777" y="21600"/>
                      <a:pt x="12777" y="21600"/>
                    </a:cubicBezTo>
                    <a:cubicBezTo>
                      <a:pt x="8518" y="21600"/>
                      <a:pt x="8518" y="21600"/>
                      <a:pt x="8518" y="21600"/>
                    </a:cubicBezTo>
                    <a:cubicBezTo>
                      <a:pt x="8518" y="19840"/>
                      <a:pt x="8518" y="19840"/>
                      <a:pt x="8518" y="19840"/>
                    </a:cubicBezTo>
                    <a:cubicBezTo>
                      <a:pt x="6389" y="19680"/>
                      <a:pt x="4259" y="19200"/>
                      <a:pt x="2738" y="18400"/>
                    </a:cubicBezTo>
                    <a:cubicBezTo>
                      <a:pt x="913" y="17600"/>
                      <a:pt x="0" y="16160"/>
                      <a:pt x="0" y="14080"/>
                    </a:cubicBezTo>
                    <a:cubicBezTo>
                      <a:pt x="0" y="13280"/>
                      <a:pt x="0" y="13280"/>
                      <a:pt x="0" y="13280"/>
                    </a:cubicBezTo>
                    <a:cubicBezTo>
                      <a:pt x="8518" y="13280"/>
                      <a:pt x="8518" y="13280"/>
                      <a:pt x="8518" y="13280"/>
                    </a:cubicBezTo>
                    <a:cubicBezTo>
                      <a:pt x="8518" y="14400"/>
                      <a:pt x="8518" y="14400"/>
                      <a:pt x="8518" y="14400"/>
                    </a:cubicBezTo>
                    <a:cubicBezTo>
                      <a:pt x="8518" y="15520"/>
                      <a:pt x="8823" y="16320"/>
                      <a:pt x="8823" y="16640"/>
                    </a:cubicBezTo>
                    <a:cubicBezTo>
                      <a:pt x="9127" y="16960"/>
                      <a:pt x="9431" y="17120"/>
                      <a:pt x="10344" y="17120"/>
                    </a:cubicBezTo>
                    <a:cubicBezTo>
                      <a:pt x="10648" y="17120"/>
                      <a:pt x="11256" y="16960"/>
                      <a:pt x="11561" y="16800"/>
                    </a:cubicBezTo>
                    <a:cubicBezTo>
                      <a:pt x="11865" y="16640"/>
                      <a:pt x="11865" y="16320"/>
                      <a:pt x="11865" y="15840"/>
                    </a:cubicBezTo>
                    <a:cubicBezTo>
                      <a:pt x="11865" y="14880"/>
                      <a:pt x="11865" y="14080"/>
                      <a:pt x="11561" y="13760"/>
                    </a:cubicBezTo>
                    <a:cubicBezTo>
                      <a:pt x="11256" y="13280"/>
                      <a:pt x="10344" y="12800"/>
                      <a:pt x="8823" y="12320"/>
                    </a:cubicBezTo>
                    <a:cubicBezTo>
                      <a:pt x="6085" y="11360"/>
                      <a:pt x="4259" y="10720"/>
                      <a:pt x="3346" y="10400"/>
                    </a:cubicBezTo>
                    <a:cubicBezTo>
                      <a:pt x="2434" y="9920"/>
                      <a:pt x="1521" y="9440"/>
                      <a:pt x="913" y="8640"/>
                    </a:cubicBezTo>
                    <a:cubicBezTo>
                      <a:pt x="304" y="7840"/>
                      <a:pt x="0" y="7040"/>
                      <a:pt x="0" y="6080"/>
                    </a:cubicBezTo>
                    <a:cubicBezTo>
                      <a:pt x="0" y="4800"/>
                      <a:pt x="608" y="3680"/>
                      <a:pt x="2130" y="2880"/>
                    </a:cubicBezTo>
                    <a:cubicBezTo>
                      <a:pt x="3651" y="2080"/>
                      <a:pt x="5780" y="1760"/>
                      <a:pt x="8518" y="1440"/>
                    </a:cubicBezTo>
                    <a:cubicBezTo>
                      <a:pt x="8518" y="0"/>
                      <a:pt x="8518" y="0"/>
                      <a:pt x="8518" y="0"/>
                    </a:cubicBezTo>
                    <a:cubicBezTo>
                      <a:pt x="12777" y="0"/>
                      <a:pt x="12777" y="0"/>
                      <a:pt x="12777" y="0"/>
                    </a:cubicBezTo>
                    <a:cubicBezTo>
                      <a:pt x="12777" y="1440"/>
                      <a:pt x="12777" y="1440"/>
                      <a:pt x="12777" y="1440"/>
                    </a:cubicBezTo>
                    <a:cubicBezTo>
                      <a:pt x="15211" y="1760"/>
                      <a:pt x="17341" y="2080"/>
                      <a:pt x="18558" y="2880"/>
                    </a:cubicBezTo>
                    <a:cubicBezTo>
                      <a:pt x="20079" y="3680"/>
                      <a:pt x="20687" y="4800"/>
                      <a:pt x="20687" y="6080"/>
                    </a:cubicBezTo>
                    <a:cubicBezTo>
                      <a:pt x="20687" y="6240"/>
                      <a:pt x="20687" y="6560"/>
                      <a:pt x="20383" y="68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909" name="TextBox 46"/>
            <p:cNvSpPr txBox="1"/>
            <p:nvPr/>
          </p:nvSpPr>
          <p:spPr>
            <a:xfrm>
              <a:off x="1394527" y="1316211"/>
              <a:ext cx="10693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spc="3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研究思路</a:t>
              </a:r>
            </a:p>
          </p:txBody>
        </p:sp>
        <p:sp>
          <p:nvSpPr>
            <p:cNvPr id="910" name="TextBox 47"/>
            <p:cNvSpPr txBox="1"/>
            <p:nvPr/>
          </p:nvSpPr>
          <p:spPr>
            <a:xfrm>
              <a:off x="682533" y="2308399"/>
              <a:ext cx="10693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spc="3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研究思路</a:t>
              </a:r>
            </a:p>
          </p:txBody>
        </p:sp>
        <p:sp>
          <p:nvSpPr>
            <p:cNvPr id="911" name="TextBox 48"/>
            <p:cNvSpPr txBox="1"/>
            <p:nvPr/>
          </p:nvSpPr>
          <p:spPr>
            <a:xfrm>
              <a:off x="1611220" y="3321223"/>
              <a:ext cx="1069341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spc="3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研究思路</a:t>
              </a:r>
            </a:p>
          </p:txBody>
        </p:sp>
      </p:grpSp>
      <p:sp>
        <p:nvSpPr>
          <p:cNvPr id="913" name="任意多边形 49"/>
          <p:cNvSpPr/>
          <p:nvPr/>
        </p:nvSpPr>
        <p:spPr>
          <a:xfrm flipH="1" flipV="1">
            <a:off x="1095374" y="2101849"/>
            <a:ext cx="6680201" cy="1"/>
          </a:xfrm>
          <a:prstGeom prst="line">
            <a:avLst/>
          </a:prstGeom>
          <a:ln w="12700">
            <a:solidFill>
              <a:srgbClr val="808080"/>
            </a:solidFill>
            <a:prstDash val="sys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4" name="矩形 1"/>
          <p:cNvSpPr txBox="1"/>
          <p:nvPr/>
        </p:nvSpPr>
        <p:spPr>
          <a:xfrm>
            <a:off x="1077912" y="2470150"/>
            <a:ext cx="3876676" cy="588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</a:t>
            </a:r>
          </a:p>
        </p:txBody>
      </p:sp>
      <p:sp>
        <p:nvSpPr>
          <p:cNvPr id="915" name="任意多边形 51"/>
          <p:cNvSpPr/>
          <p:nvPr/>
        </p:nvSpPr>
        <p:spPr>
          <a:xfrm flipH="1" flipV="1">
            <a:off x="1095375" y="3089274"/>
            <a:ext cx="6613526" cy="1"/>
          </a:xfrm>
          <a:prstGeom prst="line">
            <a:avLst/>
          </a:prstGeom>
          <a:ln w="12700">
            <a:solidFill>
              <a:srgbClr val="808080"/>
            </a:solidFill>
            <a:prstDash val="sys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6" name="矩形 1"/>
          <p:cNvSpPr txBox="1"/>
          <p:nvPr/>
        </p:nvSpPr>
        <p:spPr>
          <a:xfrm>
            <a:off x="1077912" y="3478212"/>
            <a:ext cx="4075114" cy="588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</a:t>
            </a:r>
          </a:p>
        </p:txBody>
      </p:sp>
      <p:sp>
        <p:nvSpPr>
          <p:cNvPr id="917" name="任意多边形 53"/>
          <p:cNvSpPr/>
          <p:nvPr/>
        </p:nvSpPr>
        <p:spPr>
          <a:xfrm flipH="1" flipV="1">
            <a:off x="1095375" y="4076699"/>
            <a:ext cx="6302376" cy="1"/>
          </a:xfrm>
          <a:prstGeom prst="line">
            <a:avLst/>
          </a:prstGeom>
          <a:ln w="12700">
            <a:solidFill>
              <a:srgbClr val="808080"/>
            </a:solidFill>
            <a:prstDash val="sys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8" name="矩形 1"/>
          <p:cNvSpPr txBox="1"/>
          <p:nvPr/>
        </p:nvSpPr>
        <p:spPr>
          <a:xfrm>
            <a:off x="1077912" y="4486275"/>
            <a:ext cx="4822826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点击此处更换文本输入文字点击此处更换文本输入文字</a:t>
            </a:r>
          </a:p>
        </p:txBody>
      </p:sp>
      <p:sp>
        <p:nvSpPr>
          <p:cNvPr id="919" name="任意多边形 55"/>
          <p:cNvSpPr/>
          <p:nvPr/>
        </p:nvSpPr>
        <p:spPr>
          <a:xfrm flipH="1" flipV="1">
            <a:off x="1095375" y="5062537"/>
            <a:ext cx="6708776" cy="1"/>
          </a:xfrm>
          <a:prstGeom prst="line">
            <a:avLst/>
          </a:prstGeom>
          <a:ln w="12700">
            <a:solidFill>
              <a:srgbClr val="808080"/>
            </a:solidFill>
            <a:prstDash val="sys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0" name="矩形 56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研究思路</a:t>
            </a:r>
          </a:p>
        </p:txBody>
      </p:sp>
      <p:sp>
        <p:nvSpPr>
          <p:cNvPr id="921" name="矩形 57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2" name="矩形 58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3" name="矩形 59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4" name="矩形 60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5" name="矩形 61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26" name="矩形 62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6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10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8" presetClass="entr" presetSubtype="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10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6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10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" grpId="3" animBg="1" advAuto="0"/>
      <p:bldP spid="912" grpId="1" animBg="1" advAuto="0"/>
      <p:bldP spid="913" grpId="2" animBg="1" advAuto="0"/>
      <p:bldP spid="914" grpId="5" animBg="1" advAuto="0"/>
      <p:bldP spid="915" grpId="4" animBg="1" advAuto="0"/>
      <p:bldP spid="916" grpId="7" animBg="1" advAuto="0"/>
      <p:bldP spid="917" grpId="6" animBg="1" advAuto="0"/>
      <p:bldP spid="918" grpId="9" animBg="1" advAuto="0"/>
      <p:bldP spid="919" grpId="8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六边形 1"/>
          <p:cNvSpPr/>
          <p:nvPr/>
        </p:nvSpPr>
        <p:spPr>
          <a:xfrm rot="16200000">
            <a:off x="3975894" y="2928143"/>
            <a:ext cx="1143001" cy="1074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5078" y="0"/>
                </a:lnTo>
                <a:lnTo>
                  <a:pt x="16523" y="0"/>
                </a:lnTo>
                <a:lnTo>
                  <a:pt x="21600" y="10800"/>
                </a:lnTo>
                <a:lnTo>
                  <a:pt x="16523" y="21600"/>
                </a:lnTo>
                <a:lnTo>
                  <a:pt x="5078" y="21600"/>
                </a:lnTo>
                <a:close/>
              </a:path>
            </a:pathLst>
          </a:custGeom>
          <a:solidFill>
            <a:srgbClr val="00B0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929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27525" y="3227388"/>
            <a:ext cx="452438" cy="452438"/>
          </a:xfrm>
          <a:prstGeom prst="rect">
            <a:avLst/>
          </a:prstGeom>
          <a:ln w="12700">
            <a:miter lim="400000"/>
          </a:ln>
        </p:spPr>
      </p:pic>
      <p:sp>
        <p:nvSpPr>
          <p:cNvPr id="930" name="六边形 3"/>
          <p:cNvSpPr/>
          <p:nvPr/>
        </p:nvSpPr>
        <p:spPr>
          <a:xfrm rot="16200000">
            <a:off x="3398837" y="1974849"/>
            <a:ext cx="1143001" cy="10763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5085" y="0"/>
                </a:lnTo>
                <a:lnTo>
                  <a:pt x="16515" y="0"/>
                </a:lnTo>
                <a:lnTo>
                  <a:pt x="21600" y="10800"/>
                </a:lnTo>
                <a:lnTo>
                  <a:pt x="16515" y="21600"/>
                </a:lnTo>
                <a:lnTo>
                  <a:pt x="5085" y="21600"/>
                </a:lnTo>
                <a:close/>
              </a:path>
            </a:pathLst>
          </a:custGeom>
          <a:solidFill>
            <a:srgbClr val="505368"/>
          </a:solidFill>
          <a:ln w="15875" cap="rnd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931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51262" y="2276475"/>
            <a:ext cx="452438" cy="452438"/>
          </a:xfrm>
          <a:prstGeom prst="rect">
            <a:avLst/>
          </a:prstGeom>
          <a:ln w="12700">
            <a:miter lim="400000"/>
          </a:ln>
        </p:spPr>
      </p:pic>
      <p:sp>
        <p:nvSpPr>
          <p:cNvPr id="932" name="六边形 5"/>
          <p:cNvSpPr/>
          <p:nvPr/>
        </p:nvSpPr>
        <p:spPr>
          <a:xfrm rot="16200000">
            <a:off x="2818607" y="2928143"/>
            <a:ext cx="1143001" cy="10747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5077" y="0"/>
                </a:lnTo>
                <a:lnTo>
                  <a:pt x="16523" y="0"/>
                </a:lnTo>
                <a:lnTo>
                  <a:pt x="21600" y="10800"/>
                </a:lnTo>
                <a:lnTo>
                  <a:pt x="16523" y="21600"/>
                </a:lnTo>
                <a:lnTo>
                  <a:pt x="5077" y="21600"/>
                </a:lnTo>
                <a:close/>
              </a:path>
            </a:pathLst>
          </a:custGeom>
          <a:solidFill>
            <a:srgbClr val="505368"/>
          </a:solidFill>
          <a:ln w="15875" cap="rnd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933" name="图片 6" descr="图片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70238" y="3227388"/>
            <a:ext cx="452438" cy="452438"/>
          </a:xfrm>
          <a:prstGeom prst="rect">
            <a:avLst/>
          </a:prstGeom>
          <a:ln w="12700">
            <a:miter lim="400000"/>
          </a:ln>
        </p:spPr>
      </p:pic>
      <p:sp>
        <p:nvSpPr>
          <p:cNvPr id="934" name="六边形 7"/>
          <p:cNvSpPr/>
          <p:nvPr/>
        </p:nvSpPr>
        <p:spPr>
          <a:xfrm rot="16200000">
            <a:off x="3398837" y="3910012"/>
            <a:ext cx="1143001" cy="10763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5085" y="0"/>
                </a:lnTo>
                <a:lnTo>
                  <a:pt x="16515" y="0"/>
                </a:lnTo>
                <a:lnTo>
                  <a:pt x="21600" y="10800"/>
                </a:lnTo>
                <a:lnTo>
                  <a:pt x="16515" y="21600"/>
                </a:lnTo>
                <a:lnTo>
                  <a:pt x="5085" y="21600"/>
                </a:lnTo>
                <a:close/>
              </a:path>
            </a:pathLst>
          </a:custGeom>
          <a:solidFill>
            <a:srgbClr val="505368"/>
          </a:solidFill>
          <a:ln w="15875" cap="rnd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935" name="图片 8" descr="图片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751262" y="4211637"/>
            <a:ext cx="452438" cy="452438"/>
          </a:xfrm>
          <a:prstGeom prst="rect">
            <a:avLst/>
          </a:prstGeom>
          <a:ln w="12700">
            <a:miter lim="400000"/>
          </a:ln>
        </p:spPr>
      </p:pic>
      <p:sp>
        <p:nvSpPr>
          <p:cNvPr id="936" name="六边形 9"/>
          <p:cNvSpPr/>
          <p:nvPr/>
        </p:nvSpPr>
        <p:spPr>
          <a:xfrm rot="16200000">
            <a:off x="4598194" y="3861594"/>
            <a:ext cx="1143001" cy="10747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5078" y="0"/>
                </a:lnTo>
                <a:lnTo>
                  <a:pt x="16523" y="0"/>
                </a:lnTo>
                <a:lnTo>
                  <a:pt x="21600" y="10800"/>
                </a:lnTo>
                <a:lnTo>
                  <a:pt x="16523" y="21600"/>
                </a:lnTo>
                <a:lnTo>
                  <a:pt x="5078" y="21600"/>
                </a:lnTo>
                <a:close/>
              </a:path>
            </a:pathLst>
          </a:custGeom>
          <a:solidFill>
            <a:srgbClr val="505368"/>
          </a:solidFill>
          <a:ln w="15875" cap="rnd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937" name="图片 10" descr="图片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949825" y="4157662"/>
            <a:ext cx="452438" cy="484188"/>
          </a:xfrm>
          <a:prstGeom prst="rect">
            <a:avLst/>
          </a:prstGeom>
          <a:ln w="12700">
            <a:miter lim="400000"/>
          </a:ln>
        </p:spPr>
      </p:pic>
      <p:sp>
        <p:nvSpPr>
          <p:cNvPr id="938" name="六边形 11"/>
          <p:cNvSpPr/>
          <p:nvPr/>
        </p:nvSpPr>
        <p:spPr>
          <a:xfrm rot="16200000">
            <a:off x="5129212" y="2901949"/>
            <a:ext cx="1143001" cy="10763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5085" y="0"/>
                </a:lnTo>
                <a:lnTo>
                  <a:pt x="16515" y="0"/>
                </a:lnTo>
                <a:lnTo>
                  <a:pt x="21600" y="10800"/>
                </a:lnTo>
                <a:lnTo>
                  <a:pt x="16515" y="21600"/>
                </a:lnTo>
                <a:lnTo>
                  <a:pt x="5085" y="21600"/>
                </a:lnTo>
                <a:close/>
              </a:path>
            </a:pathLst>
          </a:custGeom>
          <a:solidFill>
            <a:srgbClr val="505368"/>
          </a:solidFill>
          <a:ln w="15875" cap="rnd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939" name="图片 12" descr="图片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475287" y="3325812"/>
            <a:ext cx="473076" cy="263526"/>
          </a:xfrm>
          <a:prstGeom prst="rect">
            <a:avLst/>
          </a:prstGeom>
          <a:ln w="12700">
            <a:miter lim="400000"/>
          </a:ln>
        </p:spPr>
      </p:pic>
      <p:sp>
        <p:nvSpPr>
          <p:cNvPr id="940" name="六边形 13"/>
          <p:cNvSpPr/>
          <p:nvPr/>
        </p:nvSpPr>
        <p:spPr>
          <a:xfrm rot="16200000">
            <a:off x="4578351" y="1944686"/>
            <a:ext cx="1143001" cy="10763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5085" y="0"/>
                </a:lnTo>
                <a:lnTo>
                  <a:pt x="16515" y="0"/>
                </a:lnTo>
                <a:lnTo>
                  <a:pt x="21600" y="10800"/>
                </a:lnTo>
                <a:lnTo>
                  <a:pt x="16515" y="21600"/>
                </a:lnTo>
                <a:lnTo>
                  <a:pt x="5085" y="21600"/>
                </a:lnTo>
                <a:close/>
              </a:path>
            </a:pathLst>
          </a:custGeom>
          <a:solidFill>
            <a:srgbClr val="505368"/>
          </a:solidFill>
          <a:ln w="15875" cap="rnd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pic>
        <p:nvPicPr>
          <p:cNvPr id="941" name="图片 14" descr="图片 14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833937" y="2154238"/>
            <a:ext cx="658813" cy="658813"/>
          </a:xfrm>
          <a:prstGeom prst="rect">
            <a:avLst/>
          </a:prstGeom>
          <a:ln w="12700">
            <a:miter lim="400000"/>
          </a:ln>
        </p:spPr>
      </p:pic>
      <p:sp>
        <p:nvSpPr>
          <p:cNvPr id="942" name="矩形 15"/>
          <p:cNvSpPr txBox="1"/>
          <p:nvPr/>
        </p:nvSpPr>
        <p:spPr>
          <a:xfrm>
            <a:off x="5876925" y="2282825"/>
            <a:ext cx="2624139" cy="553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943" name="矩形 16"/>
          <p:cNvSpPr txBox="1"/>
          <p:nvPr/>
        </p:nvSpPr>
        <p:spPr>
          <a:xfrm>
            <a:off x="5886449" y="2036763"/>
            <a:ext cx="2338390" cy="35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 algn="just" defTabSz="1218564">
              <a:lnSpc>
                <a:spcPts val="1600"/>
              </a:lnSpc>
              <a:defRPr sz="1600" b="1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这里填写标题</a:t>
            </a:r>
          </a:p>
        </p:txBody>
      </p:sp>
      <p:sp>
        <p:nvSpPr>
          <p:cNvPr id="944" name="矩形 17"/>
          <p:cNvSpPr txBox="1"/>
          <p:nvPr/>
        </p:nvSpPr>
        <p:spPr>
          <a:xfrm>
            <a:off x="6483350" y="3289300"/>
            <a:ext cx="2625725" cy="553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945" name="矩形 18"/>
          <p:cNvSpPr txBox="1"/>
          <p:nvPr/>
        </p:nvSpPr>
        <p:spPr>
          <a:xfrm>
            <a:off x="6494463" y="3044824"/>
            <a:ext cx="2338387" cy="35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 algn="just" defTabSz="1218564">
              <a:lnSpc>
                <a:spcPts val="1600"/>
              </a:lnSpc>
              <a:defRPr sz="1600" b="1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这里填写标题</a:t>
            </a:r>
          </a:p>
        </p:txBody>
      </p:sp>
      <p:sp>
        <p:nvSpPr>
          <p:cNvPr id="946" name="矩形 19"/>
          <p:cNvSpPr txBox="1"/>
          <p:nvPr/>
        </p:nvSpPr>
        <p:spPr>
          <a:xfrm>
            <a:off x="5911850" y="4379912"/>
            <a:ext cx="2625725" cy="553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947" name="矩形 20"/>
          <p:cNvSpPr txBox="1"/>
          <p:nvPr/>
        </p:nvSpPr>
        <p:spPr>
          <a:xfrm>
            <a:off x="5922963" y="4135437"/>
            <a:ext cx="2338387" cy="35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 algn="just" defTabSz="1218564">
              <a:lnSpc>
                <a:spcPts val="1600"/>
              </a:lnSpc>
              <a:defRPr sz="1600" b="1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这里填写标题</a:t>
            </a:r>
          </a:p>
        </p:txBody>
      </p:sp>
      <p:sp>
        <p:nvSpPr>
          <p:cNvPr id="948" name="矩形 21"/>
          <p:cNvSpPr txBox="1"/>
          <p:nvPr/>
        </p:nvSpPr>
        <p:spPr>
          <a:xfrm>
            <a:off x="503237" y="4445000"/>
            <a:ext cx="2625726" cy="553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949" name="矩形 22"/>
          <p:cNvSpPr txBox="1"/>
          <p:nvPr/>
        </p:nvSpPr>
        <p:spPr>
          <a:xfrm>
            <a:off x="1377949" y="4165599"/>
            <a:ext cx="1690690" cy="35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 algn="just" defTabSz="1218564">
              <a:lnSpc>
                <a:spcPts val="1600"/>
              </a:lnSpc>
              <a:defRPr sz="1600" b="1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这里填写标题</a:t>
            </a:r>
          </a:p>
        </p:txBody>
      </p:sp>
      <p:sp>
        <p:nvSpPr>
          <p:cNvPr id="950" name="矩形 23"/>
          <p:cNvSpPr txBox="1"/>
          <p:nvPr/>
        </p:nvSpPr>
        <p:spPr>
          <a:xfrm>
            <a:off x="227013" y="3335337"/>
            <a:ext cx="2625726" cy="553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951" name="矩形 24"/>
          <p:cNvSpPr txBox="1"/>
          <p:nvPr/>
        </p:nvSpPr>
        <p:spPr>
          <a:xfrm>
            <a:off x="1101724" y="3054349"/>
            <a:ext cx="1690690" cy="35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 algn="just" defTabSz="1218564">
              <a:lnSpc>
                <a:spcPts val="1600"/>
              </a:lnSpc>
              <a:defRPr sz="1600" b="1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这里填写标题</a:t>
            </a:r>
          </a:p>
        </p:txBody>
      </p:sp>
      <p:sp>
        <p:nvSpPr>
          <p:cNvPr id="952" name="矩形 25"/>
          <p:cNvSpPr txBox="1"/>
          <p:nvPr/>
        </p:nvSpPr>
        <p:spPr>
          <a:xfrm>
            <a:off x="395288" y="2316163"/>
            <a:ext cx="2832101" cy="553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953" name="矩形 26"/>
          <p:cNvSpPr txBox="1"/>
          <p:nvPr/>
        </p:nvSpPr>
        <p:spPr>
          <a:xfrm>
            <a:off x="1476374" y="2036763"/>
            <a:ext cx="1690690" cy="35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46" tIns="60946" rIns="60946" bIns="60946">
            <a:spAutoFit/>
          </a:bodyPr>
          <a:lstStyle>
            <a:lvl1pPr algn="just" defTabSz="1218564">
              <a:lnSpc>
                <a:spcPts val="1600"/>
              </a:lnSpc>
              <a:defRPr sz="1600" b="1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这里填写标题</a:t>
            </a:r>
          </a:p>
        </p:txBody>
      </p:sp>
      <p:sp>
        <p:nvSpPr>
          <p:cNvPr id="954" name="TextBox 30"/>
          <p:cNvSpPr txBox="1"/>
          <p:nvPr/>
        </p:nvSpPr>
        <p:spPr>
          <a:xfrm>
            <a:off x="206375" y="936625"/>
            <a:ext cx="91694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研究方案</a:t>
            </a:r>
          </a:p>
        </p:txBody>
      </p:sp>
      <p:sp>
        <p:nvSpPr>
          <p:cNvPr id="955" name="TextBox 29"/>
          <p:cNvSpPr txBox="1"/>
          <p:nvPr/>
        </p:nvSpPr>
        <p:spPr>
          <a:xfrm>
            <a:off x="206374" y="1222375"/>
            <a:ext cx="8037515" cy="67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956" name="矩形 29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研究方案</a:t>
            </a:r>
          </a:p>
        </p:txBody>
      </p:sp>
      <p:sp>
        <p:nvSpPr>
          <p:cNvPr id="957" name="矩形 30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58" name="矩形 31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59" name="矩形 32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60" name="矩形 33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61" name="矩形 34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62" name="矩形 35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9" presetClass="entr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9" presetClass="entr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9" presetClass="entr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9" presetClass="entr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9" presetClass="entr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9" presetClass="entr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9" presetClass="entr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9" presetClass="entr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9" presetClass="entr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9" presetClass="entr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9" presetClass="entr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0"/>
                            </p:stCondLst>
                            <p:childTnLst>
                              <p:par>
                                <p:cTn id="69" presetID="9" presetClass="entr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0"/>
                            </p:stCondLst>
                            <p:childTnLst>
                              <p:par>
                                <p:cTn id="73" presetID="9" presetClass="entr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35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mph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400" fill="hold" tmFilter="0, 0; .2, .5; .8, .5; 1, 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00" autoRev="1" fill="hold"/>
                                        <p:tgtEl>
                                          <p:spTgt spid="9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00"/>
                            </p:stCondLst>
                            <p:childTnLst>
                              <p:par>
                                <p:cTn id="81" presetID="9" presetClass="entr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"/>
                            </p:stCondLst>
                            <p:childTnLst>
                              <p:par>
                                <p:cTn id="85" presetID="9" presetClass="entr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35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mph" presetSubtype="0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400" fill="hold" tmFilter="0, 0; .2, .5; .8, .5; 1, 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00" autoRev="1" fill="hold"/>
                                        <p:tgtEl>
                                          <p:spTgt spid="9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"/>
                            </p:stCondLst>
                            <p:childTnLst>
                              <p:par>
                                <p:cTn id="93" presetID="9" presetClass="entr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00"/>
                            </p:stCondLst>
                            <p:childTnLst>
                              <p:par>
                                <p:cTn id="97" presetID="9" presetClass="entr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35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grpId="2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400" fill="hold" tmFilter="0, 0; .2, .5; .8, .5; 1, 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00" autoRev="1" fill="hold"/>
                                        <p:tgtEl>
                                          <p:spTgt spid="9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"/>
                            </p:stCondLst>
                            <p:childTnLst>
                              <p:par>
                                <p:cTn id="105" presetID="9" presetClass="entr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900"/>
                            </p:stCondLst>
                            <p:childTnLst>
                              <p:par>
                                <p:cTn id="109" presetID="9" presetClass="entr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35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fill="hold" grpId="27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400" fill="hold" tmFilter="0, 0; .2, .5; .8, .5; 1, 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00" autoRev="1" fill="hold"/>
                                        <p:tgtEl>
                                          <p:spTgt spid="9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00"/>
                            </p:stCondLst>
                            <p:childTnLst>
                              <p:par>
                                <p:cTn id="117" presetID="9" presetClass="entr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900"/>
                            </p:stCondLst>
                            <p:childTnLst>
                              <p:par>
                                <p:cTn id="121" presetID="9" presetClass="entr" fill="hold" grpId="2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35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mph" presetSubtype="0" fill="hold" grpId="3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400" fill="hold" tmFilter="0, 0; .2, .5; .8, .5; 1, 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200" autoRev="1" fill="hold"/>
                                        <p:tgtEl>
                                          <p:spTgt spid="9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400"/>
                            </p:stCondLst>
                            <p:childTnLst>
                              <p:par>
                                <p:cTn id="129" presetID="9" presetClass="entr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900"/>
                            </p:stCondLst>
                            <p:childTnLst>
                              <p:par>
                                <p:cTn id="133" presetID="9" presetClass="entr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35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6" presetClass="emph" presetSubtype="0" fill="hold" grpId="3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400" fill="hold" tmFilter="0, 0; .2, .5; .8, .5; 1, 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9" dur="200" autoRev="1" fill="hold"/>
                                        <p:tgtEl>
                                          <p:spTgt spid="9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00"/>
                            </p:stCondLst>
                            <p:childTnLst>
                              <p:par>
                                <p:cTn id="141" presetID="9" presetClass="entr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" grpId="4" animBg="1" advAuto="0"/>
      <p:bldP spid="929" grpId="3" animBg="1" advAuto="0"/>
      <p:bldP spid="930" grpId="6" animBg="1" advAuto="0"/>
      <p:bldP spid="931" grpId="5" animBg="1" advAuto="0"/>
      <p:bldP spid="932" grpId="15" animBg="1" advAuto="0"/>
      <p:bldP spid="933" grpId="16" animBg="1" advAuto="0"/>
      <p:bldP spid="934" grpId="13" animBg="1" advAuto="0"/>
      <p:bldP spid="935" grpId="14" animBg="1" advAuto="0"/>
      <p:bldP spid="936" grpId="11" animBg="1" advAuto="0"/>
      <p:bldP spid="937" grpId="12" animBg="1" advAuto="0"/>
      <p:bldP spid="938" grpId="9" animBg="1" advAuto="0"/>
      <p:bldP spid="939" grpId="10" animBg="1" advAuto="0"/>
      <p:bldP spid="940" grpId="7" animBg="1" advAuto="0"/>
      <p:bldP spid="941" grpId="8" animBg="1" advAuto="0"/>
      <p:bldP spid="942" grpId="19" animBg="1" advAuto="0"/>
      <p:bldP spid="943" grpId="17" animBg="1" advAuto="0"/>
      <p:bldP spid="943" grpId="18" animBg="1" advAuto="0"/>
      <p:bldP spid="944" grpId="22" animBg="1" advAuto="0"/>
      <p:bldP spid="945" grpId="20" animBg="1" advAuto="0"/>
      <p:bldP spid="945" grpId="21" animBg="1" advAuto="0"/>
      <p:bldP spid="946" grpId="25" animBg="1" advAuto="0"/>
      <p:bldP spid="947" grpId="23" animBg="1" advAuto="0"/>
      <p:bldP spid="947" grpId="24" animBg="1" advAuto="0"/>
      <p:bldP spid="948" grpId="28" animBg="1" advAuto="0"/>
      <p:bldP spid="949" grpId="26" animBg="1" advAuto="0"/>
      <p:bldP spid="949" grpId="27" animBg="1" advAuto="0"/>
      <p:bldP spid="950" grpId="31" animBg="1" advAuto="0"/>
      <p:bldP spid="951" grpId="29" animBg="1" advAuto="0"/>
      <p:bldP spid="951" grpId="30" animBg="1" advAuto="0"/>
      <p:bldP spid="952" grpId="34" animBg="1" advAuto="0"/>
      <p:bldP spid="953" grpId="32" animBg="1" advAuto="0"/>
      <p:bldP spid="953" grpId="33" animBg="1" advAuto="0"/>
      <p:bldP spid="954" grpId="1" animBg="1" advAuto="0"/>
      <p:bldP spid="955" grpId="2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空心弧 1"/>
          <p:cNvSpPr/>
          <p:nvPr/>
        </p:nvSpPr>
        <p:spPr>
          <a:xfrm rot="5400000">
            <a:off x="5961758" y="1945222"/>
            <a:ext cx="2245818" cy="1105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2" extrusionOk="0">
                <a:moveTo>
                  <a:pt x="0" y="21116"/>
                </a:moveTo>
                <a:cubicBezTo>
                  <a:pt x="147" y="9163"/>
                  <a:pt x="5101" y="-288"/>
                  <a:pt x="11066" y="7"/>
                </a:cubicBezTo>
                <a:cubicBezTo>
                  <a:pt x="16856" y="293"/>
                  <a:pt x="21503" y="9682"/>
                  <a:pt x="21600" y="21290"/>
                </a:cubicBezTo>
                <a:lnTo>
                  <a:pt x="20929" y="21312"/>
                </a:lnTo>
                <a:lnTo>
                  <a:pt x="20929" y="21312"/>
                </a:lnTo>
                <a:cubicBezTo>
                  <a:pt x="20835" y="10100"/>
                  <a:pt x="16225" y="1162"/>
                  <a:pt x="10630" y="1349"/>
                </a:cubicBezTo>
                <a:cubicBezTo>
                  <a:pt x="5199" y="1530"/>
                  <a:pt x="805" y="10266"/>
                  <a:pt x="671" y="21150"/>
                </a:cubicBezTo>
                <a:close/>
              </a:path>
            </a:pathLst>
          </a:custGeom>
          <a:solidFill>
            <a:srgbClr val="414455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65" name="右箭头 2"/>
          <p:cNvSpPr/>
          <p:nvPr/>
        </p:nvSpPr>
        <p:spPr>
          <a:xfrm flipH="1">
            <a:off x="4445000" y="3497262"/>
            <a:ext cx="1412875" cy="111126"/>
          </a:xfrm>
          <a:prstGeom prst="rightArrow">
            <a:avLst>
              <a:gd name="adj1" fmla="val 50000"/>
              <a:gd name="adj2" fmla="val 72226"/>
            </a:avLst>
          </a:prstGeom>
          <a:solidFill>
            <a:srgbClr val="414455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66" name="右箭头 3"/>
          <p:cNvSpPr/>
          <p:nvPr/>
        </p:nvSpPr>
        <p:spPr>
          <a:xfrm>
            <a:off x="4381500" y="1411287"/>
            <a:ext cx="1412875" cy="111126"/>
          </a:xfrm>
          <a:prstGeom prst="rightArrow">
            <a:avLst>
              <a:gd name="adj1" fmla="val 50000"/>
              <a:gd name="adj2" fmla="val 72226"/>
            </a:avLst>
          </a:prstGeom>
          <a:solidFill>
            <a:srgbClr val="414455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67" name="右箭头 4"/>
          <p:cNvSpPr/>
          <p:nvPr/>
        </p:nvSpPr>
        <p:spPr>
          <a:xfrm flipH="1">
            <a:off x="2225675" y="3505200"/>
            <a:ext cx="1412875" cy="109538"/>
          </a:xfrm>
          <a:prstGeom prst="rightArrow">
            <a:avLst>
              <a:gd name="adj1" fmla="val 50000"/>
              <a:gd name="adj2" fmla="val 72226"/>
            </a:avLst>
          </a:prstGeom>
          <a:solidFill>
            <a:srgbClr val="414455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68" name="右箭头 5"/>
          <p:cNvSpPr/>
          <p:nvPr/>
        </p:nvSpPr>
        <p:spPr>
          <a:xfrm>
            <a:off x="2130425" y="1403350"/>
            <a:ext cx="1412875" cy="111125"/>
          </a:xfrm>
          <a:prstGeom prst="rightArrow">
            <a:avLst>
              <a:gd name="adj1" fmla="val 50000"/>
              <a:gd name="adj2" fmla="val 72226"/>
            </a:avLst>
          </a:prstGeom>
          <a:solidFill>
            <a:srgbClr val="414455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grpSp>
        <p:nvGrpSpPr>
          <p:cNvPr id="971" name="组合 6"/>
          <p:cNvGrpSpPr/>
          <p:nvPr/>
        </p:nvGrpSpPr>
        <p:grpSpPr>
          <a:xfrm>
            <a:off x="1322387" y="1063625"/>
            <a:ext cx="839789" cy="839788"/>
            <a:chOff x="0" y="0"/>
            <a:chExt cx="839787" cy="839787"/>
          </a:xfrm>
        </p:grpSpPr>
        <p:sp>
          <p:nvSpPr>
            <p:cNvPr id="969" name="椭圆 7"/>
            <p:cNvSpPr/>
            <p:nvPr/>
          </p:nvSpPr>
          <p:spPr>
            <a:xfrm>
              <a:off x="0" y="0"/>
              <a:ext cx="839788" cy="839788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970" name="Freeform 13"/>
            <p:cNvSpPr/>
            <p:nvPr/>
          </p:nvSpPr>
          <p:spPr>
            <a:xfrm>
              <a:off x="182561" y="131763"/>
              <a:ext cx="474665" cy="546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745" y="8600"/>
                  </a:moveTo>
                  <a:cubicBezTo>
                    <a:pt x="5285" y="8600"/>
                    <a:pt x="5055" y="8400"/>
                    <a:pt x="4826" y="8200"/>
                  </a:cubicBezTo>
                  <a:cubicBezTo>
                    <a:pt x="4826" y="7800"/>
                    <a:pt x="5055" y="7400"/>
                    <a:pt x="5285" y="7400"/>
                  </a:cubicBezTo>
                  <a:cubicBezTo>
                    <a:pt x="5745" y="7200"/>
                    <a:pt x="6204" y="7400"/>
                    <a:pt x="6204" y="7800"/>
                  </a:cubicBezTo>
                  <a:cubicBezTo>
                    <a:pt x="6434" y="8200"/>
                    <a:pt x="6204" y="8600"/>
                    <a:pt x="5745" y="8600"/>
                  </a:cubicBezTo>
                  <a:close/>
                  <a:moveTo>
                    <a:pt x="11949" y="4800"/>
                  </a:moveTo>
                  <a:cubicBezTo>
                    <a:pt x="11030" y="4800"/>
                    <a:pt x="10340" y="5200"/>
                    <a:pt x="10340" y="6000"/>
                  </a:cubicBezTo>
                  <a:cubicBezTo>
                    <a:pt x="10340" y="6800"/>
                    <a:pt x="11030" y="7400"/>
                    <a:pt x="11949" y="7400"/>
                  </a:cubicBezTo>
                  <a:cubicBezTo>
                    <a:pt x="12868" y="7400"/>
                    <a:pt x="13557" y="6800"/>
                    <a:pt x="13557" y="6000"/>
                  </a:cubicBezTo>
                  <a:cubicBezTo>
                    <a:pt x="13557" y="5200"/>
                    <a:pt x="12868" y="4800"/>
                    <a:pt x="11949" y="4800"/>
                  </a:cubicBezTo>
                  <a:close/>
                  <a:moveTo>
                    <a:pt x="21600" y="12200"/>
                  </a:moveTo>
                  <a:cubicBezTo>
                    <a:pt x="21370" y="11600"/>
                    <a:pt x="21370" y="11600"/>
                    <a:pt x="21370" y="11600"/>
                  </a:cubicBezTo>
                  <a:cubicBezTo>
                    <a:pt x="21140" y="11200"/>
                    <a:pt x="21140" y="11200"/>
                    <a:pt x="21140" y="11200"/>
                  </a:cubicBezTo>
                  <a:cubicBezTo>
                    <a:pt x="21140" y="10800"/>
                    <a:pt x="21140" y="10800"/>
                    <a:pt x="21140" y="10800"/>
                  </a:cubicBezTo>
                  <a:cubicBezTo>
                    <a:pt x="20911" y="10400"/>
                    <a:pt x="20911" y="10400"/>
                    <a:pt x="20911" y="10400"/>
                  </a:cubicBezTo>
                  <a:cubicBezTo>
                    <a:pt x="20681" y="10000"/>
                    <a:pt x="20681" y="10000"/>
                    <a:pt x="20681" y="10000"/>
                  </a:cubicBezTo>
                  <a:cubicBezTo>
                    <a:pt x="20451" y="9600"/>
                    <a:pt x="20451" y="9600"/>
                    <a:pt x="20451" y="9600"/>
                  </a:cubicBezTo>
                  <a:cubicBezTo>
                    <a:pt x="20451" y="9200"/>
                    <a:pt x="20451" y="9200"/>
                    <a:pt x="20451" y="9200"/>
                  </a:cubicBezTo>
                  <a:cubicBezTo>
                    <a:pt x="20221" y="8800"/>
                    <a:pt x="20221" y="8800"/>
                    <a:pt x="20221" y="8800"/>
                  </a:cubicBezTo>
                  <a:cubicBezTo>
                    <a:pt x="20221" y="8600"/>
                    <a:pt x="20221" y="8600"/>
                    <a:pt x="20221" y="8600"/>
                  </a:cubicBezTo>
                  <a:cubicBezTo>
                    <a:pt x="20451" y="8600"/>
                    <a:pt x="20451" y="8600"/>
                    <a:pt x="20451" y="8600"/>
                  </a:cubicBezTo>
                  <a:cubicBezTo>
                    <a:pt x="20451" y="8400"/>
                    <a:pt x="20451" y="8400"/>
                    <a:pt x="20451" y="8400"/>
                  </a:cubicBezTo>
                  <a:cubicBezTo>
                    <a:pt x="20451" y="8200"/>
                    <a:pt x="20451" y="8200"/>
                    <a:pt x="20451" y="8200"/>
                  </a:cubicBezTo>
                  <a:cubicBezTo>
                    <a:pt x="20451" y="7800"/>
                    <a:pt x="20451" y="7800"/>
                    <a:pt x="20451" y="7800"/>
                  </a:cubicBezTo>
                  <a:cubicBezTo>
                    <a:pt x="20451" y="7400"/>
                    <a:pt x="20451" y="7400"/>
                    <a:pt x="20451" y="7400"/>
                  </a:cubicBezTo>
                  <a:cubicBezTo>
                    <a:pt x="20221" y="7200"/>
                    <a:pt x="20221" y="7200"/>
                    <a:pt x="20221" y="7200"/>
                  </a:cubicBezTo>
                  <a:cubicBezTo>
                    <a:pt x="19991" y="6800"/>
                    <a:pt x="19991" y="6800"/>
                    <a:pt x="19991" y="6800"/>
                  </a:cubicBezTo>
                  <a:cubicBezTo>
                    <a:pt x="19991" y="6400"/>
                    <a:pt x="19991" y="6400"/>
                    <a:pt x="19991" y="6400"/>
                  </a:cubicBezTo>
                  <a:cubicBezTo>
                    <a:pt x="19762" y="6000"/>
                    <a:pt x="19762" y="6000"/>
                    <a:pt x="19762" y="6000"/>
                  </a:cubicBezTo>
                  <a:cubicBezTo>
                    <a:pt x="19762" y="5800"/>
                    <a:pt x="19762" y="5800"/>
                    <a:pt x="19762" y="5800"/>
                  </a:cubicBezTo>
                  <a:cubicBezTo>
                    <a:pt x="19532" y="5400"/>
                    <a:pt x="19532" y="5400"/>
                    <a:pt x="19532" y="5400"/>
                  </a:cubicBezTo>
                  <a:cubicBezTo>
                    <a:pt x="19302" y="5000"/>
                    <a:pt x="19302" y="5000"/>
                    <a:pt x="19302" y="5000"/>
                  </a:cubicBezTo>
                  <a:cubicBezTo>
                    <a:pt x="19072" y="4800"/>
                    <a:pt x="19072" y="4800"/>
                    <a:pt x="19072" y="4800"/>
                  </a:cubicBezTo>
                  <a:cubicBezTo>
                    <a:pt x="19072" y="4400"/>
                    <a:pt x="19072" y="4400"/>
                    <a:pt x="19072" y="4400"/>
                  </a:cubicBezTo>
                  <a:cubicBezTo>
                    <a:pt x="19532" y="4200"/>
                    <a:pt x="19532" y="4200"/>
                    <a:pt x="19532" y="4200"/>
                  </a:cubicBezTo>
                  <a:cubicBezTo>
                    <a:pt x="19302" y="3800"/>
                    <a:pt x="19302" y="3800"/>
                    <a:pt x="19302" y="3800"/>
                  </a:cubicBezTo>
                  <a:cubicBezTo>
                    <a:pt x="19072" y="3600"/>
                    <a:pt x="19072" y="3600"/>
                    <a:pt x="19072" y="3600"/>
                  </a:cubicBezTo>
                  <a:cubicBezTo>
                    <a:pt x="18843" y="3200"/>
                    <a:pt x="18843" y="3200"/>
                    <a:pt x="18843" y="3200"/>
                  </a:cubicBezTo>
                  <a:cubicBezTo>
                    <a:pt x="18613" y="3000"/>
                    <a:pt x="18613" y="3000"/>
                    <a:pt x="18613" y="3000"/>
                  </a:cubicBezTo>
                  <a:cubicBezTo>
                    <a:pt x="18383" y="2800"/>
                    <a:pt x="18383" y="2800"/>
                    <a:pt x="18383" y="2800"/>
                  </a:cubicBezTo>
                  <a:cubicBezTo>
                    <a:pt x="18153" y="2600"/>
                    <a:pt x="18153" y="2600"/>
                    <a:pt x="18153" y="2600"/>
                  </a:cubicBezTo>
                  <a:cubicBezTo>
                    <a:pt x="17923" y="2400"/>
                    <a:pt x="17923" y="2400"/>
                    <a:pt x="17923" y="2400"/>
                  </a:cubicBezTo>
                  <a:cubicBezTo>
                    <a:pt x="17694" y="2200"/>
                    <a:pt x="17694" y="2200"/>
                    <a:pt x="17694" y="2200"/>
                  </a:cubicBezTo>
                  <a:cubicBezTo>
                    <a:pt x="17464" y="2000"/>
                    <a:pt x="17464" y="2000"/>
                    <a:pt x="17464" y="2000"/>
                  </a:cubicBezTo>
                  <a:cubicBezTo>
                    <a:pt x="18153" y="1800"/>
                    <a:pt x="18153" y="1800"/>
                    <a:pt x="18153" y="1800"/>
                  </a:cubicBezTo>
                  <a:cubicBezTo>
                    <a:pt x="17923" y="1600"/>
                    <a:pt x="17923" y="1600"/>
                    <a:pt x="17923" y="1600"/>
                  </a:cubicBezTo>
                  <a:cubicBezTo>
                    <a:pt x="17464" y="1400"/>
                    <a:pt x="17464" y="1400"/>
                    <a:pt x="17464" y="1400"/>
                  </a:cubicBezTo>
                  <a:cubicBezTo>
                    <a:pt x="17234" y="1400"/>
                    <a:pt x="17234" y="1400"/>
                    <a:pt x="17234" y="1400"/>
                  </a:cubicBezTo>
                  <a:cubicBezTo>
                    <a:pt x="17004" y="1200"/>
                    <a:pt x="17004" y="1200"/>
                    <a:pt x="17004" y="1200"/>
                  </a:cubicBezTo>
                  <a:cubicBezTo>
                    <a:pt x="16774" y="1000"/>
                    <a:pt x="16774" y="1000"/>
                    <a:pt x="16774" y="1000"/>
                  </a:cubicBezTo>
                  <a:cubicBezTo>
                    <a:pt x="16545" y="1000"/>
                    <a:pt x="16545" y="1000"/>
                    <a:pt x="16545" y="1000"/>
                  </a:cubicBezTo>
                  <a:cubicBezTo>
                    <a:pt x="16085" y="800"/>
                    <a:pt x="16085" y="800"/>
                    <a:pt x="16085" y="800"/>
                  </a:cubicBezTo>
                  <a:cubicBezTo>
                    <a:pt x="15855" y="800"/>
                    <a:pt x="15855" y="800"/>
                    <a:pt x="15855" y="800"/>
                  </a:cubicBezTo>
                  <a:cubicBezTo>
                    <a:pt x="15626" y="600"/>
                    <a:pt x="15626" y="600"/>
                    <a:pt x="15626" y="600"/>
                  </a:cubicBezTo>
                  <a:cubicBezTo>
                    <a:pt x="15166" y="600"/>
                    <a:pt x="15166" y="600"/>
                    <a:pt x="15166" y="600"/>
                  </a:cubicBezTo>
                  <a:cubicBezTo>
                    <a:pt x="14936" y="400"/>
                    <a:pt x="14936" y="400"/>
                    <a:pt x="14936" y="400"/>
                  </a:cubicBezTo>
                  <a:cubicBezTo>
                    <a:pt x="14477" y="400"/>
                    <a:pt x="14477" y="400"/>
                    <a:pt x="14477" y="400"/>
                  </a:cubicBezTo>
                  <a:cubicBezTo>
                    <a:pt x="14017" y="200"/>
                    <a:pt x="14017" y="200"/>
                    <a:pt x="14017" y="200"/>
                  </a:cubicBezTo>
                  <a:cubicBezTo>
                    <a:pt x="13787" y="200"/>
                    <a:pt x="13787" y="200"/>
                    <a:pt x="13787" y="200"/>
                  </a:cubicBezTo>
                  <a:cubicBezTo>
                    <a:pt x="13328" y="200"/>
                    <a:pt x="13328" y="200"/>
                    <a:pt x="13328" y="200"/>
                  </a:cubicBezTo>
                  <a:cubicBezTo>
                    <a:pt x="12868" y="0"/>
                    <a:pt x="12868" y="0"/>
                    <a:pt x="12868" y="0"/>
                  </a:cubicBezTo>
                  <a:cubicBezTo>
                    <a:pt x="12638" y="0"/>
                    <a:pt x="12638" y="0"/>
                    <a:pt x="12638" y="0"/>
                  </a:cubicBezTo>
                  <a:cubicBezTo>
                    <a:pt x="12179" y="0"/>
                    <a:pt x="12179" y="0"/>
                    <a:pt x="12179" y="0"/>
                  </a:cubicBezTo>
                  <a:cubicBezTo>
                    <a:pt x="11719" y="0"/>
                    <a:pt x="11719" y="0"/>
                    <a:pt x="11719" y="0"/>
                  </a:cubicBezTo>
                  <a:cubicBezTo>
                    <a:pt x="11489" y="0"/>
                    <a:pt x="11489" y="0"/>
                    <a:pt x="11489" y="0"/>
                  </a:cubicBezTo>
                  <a:cubicBezTo>
                    <a:pt x="11030" y="0"/>
                    <a:pt x="11030" y="0"/>
                    <a:pt x="11030" y="0"/>
                  </a:cubicBezTo>
                  <a:cubicBezTo>
                    <a:pt x="10570" y="0"/>
                    <a:pt x="10570" y="0"/>
                    <a:pt x="10570" y="0"/>
                  </a:cubicBezTo>
                  <a:cubicBezTo>
                    <a:pt x="10340" y="0"/>
                    <a:pt x="10340" y="0"/>
                    <a:pt x="10340" y="0"/>
                  </a:cubicBezTo>
                  <a:cubicBezTo>
                    <a:pt x="9881" y="0"/>
                    <a:pt x="9881" y="0"/>
                    <a:pt x="9881" y="0"/>
                  </a:cubicBezTo>
                  <a:cubicBezTo>
                    <a:pt x="9421" y="0"/>
                    <a:pt x="9421" y="0"/>
                    <a:pt x="9421" y="0"/>
                  </a:cubicBezTo>
                  <a:cubicBezTo>
                    <a:pt x="9191" y="0"/>
                    <a:pt x="9191" y="0"/>
                    <a:pt x="9191" y="0"/>
                  </a:cubicBezTo>
                  <a:cubicBezTo>
                    <a:pt x="8732" y="200"/>
                    <a:pt x="8732" y="200"/>
                    <a:pt x="8732" y="200"/>
                  </a:cubicBezTo>
                  <a:cubicBezTo>
                    <a:pt x="8272" y="200"/>
                    <a:pt x="8272" y="200"/>
                    <a:pt x="8272" y="200"/>
                  </a:cubicBezTo>
                  <a:cubicBezTo>
                    <a:pt x="8043" y="200"/>
                    <a:pt x="8043" y="200"/>
                    <a:pt x="8043" y="200"/>
                  </a:cubicBezTo>
                  <a:cubicBezTo>
                    <a:pt x="7583" y="400"/>
                    <a:pt x="7583" y="400"/>
                    <a:pt x="7583" y="400"/>
                  </a:cubicBezTo>
                  <a:cubicBezTo>
                    <a:pt x="7123" y="400"/>
                    <a:pt x="7123" y="400"/>
                    <a:pt x="7123" y="400"/>
                  </a:cubicBezTo>
                  <a:cubicBezTo>
                    <a:pt x="6664" y="600"/>
                    <a:pt x="6664" y="600"/>
                    <a:pt x="6664" y="600"/>
                  </a:cubicBezTo>
                  <a:cubicBezTo>
                    <a:pt x="6434" y="600"/>
                    <a:pt x="6434" y="600"/>
                    <a:pt x="6434" y="600"/>
                  </a:cubicBezTo>
                  <a:cubicBezTo>
                    <a:pt x="5974" y="800"/>
                    <a:pt x="5974" y="800"/>
                    <a:pt x="5974" y="800"/>
                  </a:cubicBezTo>
                  <a:cubicBezTo>
                    <a:pt x="5515" y="800"/>
                    <a:pt x="5515" y="800"/>
                    <a:pt x="5515" y="800"/>
                  </a:cubicBezTo>
                  <a:cubicBezTo>
                    <a:pt x="5285" y="1000"/>
                    <a:pt x="5285" y="1000"/>
                    <a:pt x="5285" y="1000"/>
                  </a:cubicBezTo>
                  <a:cubicBezTo>
                    <a:pt x="4826" y="1200"/>
                    <a:pt x="4826" y="1200"/>
                    <a:pt x="4826" y="1200"/>
                  </a:cubicBezTo>
                  <a:cubicBezTo>
                    <a:pt x="4596" y="1400"/>
                    <a:pt x="4596" y="1400"/>
                    <a:pt x="4596" y="1400"/>
                  </a:cubicBezTo>
                  <a:cubicBezTo>
                    <a:pt x="4136" y="1600"/>
                    <a:pt x="4136" y="1600"/>
                    <a:pt x="4136" y="1600"/>
                  </a:cubicBezTo>
                  <a:cubicBezTo>
                    <a:pt x="3906" y="1800"/>
                    <a:pt x="3906" y="1800"/>
                    <a:pt x="3906" y="1800"/>
                  </a:cubicBezTo>
                  <a:cubicBezTo>
                    <a:pt x="3447" y="2000"/>
                    <a:pt x="3447" y="2000"/>
                    <a:pt x="3447" y="2000"/>
                  </a:cubicBezTo>
                  <a:cubicBezTo>
                    <a:pt x="3217" y="2200"/>
                    <a:pt x="3217" y="2200"/>
                    <a:pt x="3217" y="2200"/>
                  </a:cubicBezTo>
                  <a:cubicBezTo>
                    <a:pt x="2987" y="2400"/>
                    <a:pt x="2987" y="2400"/>
                    <a:pt x="2987" y="2400"/>
                  </a:cubicBezTo>
                  <a:cubicBezTo>
                    <a:pt x="2757" y="2600"/>
                    <a:pt x="2757" y="2600"/>
                    <a:pt x="2757" y="2600"/>
                  </a:cubicBezTo>
                  <a:cubicBezTo>
                    <a:pt x="2298" y="2800"/>
                    <a:pt x="2298" y="2800"/>
                    <a:pt x="2298" y="2800"/>
                  </a:cubicBezTo>
                  <a:cubicBezTo>
                    <a:pt x="2068" y="3000"/>
                    <a:pt x="2068" y="3000"/>
                    <a:pt x="2068" y="3000"/>
                  </a:cubicBezTo>
                  <a:cubicBezTo>
                    <a:pt x="1838" y="3400"/>
                    <a:pt x="1838" y="3400"/>
                    <a:pt x="1838" y="3400"/>
                  </a:cubicBezTo>
                  <a:cubicBezTo>
                    <a:pt x="1609" y="3600"/>
                    <a:pt x="1609" y="3600"/>
                    <a:pt x="1609" y="3600"/>
                  </a:cubicBezTo>
                  <a:cubicBezTo>
                    <a:pt x="1379" y="3800"/>
                    <a:pt x="1379" y="3800"/>
                    <a:pt x="1379" y="3800"/>
                  </a:cubicBezTo>
                  <a:cubicBezTo>
                    <a:pt x="1149" y="4200"/>
                    <a:pt x="1149" y="4200"/>
                    <a:pt x="1149" y="4200"/>
                  </a:cubicBezTo>
                  <a:cubicBezTo>
                    <a:pt x="1149" y="4400"/>
                    <a:pt x="1149" y="4400"/>
                    <a:pt x="1149" y="4400"/>
                  </a:cubicBezTo>
                  <a:cubicBezTo>
                    <a:pt x="919" y="4800"/>
                    <a:pt x="919" y="4800"/>
                    <a:pt x="919" y="4800"/>
                  </a:cubicBezTo>
                  <a:cubicBezTo>
                    <a:pt x="689" y="5000"/>
                    <a:pt x="689" y="5000"/>
                    <a:pt x="689" y="5000"/>
                  </a:cubicBezTo>
                  <a:cubicBezTo>
                    <a:pt x="689" y="5400"/>
                    <a:pt x="689" y="5400"/>
                    <a:pt x="689" y="5400"/>
                  </a:cubicBezTo>
                  <a:cubicBezTo>
                    <a:pt x="460" y="5600"/>
                    <a:pt x="460" y="5600"/>
                    <a:pt x="460" y="5600"/>
                  </a:cubicBezTo>
                  <a:cubicBezTo>
                    <a:pt x="460" y="6000"/>
                    <a:pt x="460" y="6000"/>
                    <a:pt x="460" y="6000"/>
                  </a:cubicBezTo>
                  <a:cubicBezTo>
                    <a:pt x="230" y="6200"/>
                    <a:pt x="230" y="6200"/>
                    <a:pt x="230" y="6200"/>
                  </a:cubicBezTo>
                  <a:cubicBezTo>
                    <a:pt x="230" y="6600"/>
                    <a:pt x="230" y="6600"/>
                    <a:pt x="230" y="6600"/>
                  </a:cubicBezTo>
                  <a:cubicBezTo>
                    <a:pt x="0" y="7200"/>
                    <a:pt x="0" y="7200"/>
                    <a:pt x="0" y="7200"/>
                  </a:cubicBezTo>
                  <a:cubicBezTo>
                    <a:pt x="0" y="8000"/>
                    <a:pt x="0" y="8000"/>
                    <a:pt x="0" y="8000"/>
                  </a:cubicBezTo>
                  <a:cubicBezTo>
                    <a:pt x="0" y="8600"/>
                    <a:pt x="0" y="8600"/>
                    <a:pt x="0" y="8600"/>
                  </a:cubicBezTo>
                  <a:cubicBezTo>
                    <a:pt x="230" y="9200"/>
                    <a:pt x="230" y="9200"/>
                    <a:pt x="230" y="9200"/>
                  </a:cubicBezTo>
                  <a:cubicBezTo>
                    <a:pt x="230" y="9800"/>
                    <a:pt x="230" y="9800"/>
                    <a:pt x="230" y="9800"/>
                  </a:cubicBezTo>
                  <a:cubicBezTo>
                    <a:pt x="460" y="10400"/>
                    <a:pt x="460" y="10400"/>
                    <a:pt x="460" y="10400"/>
                  </a:cubicBezTo>
                  <a:cubicBezTo>
                    <a:pt x="689" y="11200"/>
                    <a:pt x="689" y="11200"/>
                    <a:pt x="689" y="11200"/>
                  </a:cubicBezTo>
                  <a:cubicBezTo>
                    <a:pt x="2528" y="13800"/>
                    <a:pt x="2528" y="13800"/>
                    <a:pt x="2528" y="13800"/>
                  </a:cubicBezTo>
                  <a:cubicBezTo>
                    <a:pt x="5745" y="16600"/>
                    <a:pt x="5515" y="19400"/>
                    <a:pt x="5515" y="19400"/>
                  </a:cubicBezTo>
                  <a:cubicBezTo>
                    <a:pt x="5515" y="20000"/>
                    <a:pt x="5515" y="20000"/>
                    <a:pt x="5515" y="20000"/>
                  </a:cubicBezTo>
                  <a:cubicBezTo>
                    <a:pt x="5515" y="21600"/>
                    <a:pt x="5515" y="21600"/>
                    <a:pt x="5515" y="21600"/>
                  </a:cubicBezTo>
                  <a:cubicBezTo>
                    <a:pt x="16315" y="21600"/>
                    <a:pt x="16315" y="21600"/>
                    <a:pt x="16315" y="21600"/>
                  </a:cubicBezTo>
                  <a:cubicBezTo>
                    <a:pt x="16315" y="21400"/>
                    <a:pt x="16315" y="21400"/>
                    <a:pt x="16315" y="21400"/>
                  </a:cubicBezTo>
                  <a:cubicBezTo>
                    <a:pt x="16315" y="21000"/>
                    <a:pt x="16315" y="21000"/>
                    <a:pt x="16315" y="21000"/>
                  </a:cubicBezTo>
                  <a:cubicBezTo>
                    <a:pt x="16315" y="20400"/>
                    <a:pt x="16315" y="20400"/>
                    <a:pt x="16315" y="20400"/>
                  </a:cubicBezTo>
                  <a:cubicBezTo>
                    <a:pt x="16545" y="19200"/>
                    <a:pt x="16545" y="19200"/>
                    <a:pt x="16545" y="19200"/>
                  </a:cubicBezTo>
                  <a:cubicBezTo>
                    <a:pt x="16545" y="18600"/>
                    <a:pt x="16545" y="18600"/>
                    <a:pt x="16545" y="18600"/>
                  </a:cubicBezTo>
                  <a:cubicBezTo>
                    <a:pt x="16545" y="18400"/>
                    <a:pt x="16545" y="18400"/>
                    <a:pt x="16545" y="18400"/>
                  </a:cubicBezTo>
                  <a:cubicBezTo>
                    <a:pt x="16545" y="18200"/>
                    <a:pt x="16545" y="18200"/>
                    <a:pt x="16545" y="18200"/>
                  </a:cubicBezTo>
                  <a:cubicBezTo>
                    <a:pt x="16774" y="18200"/>
                    <a:pt x="16774" y="18200"/>
                    <a:pt x="16774" y="18200"/>
                  </a:cubicBezTo>
                  <a:cubicBezTo>
                    <a:pt x="16774" y="18000"/>
                    <a:pt x="16774" y="18000"/>
                    <a:pt x="16774" y="18000"/>
                  </a:cubicBezTo>
                  <a:cubicBezTo>
                    <a:pt x="17004" y="18000"/>
                    <a:pt x="17004" y="18000"/>
                    <a:pt x="17004" y="18000"/>
                  </a:cubicBezTo>
                  <a:cubicBezTo>
                    <a:pt x="17004" y="18000"/>
                    <a:pt x="17004" y="18000"/>
                    <a:pt x="17004" y="18000"/>
                  </a:cubicBezTo>
                  <a:cubicBezTo>
                    <a:pt x="17234" y="18000"/>
                    <a:pt x="17234" y="18000"/>
                    <a:pt x="17234" y="18000"/>
                  </a:cubicBezTo>
                  <a:cubicBezTo>
                    <a:pt x="17464" y="17800"/>
                    <a:pt x="17464" y="17800"/>
                    <a:pt x="17464" y="17800"/>
                  </a:cubicBezTo>
                  <a:cubicBezTo>
                    <a:pt x="17694" y="17800"/>
                    <a:pt x="17694" y="17800"/>
                    <a:pt x="17694" y="17800"/>
                  </a:cubicBezTo>
                  <a:cubicBezTo>
                    <a:pt x="17923" y="17800"/>
                    <a:pt x="17923" y="17800"/>
                    <a:pt x="17923" y="17800"/>
                  </a:cubicBezTo>
                  <a:cubicBezTo>
                    <a:pt x="17923" y="17800"/>
                    <a:pt x="17923" y="17800"/>
                    <a:pt x="17923" y="17800"/>
                  </a:cubicBezTo>
                  <a:cubicBezTo>
                    <a:pt x="18153" y="17800"/>
                    <a:pt x="18153" y="17800"/>
                    <a:pt x="18153" y="17800"/>
                  </a:cubicBezTo>
                  <a:cubicBezTo>
                    <a:pt x="18383" y="17800"/>
                    <a:pt x="18383" y="17800"/>
                    <a:pt x="18383" y="17800"/>
                  </a:cubicBezTo>
                  <a:cubicBezTo>
                    <a:pt x="18613" y="18000"/>
                    <a:pt x="18613" y="18000"/>
                    <a:pt x="18613" y="18000"/>
                  </a:cubicBezTo>
                  <a:cubicBezTo>
                    <a:pt x="18613" y="18000"/>
                    <a:pt x="18613" y="18000"/>
                    <a:pt x="18613" y="18000"/>
                  </a:cubicBezTo>
                  <a:cubicBezTo>
                    <a:pt x="18843" y="18000"/>
                    <a:pt x="18843" y="18000"/>
                    <a:pt x="18843" y="18000"/>
                  </a:cubicBezTo>
                  <a:cubicBezTo>
                    <a:pt x="19072" y="18000"/>
                    <a:pt x="19072" y="18000"/>
                    <a:pt x="19072" y="18000"/>
                  </a:cubicBezTo>
                  <a:cubicBezTo>
                    <a:pt x="18613" y="18000"/>
                    <a:pt x="18613" y="18000"/>
                    <a:pt x="18613" y="18000"/>
                  </a:cubicBezTo>
                  <a:cubicBezTo>
                    <a:pt x="18843" y="18000"/>
                    <a:pt x="18843" y="18000"/>
                    <a:pt x="18843" y="18000"/>
                  </a:cubicBezTo>
                  <a:cubicBezTo>
                    <a:pt x="19072" y="18000"/>
                    <a:pt x="19072" y="18000"/>
                    <a:pt x="19072" y="18000"/>
                  </a:cubicBezTo>
                  <a:cubicBezTo>
                    <a:pt x="19302" y="18000"/>
                    <a:pt x="19302" y="18000"/>
                    <a:pt x="19302" y="18000"/>
                  </a:cubicBezTo>
                  <a:cubicBezTo>
                    <a:pt x="19532" y="18000"/>
                    <a:pt x="19532" y="18000"/>
                    <a:pt x="19532" y="18000"/>
                  </a:cubicBezTo>
                  <a:cubicBezTo>
                    <a:pt x="19762" y="18000"/>
                    <a:pt x="19762" y="18000"/>
                    <a:pt x="19762" y="18000"/>
                  </a:cubicBezTo>
                  <a:cubicBezTo>
                    <a:pt x="19762" y="18000"/>
                    <a:pt x="19762" y="18000"/>
                    <a:pt x="19762" y="18000"/>
                  </a:cubicBezTo>
                  <a:cubicBezTo>
                    <a:pt x="19991" y="17800"/>
                    <a:pt x="19991" y="17800"/>
                    <a:pt x="19991" y="17800"/>
                  </a:cubicBezTo>
                  <a:cubicBezTo>
                    <a:pt x="20221" y="17800"/>
                    <a:pt x="20221" y="17800"/>
                    <a:pt x="20221" y="17800"/>
                  </a:cubicBezTo>
                  <a:cubicBezTo>
                    <a:pt x="20221" y="17600"/>
                    <a:pt x="20221" y="17600"/>
                    <a:pt x="20221" y="17600"/>
                  </a:cubicBezTo>
                  <a:cubicBezTo>
                    <a:pt x="20451" y="17600"/>
                    <a:pt x="20451" y="17600"/>
                    <a:pt x="20451" y="17600"/>
                  </a:cubicBezTo>
                  <a:cubicBezTo>
                    <a:pt x="20451" y="17400"/>
                    <a:pt x="20451" y="17400"/>
                    <a:pt x="20451" y="17400"/>
                  </a:cubicBezTo>
                  <a:cubicBezTo>
                    <a:pt x="20451" y="17200"/>
                    <a:pt x="20451" y="17200"/>
                    <a:pt x="20451" y="17200"/>
                  </a:cubicBezTo>
                  <a:cubicBezTo>
                    <a:pt x="20451" y="17000"/>
                    <a:pt x="20451" y="17000"/>
                    <a:pt x="20451" y="17000"/>
                  </a:cubicBezTo>
                  <a:cubicBezTo>
                    <a:pt x="20451" y="16800"/>
                    <a:pt x="20451" y="16800"/>
                    <a:pt x="20451" y="16800"/>
                  </a:cubicBezTo>
                  <a:cubicBezTo>
                    <a:pt x="20451" y="16400"/>
                    <a:pt x="20451" y="16400"/>
                    <a:pt x="20451" y="16400"/>
                  </a:cubicBezTo>
                  <a:cubicBezTo>
                    <a:pt x="20451" y="16400"/>
                    <a:pt x="20451" y="16400"/>
                    <a:pt x="20451" y="16400"/>
                  </a:cubicBezTo>
                  <a:cubicBezTo>
                    <a:pt x="20451" y="16200"/>
                    <a:pt x="20451" y="16200"/>
                    <a:pt x="20451" y="16200"/>
                  </a:cubicBezTo>
                  <a:cubicBezTo>
                    <a:pt x="20681" y="16200"/>
                    <a:pt x="20681" y="16200"/>
                    <a:pt x="20681" y="16200"/>
                  </a:cubicBezTo>
                  <a:cubicBezTo>
                    <a:pt x="20681" y="16000"/>
                    <a:pt x="20681" y="16000"/>
                    <a:pt x="20681" y="16000"/>
                  </a:cubicBezTo>
                  <a:cubicBezTo>
                    <a:pt x="20681" y="16000"/>
                    <a:pt x="20681" y="16000"/>
                    <a:pt x="20681" y="16000"/>
                  </a:cubicBezTo>
                  <a:cubicBezTo>
                    <a:pt x="20681" y="15800"/>
                    <a:pt x="20681" y="15800"/>
                    <a:pt x="20681" y="15800"/>
                  </a:cubicBezTo>
                  <a:cubicBezTo>
                    <a:pt x="20911" y="15800"/>
                    <a:pt x="20911" y="15800"/>
                    <a:pt x="20911" y="15800"/>
                  </a:cubicBezTo>
                  <a:cubicBezTo>
                    <a:pt x="20911" y="15600"/>
                    <a:pt x="20911" y="15600"/>
                    <a:pt x="20911" y="15600"/>
                  </a:cubicBezTo>
                  <a:cubicBezTo>
                    <a:pt x="20911" y="15600"/>
                    <a:pt x="20911" y="15600"/>
                    <a:pt x="20911" y="15600"/>
                  </a:cubicBezTo>
                  <a:cubicBezTo>
                    <a:pt x="20911" y="15400"/>
                    <a:pt x="20911" y="15400"/>
                    <a:pt x="20911" y="15400"/>
                  </a:cubicBezTo>
                  <a:cubicBezTo>
                    <a:pt x="20681" y="15400"/>
                    <a:pt x="20681" y="15400"/>
                    <a:pt x="20681" y="15400"/>
                  </a:cubicBezTo>
                  <a:cubicBezTo>
                    <a:pt x="20681" y="15200"/>
                    <a:pt x="20681" y="15200"/>
                    <a:pt x="20681" y="15200"/>
                  </a:cubicBezTo>
                  <a:cubicBezTo>
                    <a:pt x="20681" y="15200"/>
                    <a:pt x="20681" y="15200"/>
                    <a:pt x="20681" y="15200"/>
                  </a:cubicBezTo>
                  <a:cubicBezTo>
                    <a:pt x="20451" y="15000"/>
                    <a:pt x="20451" y="15000"/>
                    <a:pt x="20451" y="15000"/>
                  </a:cubicBezTo>
                  <a:cubicBezTo>
                    <a:pt x="20451" y="15000"/>
                    <a:pt x="20451" y="15000"/>
                    <a:pt x="20451" y="15000"/>
                  </a:cubicBezTo>
                  <a:cubicBezTo>
                    <a:pt x="20221" y="15000"/>
                    <a:pt x="20221" y="15000"/>
                    <a:pt x="20221" y="15000"/>
                  </a:cubicBezTo>
                  <a:cubicBezTo>
                    <a:pt x="20451" y="14800"/>
                    <a:pt x="20451" y="14800"/>
                    <a:pt x="20451" y="14800"/>
                  </a:cubicBezTo>
                  <a:cubicBezTo>
                    <a:pt x="20451" y="14800"/>
                    <a:pt x="20451" y="14800"/>
                    <a:pt x="20451" y="14800"/>
                  </a:cubicBezTo>
                  <a:cubicBezTo>
                    <a:pt x="20681" y="14600"/>
                    <a:pt x="20681" y="14600"/>
                    <a:pt x="20681" y="14600"/>
                  </a:cubicBezTo>
                  <a:cubicBezTo>
                    <a:pt x="20681" y="14600"/>
                    <a:pt x="20681" y="14600"/>
                    <a:pt x="20681" y="14600"/>
                  </a:cubicBezTo>
                  <a:cubicBezTo>
                    <a:pt x="20911" y="14400"/>
                    <a:pt x="20911" y="14400"/>
                    <a:pt x="20911" y="14400"/>
                  </a:cubicBezTo>
                  <a:cubicBezTo>
                    <a:pt x="20911" y="14400"/>
                    <a:pt x="20911" y="14400"/>
                    <a:pt x="20911" y="14400"/>
                  </a:cubicBezTo>
                  <a:cubicBezTo>
                    <a:pt x="20911" y="14200"/>
                    <a:pt x="20911" y="14200"/>
                    <a:pt x="20911" y="14200"/>
                  </a:cubicBezTo>
                  <a:cubicBezTo>
                    <a:pt x="20911" y="14200"/>
                    <a:pt x="20911" y="14200"/>
                    <a:pt x="20911" y="14200"/>
                  </a:cubicBezTo>
                  <a:cubicBezTo>
                    <a:pt x="20681" y="13800"/>
                    <a:pt x="20681" y="13800"/>
                    <a:pt x="20681" y="13800"/>
                  </a:cubicBezTo>
                  <a:cubicBezTo>
                    <a:pt x="20681" y="13400"/>
                    <a:pt x="20681" y="13400"/>
                    <a:pt x="20681" y="13400"/>
                  </a:cubicBezTo>
                  <a:cubicBezTo>
                    <a:pt x="20681" y="13200"/>
                    <a:pt x="20681" y="13200"/>
                    <a:pt x="20681" y="13200"/>
                  </a:cubicBezTo>
                  <a:cubicBezTo>
                    <a:pt x="20681" y="12800"/>
                    <a:pt x="20681" y="12800"/>
                    <a:pt x="20681" y="12800"/>
                  </a:cubicBezTo>
                  <a:cubicBezTo>
                    <a:pt x="20911" y="12800"/>
                    <a:pt x="20911" y="12800"/>
                    <a:pt x="20911" y="12800"/>
                  </a:cubicBezTo>
                  <a:cubicBezTo>
                    <a:pt x="21140" y="12600"/>
                    <a:pt x="21140" y="12600"/>
                    <a:pt x="21140" y="12600"/>
                  </a:cubicBezTo>
                  <a:cubicBezTo>
                    <a:pt x="21140" y="12600"/>
                    <a:pt x="21140" y="12600"/>
                    <a:pt x="21140" y="12600"/>
                  </a:cubicBezTo>
                  <a:cubicBezTo>
                    <a:pt x="21370" y="12600"/>
                    <a:pt x="21370" y="12600"/>
                    <a:pt x="21370" y="12600"/>
                  </a:cubicBezTo>
                  <a:cubicBezTo>
                    <a:pt x="21370" y="12400"/>
                    <a:pt x="21370" y="12400"/>
                    <a:pt x="21370" y="12400"/>
                  </a:cubicBezTo>
                  <a:cubicBezTo>
                    <a:pt x="21600" y="12400"/>
                    <a:pt x="21600" y="12400"/>
                    <a:pt x="21600" y="12400"/>
                  </a:cubicBezTo>
                  <a:cubicBezTo>
                    <a:pt x="21600" y="12200"/>
                    <a:pt x="21600" y="12200"/>
                    <a:pt x="21600" y="12200"/>
                  </a:cubicBezTo>
                  <a:close/>
                  <a:moveTo>
                    <a:pt x="7583" y="8800"/>
                  </a:moveTo>
                  <a:cubicBezTo>
                    <a:pt x="7353" y="9200"/>
                    <a:pt x="7353" y="9200"/>
                    <a:pt x="7353" y="9200"/>
                  </a:cubicBezTo>
                  <a:cubicBezTo>
                    <a:pt x="7353" y="9200"/>
                    <a:pt x="6664" y="9200"/>
                    <a:pt x="6664" y="9200"/>
                  </a:cubicBezTo>
                  <a:cubicBezTo>
                    <a:pt x="6434" y="9200"/>
                    <a:pt x="6434" y="9200"/>
                    <a:pt x="6434" y="9200"/>
                  </a:cubicBezTo>
                  <a:cubicBezTo>
                    <a:pt x="6434" y="9200"/>
                    <a:pt x="6434" y="9800"/>
                    <a:pt x="6434" y="9800"/>
                  </a:cubicBezTo>
                  <a:cubicBezTo>
                    <a:pt x="5745" y="10000"/>
                    <a:pt x="5745" y="10000"/>
                    <a:pt x="5745" y="10000"/>
                  </a:cubicBezTo>
                  <a:cubicBezTo>
                    <a:pt x="5745" y="10000"/>
                    <a:pt x="5515" y="9400"/>
                    <a:pt x="5515" y="9400"/>
                  </a:cubicBezTo>
                  <a:cubicBezTo>
                    <a:pt x="5055" y="9400"/>
                    <a:pt x="5055" y="9400"/>
                    <a:pt x="5055" y="9400"/>
                  </a:cubicBezTo>
                  <a:cubicBezTo>
                    <a:pt x="5055" y="9400"/>
                    <a:pt x="4596" y="9800"/>
                    <a:pt x="4596" y="9800"/>
                  </a:cubicBezTo>
                  <a:cubicBezTo>
                    <a:pt x="4136" y="9600"/>
                    <a:pt x="4136" y="9600"/>
                    <a:pt x="4136" y="9600"/>
                  </a:cubicBezTo>
                  <a:cubicBezTo>
                    <a:pt x="4136" y="9600"/>
                    <a:pt x="4366" y="9000"/>
                    <a:pt x="4366" y="9000"/>
                  </a:cubicBezTo>
                  <a:cubicBezTo>
                    <a:pt x="4136" y="8800"/>
                    <a:pt x="4136" y="8800"/>
                    <a:pt x="4136" y="8800"/>
                  </a:cubicBezTo>
                  <a:cubicBezTo>
                    <a:pt x="4136" y="8800"/>
                    <a:pt x="3447" y="8600"/>
                    <a:pt x="3447" y="8600"/>
                  </a:cubicBezTo>
                  <a:cubicBezTo>
                    <a:pt x="3217" y="8200"/>
                    <a:pt x="3217" y="8200"/>
                    <a:pt x="3217" y="8200"/>
                  </a:cubicBezTo>
                  <a:cubicBezTo>
                    <a:pt x="3217" y="8200"/>
                    <a:pt x="3906" y="7800"/>
                    <a:pt x="3906" y="7800"/>
                  </a:cubicBezTo>
                  <a:cubicBezTo>
                    <a:pt x="3906" y="7600"/>
                    <a:pt x="3906" y="7600"/>
                    <a:pt x="3906" y="7600"/>
                  </a:cubicBezTo>
                  <a:cubicBezTo>
                    <a:pt x="3906" y="7600"/>
                    <a:pt x="3447" y="7200"/>
                    <a:pt x="3447" y="7200"/>
                  </a:cubicBezTo>
                  <a:cubicBezTo>
                    <a:pt x="3677" y="6800"/>
                    <a:pt x="3677" y="6800"/>
                    <a:pt x="3677" y="6800"/>
                  </a:cubicBezTo>
                  <a:cubicBezTo>
                    <a:pt x="3677" y="6800"/>
                    <a:pt x="4366" y="6800"/>
                    <a:pt x="4366" y="6800"/>
                  </a:cubicBezTo>
                  <a:cubicBezTo>
                    <a:pt x="4596" y="6600"/>
                    <a:pt x="4596" y="6600"/>
                    <a:pt x="4596" y="6600"/>
                  </a:cubicBezTo>
                  <a:cubicBezTo>
                    <a:pt x="4596" y="6600"/>
                    <a:pt x="4826" y="6200"/>
                    <a:pt x="4826" y="6200"/>
                  </a:cubicBezTo>
                  <a:cubicBezTo>
                    <a:pt x="5285" y="6000"/>
                    <a:pt x="5285" y="6000"/>
                    <a:pt x="5285" y="6000"/>
                  </a:cubicBezTo>
                  <a:cubicBezTo>
                    <a:pt x="5285" y="6000"/>
                    <a:pt x="5745" y="6400"/>
                    <a:pt x="5745" y="6400"/>
                  </a:cubicBezTo>
                  <a:cubicBezTo>
                    <a:pt x="5974" y="6600"/>
                    <a:pt x="5974" y="6600"/>
                    <a:pt x="5974" y="6600"/>
                  </a:cubicBezTo>
                  <a:cubicBezTo>
                    <a:pt x="5974" y="6600"/>
                    <a:pt x="6434" y="6200"/>
                    <a:pt x="6434" y="6200"/>
                  </a:cubicBezTo>
                  <a:cubicBezTo>
                    <a:pt x="6894" y="6400"/>
                    <a:pt x="6894" y="6400"/>
                    <a:pt x="6894" y="6400"/>
                  </a:cubicBezTo>
                  <a:cubicBezTo>
                    <a:pt x="6894" y="6400"/>
                    <a:pt x="6894" y="7000"/>
                    <a:pt x="6894" y="7000"/>
                  </a:cubicBezTo>
                  <a:cubicBezTo>
                    <a:pt x="6894" y="7200"/>
                    <a:pt x="6894" y="7200"/>
                    <a:pt x="6894" y="7200"/>
                  </a:cubicBezTo>
                  <a:cubicBezTo>
                    <a:pt x="6894" y="7200"/>
                    <a:pt x="7583" y="7200"/>
                    <a:pt x="7583" y="7400"/>
                  </a:cubicBezTo>
                  <a:cubicBezTo>
                    <a:pt x="7813" y="7800"/>
                    <a:pt x="7813" y="7800"/>
                    <a:pt x="7813" y="7800"/>
                  </a:cubicBezTo>
                  <a:cubicBezTo>
                    <a:pt x="7813" y="7800"/>
                    <a:pt x="7353" y="8000"/>
                    <a:pt x="7353" y="8000"/>
                  </a:cubicBezTo>
                  <a:cubicBezTo>
                    <a:pt x="7123" y="8400"/>
                    <a:pt x="7123" y="8400"/>
                    <a:pt x="7123" y="8400"/>
                  </a:cubicBezTo>
                  <a:cubicBezTo>
                    <a:pt x="7123" y="8400"/>
                    <a:pt x="7583" y="8800"/>
                    <a:pt x="7583" y="8800"/>
                  </a:cubicBezTo>
                  <a:close/>
                  <a:moveTo>
                    <a:pt x="16774" y="6400"/>
                  </a:moveTo>
                  <a:cubicBezTo>
                    <a:pt x="16774" y="6400"/>
                    <a:pt x="16774" y="6400"/>
                    <a:pt x="16774" y="6400"/>
                  </a:cubicBezTo>
                  <a:cubicBezTo>
                    <a:pt x="16774" y="6600"/>
                    <a:pt x="15396" y="7000"/>
                    <a:pt x="15396" y="7000"/>
                  </a:cubicBezTo>
                  <a:cubicBezTo>
                    <a:pt x="15166" y="7400"/>
                    <a:pt x="15166" y="7400"/>
                    <a:pt x="15166" y="7400"/>
                  </a:cubicBezTo>
                  <a:cubicBezTo>
                    <a:pt x="15166" y="7400"/>
                    <a:pt x="15855" y="8600"/>
                    <a:pt x="15626" y="8600"/>
                  </a:cubicBezTo>
                  <a:cubicBezTo>
                    <a:pt x="14936" y="9200"/>
                    <a:pt x="14936" y="9200"/>
                    <a:pt x="14936" y="9200"/>
                  </a:cubicBezTo>
                  <a:cubicBezTo>
                    <a:pt x="14936" y="9200"/>
                    <a:pt x="13557" y="8800"/>
                    <a:pt x="13557" y="8800"/>
                  </a:cubicBezTo>
                  <a:cubicBezTo>
                    <a:pt x="13098" y="9000"/>
                    <a:pt x="13098" y="9000"/>
                    <a:pt x="13098" y="9000"/>
                  </a:cubicBezTo>
                  <a:cubicBezTo>
                    <a:pt x="13098" y="9000"/>
                    <a:pt x="12638" y="10000"/>
                    <a:pt x="12409" y="10000"/>
                  </a:cubicBezTo>
                  <a:cubicBezTo>
                    <a:pt x="11489" y="10000"/>
                    <a:pt x="11489" y="10000"/>
                    <a:pt x="11489" y="10000"/>
                  </a:cubicBezTo>
                  <a:cubicBezTo>
                    <a:pt x="11260" y="10000"/>
                    <a:pt x="10800" y="9000"/>
                    <a:pt x="10800" y="9000"/>
                  </a:cubicBezTo>
                  <a:cubicBezTo>
                    <a:pt x="10340" y="8800"/>
                    <a:pt x="10340" y="8800"/>
                    <a:pt x="10340" y="8800"/>
                  </a:cubicBezTo>
                  <a:cubicBezTo>
                    <a:pt x="10340" y="8800"/>
                    <a:pt x="8962" y="9200"/>
                    <a:pt x="8962" y="9200"/>
                  </a:cubicBezTo>
                  <a:cubicBezTo>
                    <a:pt x="8272" y="8600"/>
                    <a:pt x="8272" y="8600"/>
                    <a:pt x="8272" y="8600"/>
                  </a:cubicBezTo>
                  <a:cubicBezTo>
                    <a:pt x="8272" y="8600"/>
                    <a:pt x="8732" y="7400"/>
                    <a:pt x="8732" y="7400"/>
                  </a:cubicBezTo>
                  <a:cubicBezTo>
                    <a:pt x="8502" y="7000"/>
                    <a:pt x="8502" y="7000"/>
                    <a:pt x="8502" y="7000"/>
                  </a:cubicBezTo>
                  <a:cubicBezTo>
                    <a:pt x="8502" y="7000"/>
                    <a:pt x="7123" y="6400"/>
                    <a:pt x="7123" y="6400"/>
                  </a:cubicBezTo>
                  <a:cubicBezTo>
                    <a:pt x="7123" y="5600"/>
                    <a:pt x="7123" y="5600"/>
                    <a:pt x="7123" y="5600"/>
                  </a:cubicBezTo>
                  <a:cubicBezTo>
                    <a:pt x="7123" y="5400"/>
                    <a:pt x="8502" y="5000"/>
                    <a:pt x="8502" y="5000"/>
                  </a:cubicBezTo>
                  <a:cubicBezTo>
                    <a:pt x="8732" y="4600"/>
                    <a:pt x="8732" y="4600"/>
                    <a:pt x="8732" y="4600"/>
                  </a:cubicBezTo>
                  <a:cubicBezTo>
                    <a:pt x="8732" y="4600"/>
                    <a:pt x="8272" y="3400"/>
                    <a:pt x="8272" y="3400"/>
                  </a:cubicBezTo>
                  <a:cubicBezTo>
                    <a:pt x="8962" y="2800"/>
                    <a:pt x="8962" y="2800"/>
                    <a:pt x="8962" y="2800"/>
                  </a:cubicBezTo>
                  <a:cubicBezTo>
                    <a:pt x="8962" y="2800"/>
                    <a:pt x="10340" y="3200"/>
                    <a:pt x="10340" y="3200"/>
                  </a:cubicBezTo>
                  <a:cubicBezTo>
                    <a:pt x="10800" y="3000"/>
                    <a:pt x="10800" y="3000"/>
                    <a:pt x="10800" y="3000"/>
                  </a:cubicBezTo>
                  <a:cubicBezTo>
                    <a:pt x="10800" y="3000"/>
                    <a:pt x="11489" y="2000"/>
                    <a:pt x="11489" y="2000"/>
                  </a:cubicBezTo>
                  <a:cubicBezTo>
                    <a:pt x="12638" y="2000"/>
                    <a:pt x="12638" y="2000"/>
                    <a:pt x="12638" y="2000"/>
                  </a:cubicBezTo>
                  <a:cubicBezTo>
                    <a:pt x="12638" y="2000"/>
                    <a:pt x="13098" y="3000"/>
                    <a:pt x="13098" y="3000"/>
                  </a:cubicBezTo>
                  <a:cubicBezTo>
                    <a:pt x="13557" y="3200"/>
                    <a:pt x="13557" y="3200"/>
                    <a:pt x="13557" y="3200"/>
                  </a:cubicBezTo>
                  <a:cubicBezTo>
                    <a:pt x="13557" y="3200"/>
                    <a:pt x="14936" y="2800"/>
                    <a:pt x="14936" y="2800"/>
                  </a:cubicBezTo>
                  <a:cubicBezTo>
                    <a:pt x="15855" y="3400"/>
                    <a:pt x="15855" y="3400"/>
                    <a:pt x="15855" y="3400"/>
                  </a:cubicBezTo>
                  <a:cubicBezTo>
                    <a:pt x="15855" y="3600"/>
                    <a:pt x="15166" y="4600"/>
                    <a:pt x="15166" y="4600"/>
                  </a:cubicBezTo>
                  <a:cubicBezTo>
                    <a:pt x="15396" y="5000"/>
                    <a:pt x="15396" y="5000"/>
                    <a:pt x="15396" y="5000"/>
                  </a:cubicBezTo>
                  <a:cubicBezTo>
                    <a:pt x="15396" y="5000"/>
                    <a:pt x="16774" y="5600"/>
                    <a:pt x="16774" y="5600"/>
                  </a:cubicBezTo>
                  <a:cubicBezTo>
                    <a:pt x="16774" y="6400"/>
                    <a:pt x="16774" y="6400"/>
                    <a:pt x="16774" y="64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</p:grpSp>
      <p:grpSp>
        <p:nvGrpSpPr>
          <p:cNvPr id="974" name="组合 9"/>
          <p:cNvGrpSpPr/>
          <p:nvPr/>
        </p:nvGrpSpPr>
        <p:grpSpPr>
          <a:xfrm>
            <a:off x="1336675" y="3084513"/>
            <a:ext cx="839788" cy="839789"/>
            <a:chOff x="0" y="0"/>
            <a:chExt cx="839787" cy="839787"/>
          </a:xfrm>
        </p:grpSpPr>
        <p:sp>
          <p:nvSpPr>
            <p:cNvPr id="972" name="椭圆 10"/>
            <p:cNvSpPr/>
            <p:nvPr/>
          </p:nvSpPr>
          <p:spPr>
            <a:xfrm>
              <a:off x="0" y="0"/>
              <a:ext cx="839788" cy="839788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973" name="Freeform 5"/>
            <p:cNvSpPr/>
            <p:nvPr/>
          </p:nvSpPr>
          <p:spPr>
            <a:xfrm>
              <a:off x="173038" y="196850"/>
              <a:ext cx="493712" cy="446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25" y="4735"/>
                  </a:moveTo>
                  <a:cubicBezTo>
                    <a:pt x="10425" y="6397"/>
                    <a:pt x="10425" y="6397"/>
                    <a:pt x="10425" y="6397"/>
                  </a:cubicBezTo>
                  <a:cubicBezTo>
                    <a:pt x="10425" y="7311"/>
                    <a:pt x="8100" y="7975"/>
                    <a:pt x="5250" y="7975"/>
                  </a:cubicBezTo>
                  <a:cubicBezTo>
                    <a:pt x="2325" y="7975"/>
                    <a:pt x="0" y="7311"/>
                    <a:pt x="0" y="6397"/>
                  </a:cubicBezTo>
                  <a:cubicBezTo>
                    <a:pt x="0" y="4735"/>
                    <a:pt x="0" y="4735"/>
                    <a:pt x="0" y="4735"/>
                  </a:cubicBezTo>
                  <a:cubicBezTo>
                    <a:pt x="0" y="5566"/>
                    <a:pt x="2325" y="6314"/>
                    <a:pt x="5250" y="6314"/>
                  </a:cubicBezTo>
                  <a:cubicBezTo>
                    <a:pt x="8100" y="6314"/>
                    <a:pt x="10425" y="5566"/>
                    <a:pt x="10425" y="4735"/>
                  </a:cubicBezTo>
                  <a:close/>
                  <a:moveTo>
                    <a:pt x="10425" y="4403"/>
                  </a:moveTo>
                  <a:cubicBezTo>
                    <a:pt x="10425" y="5317"/>
                    <a:pt x="8100" y="5982"/>
                    <a:pt x="5250" y="5982"/>
                  </a:cubicBezTo>
                  <a:cubicBezTo>
                    <a:pt x="2325" y="5982"/>
                    <a:pt x="0" y="5317"/>
                    <a:pt x="0" y="4403"/>
                  </a:cubicBezTo>
                  <a:cubicBezTo>
                    <a:pt x="0" y="3572"/>
                    <a:pt x="2325" y="2825"/>
                    <a:pt x="5250" y="2825"/>
                  </a:cubicBezTo>
                  <a:cubicBezTo>
                    <a:pt x="8100" y="2825"/>
                    <a:pt x="10425" y="3572"/>
                    <a:pt x="10425" y="4403"/>
                  </a:cubicBezTo>
                  <a:close/>
                  <a:moveTo>
                    <a:pt x="7725" y="4320"/>
                  </a:moveTo>
                  <a:cubicBezTo>
                    <a:pt x="3150" y="3988"/>
                    <a:pt x="3150" y="3988"/>
                    <a:pt x="3150" y="3988"/>
                  </a:cubicBezTo>
                  <a:cubicBezTo>
                    <a:pt x="3000" y="4320"/>
                    <a:pt x="3000" y="4320"/>
                    <a:pt x="3000" y="4320"/>
                  </a:cubicBezTo>
                  <a:cubicBezTo>
                    <a:pt x="3150" y="4320"/>
                    <a:pt x="3150" y="4320"/>
                    <a:pt x="3150" y="4320"/>
                  </a:cubicBezTo>
                  <a:cubicBezTo>
                    <a:pt x="3375" y="4320"/>
                    <a:pt x="3675" y="4403"/>
                    <a:pt x="3525" y="4735"/>
                  </a:cubicBezTo>
                  <a:cubicBezTo>
                    <a:pt x="3525" y="4818"/>
                    <a:pt x="3525" y="4818"/>
                    <a:pt x="3525" y="4818"/>
                  </a:cubicBezTo>
                  <a:cubicBezTo>
                    <a:pt x="4350" y="4818"/>
                    <a:pt x="4350" y="4818"/>
                    <a:pt x="4350" y="4818"/>
                  </a:cubicBezTo>
                  <a:cubicBezTo>
                    <a:pt x="4425" y="4735"/>
                    <a:pt x="4425" y="4735"/>
                    <a:pt x="4425" y="4735"/>
                  </a:cubicBezTo>
                  <a:cubicBezTo>
                    <a:pt x="4500" y="4652"/>
                    <a:pt x="4500" y="4569"/>
                    <a:pt x="4425" y="4486"/>
                  </a:cubicBezTo>
                  <a:cubicBezTo>
                    <a:pt x="7575" y="4652"/>
                    <a:pt x="7575" y="4652"/>
                    <a:pt x="7575" y="4652"/>
                  </a:cubicBezTo>
                  <a:lnTo>
                    <a:pt x="7725" y="4320"/>
                  </a:lnTo>
                  <a:close/>
                  <a:moveTo>
                    <a:pt x="5250" y="8391"/>
                  </a:moveTo>
                  <a:cubicBezTo>
                    <a:pt x="2325" y="8391"/>
                    <a:pt x="0" y="7726"/>
                    <a:pt x="0" y="6812"/>
                  </a:cubicBezTo>
                  <a:cubicBezTo>
                    <a:pt x="0" y="8557"/>
                    <a:pt x="0" y="8557"/>
                    <a:pt x="0" y="8557"/>
                  </a:cubicBezTo>
                  <a:cubicBezTo>
                    <a:pt x="0" y="9388"/>
                    <a:pt x="2325" y="10135"/>
                    <a:pt x="5250" y="10135"/>
                  </a:cubicBezTo>
                  <a:cubicBezTo>
                    <a:pt x="8100" y="10135"/>
                    <a:pt x="10425" y="9388"/>
                    <a:pt x="10425" y="8557"/>
                  </a:cubicBezTo>
                  <a:cubicBezTo>
                    <a:pt x="10425" y="6812"/>
                    <a:pt x="10425" y="6812"/>
                    <a:pt x="10425" y="6812"/>
                  </a:cubicBezTo>
                  <a:cubicBezTo>
                    <a:pt x="10425" y="7726"/>
                    <a:pt x="8100" y="8391"/>
                    <a:pt x="5250" y="8391"/>
                  </a:cubicBezTo>
                  <a:close/>
                  <a:moveTo>
                    <a:pt x="5250" y="10551"/>
                  </a:moveTo>
                  <a:cubicBezTo>
                    <a:pt x="2325" y="10551"/>
                    <a:pt x="0" y="9886"/>
                    <a:pt x="0" y="8972"/>
                  </a:cubicBezTo>
                  <a:cubicBezTo>
                    <a:pt x="0" y="10634"/>
                    <a:pt x="0" y="10634"/>
                    <a:pt x="0" y="10634"/>
                  </a:cubicBezTo>
                  <a:cubicBezTo>
                    <a:pt x="0" y="11548"/>
                    <a:pt x="2325" y="12212"/>
                    <a:pt x="5250" y="12212"/>
                  </a:cubicBezTo>
                  <a:cubicBezTo>
                    <a:pt x="8100" y="12212"/>
                    <a:pt x="10425" y="11548"/>
                    <a:pt x="10425" y="10634"/>
                  </a:cubicBezTo>
                  <a:cubicBezTo>
                    <a:pt x="10425" y="8972"/>
                    <a:pt x="10425" y="8972"/>
                    <a:pt x="10425" y="8972"/>
                  </a:cubicBezTo>
                  <a:cubicBezTo>
                    <a:pt x="10425" y="9886"/>
                    <a:pt x="8100" y="10551"/>
                    <a:pt x="5250" y="10551"/>
                  </a:cubicBezTo>
                  <a:close/>
                  <a:moveTo>
                    <a:pt x="5250" y="12628"/>
                  </a:moveTo>
                  <a:cubicBezTo>
                    <a:pt x="2325" y="12628"/>
                    <a:pt x="0" y="11963"/>
                    <a:pt x="0" y="11049"/>
                  </a:cubicBezTo>
                  <a:cubicBezTo>
                    <a:pt x="0" y="12794"/>
                    <a:pt x="0" y="12794"/>
                    <a:pt x="0" y="12794"/>
                  </a:cubicBezTo>
                  <a:cubicBezTo>
                    <a:pt x="0" y="13625"/>
                    <a:pt x="2325" y="14372"/>
                    <a:pt x="5250" y="14372"/>
                  </a:cubicBezTo>
                  <a:cubicBezTo>
                    <a:pt x="8100" y="14372"/>
                    <a:pt x="10425" y="13625"/>
                    <a:pt x="10425" y="12794"/>
                  </a:cubicBezTo>
                  <a:cubicBezTo>
                    <a:pt x="10425" y="11049"/>
                    <a:pt x="10425" y="11049"/>
                    <a:pt x="10425" y="11049"/>
                  </a:cubicBezTo>
                  <a:cubicBezTo>
                    <a:pt x="10425" y="11963"/>
                    <a:pt x="8100" y="12628"/>
                    <a:pt x="5250" y="12628"/>
                  </a:cubicBezTo>
                  <a:close/>
                  <a:moveTo>
                    <a:pt x="5250" y="14705"/>
                  </a:moveTo>
                  <a:cubicBezTo>
                    <a:pt x="2325" y="14705"/>
                    <a:pt x="0" y="14040"/>
                    <a:pt x="0" y="13126"/>
                  </a:cubicBezTo>
                  <a:cubicBezTo>
                    <a:pt x="0" y="14788"/>
                    <a:pt x="0" y="14788"/>
                    <a:pt x="0" y="14788"/>
                  </a:cubicBezTo>
                  <a:cubicBezTo>
                    <a:pt x="0" y="15702"/>
                    <a:pt x="2325" y="16366"/>
                    <a:pt x="5250" y="16366"/>
                  </a:cubicBezTo>
                  <a:cubicBezTo>
                    <a:pt x="8100" y="16366"/>
                    <a:pt x="10425" y="15702"/>
                    <a:pt x="10425" y="14788"/>
                  </a:cubicBezTo>
                  <a:cubicBezTo>
                    <a:pt x="10425" y="13126"/>
                    <a:pt x="10425" y="13126"/>
                    <a:pt x="10425" y="13126"/>
                  </a:cubicBezTo>
                  <a:cubicBezTo>
                    <a:pt x="10425" y="14040"/>
                    <a:pt x="8100" y="14705"/>
                    <a:pt x="5250" y="14705"/>
                  </a:cubicBezTo>
                  <a:close/>
                  <a:moveTo>
                    <a:pt x="5250" y="16782"/>
                  </a:moveTo>
                  <a:cubicBezTo>
                    <a:pt x="2325" y="16782"/>
                    <a:pt x="0" y="16034"/>
                    <a:pt x="0" y="15203"/>
                  </a:cubicBezTo>
                  <a:cubicBezTo>
                    <a:pt x="0" y="16865"/>
                    <a:pt x="0" y="16865"/>
                    <a:pt x="0" y="16865"/>
                  </a:cubicBezTo>
                  <a:cubicBezTo>
                    <a:pt x="0" y="17778"/>
                    <a:pt x="2325" y="18443"/>
                    <a:pt x="5250" y="18443"/>
                  </a:cubicBezTo>
                  <a:cubicBezTo>
                    <a:pt x="8100" y="18443"/>
                    <a:pt x="10425" y="17778"/>
                    <a:pt x="10425" y="16865"/>
                  </a:cubicBezTo>
                  <a:cubicBezTo>
                    <a:pt x="10425" y="15203"/>
                    <a:pt x="10425" y="15203"/>
                    <a:pt x="10425" y="15203"/>
                  </a:cubicBezTo>
                  <a:cubicBezTo>
                    <a:pt x="10425" y="16034"/>
                    <a:pt x="8100" y="16782"/>
                    <a:pt x="5250" y="16782"/>
                  </a:cubicBezTo>
                  <a:close/>
                  <a:moveTo>
                    <a:pt x="11175" y="4818"/>
                  </a:moveTo>
                  <a:cubicBezTo>
                    <a:pt x="11250" y="4818"/>
                    <a:pt x="11250" y="4818"/>
                    <a:pt x="11250" y="4818"/>
                  </a:cubicBezTo>
                  <a:cubicBezTo>
                    <a:pt x="11250" y="4902"/>
                    <a:pt x="11250" y="4902"/>
                    <a:pt x="11250" y="4902"/>
                  </a:cubicBezTo>
                  <a:cubicBezTo>
                    <a:pt x="12075" y="5068"/>
                    <a:pt x="13050" y="5151"/>
                    <a:pt x="14100" y="5151"/>
                  </a:cubicBezTo>
                  <a:cubicBezTo>
                    <a:pt x="17025" y="5151"/>
                    <a:pt x="19350" y="4403"/>
                    <a:pt x="19350" y="3572"/>
                  </a:cubicBezTo>
                  <a:cubicBezTo>
                    <a:pt x="19350" y="1911"/>
                    <a:pt x="19350" y="1911"/>
                    <a:pt x="19350" y="1911"/>
                  </a:cubicBezTo>
                  <a:cubicBezTo>
                    <a:pt x="19350" y="2742"/>
                    <a:pt x="17025" y="3489"/>
                    <a:pt x="14100" y="3489"/>
                  </a:cubicBezTo>
                  <a:cubicBezTo>
                    <a:pt x="11250" y="3489"/>
                    <a:pt x="8850" y="2742"/>
                    <a:pt x="8850" y="1911"/>
                  </a:cubicBezTo>
                  <a:cubicBezTo>
                    <a:pt x="8850" y="2492"/>
                    <a:pt x="8850" y="2492"/>
                    <a:pt x="8850" y="2492"/>
                  </a:cubicBezTo>
                  <a:cubicBezTo>
                    <a:pt x="10125" y="2825"/>
                    <a:pt x="11250" y="3406"/>
                    <a:pt x="11250" y="4486"/>
                  </a:cubicBezTo>
                  <a:cubicBezTo>
                    <a:pt x="11250" y="4652"/>
                    <a:pt x="11175" y="4735"/>
                    <a:pt x="11175" y="4818"/>
                  </a:cubicBezTo>
                  <a:close/>
                  <a:moveTo>
                    <a:pt x="8850" y="1578"/>
                  </a:moveTo>
                  <a:cubicBezTo>
                    <a:pt x="8850" y="665"/>
                    <a:pt x="11250" y="0"/>
                    <a:pt x="14100" y="0"/>
                  </a:cubicBezTo>
                  <a:cubicBezTo>
                    <a:pt x="17025" y="0"/>
                    <a:pt x="19350" y="665"/>
                    <a:pt x="19350" y="1578"/>
                  </a:cubicBezTo>
                  <a:cubicBezTo>
                    <a:pt x="19350" y="2409"/>
                    <a:pt x="17025" y="3157"/>
                    <a:pt x="14100" y="3157"/>
                  </a:cubicBezTo>
                  <a:cubicBezTo>
                    <a:pt x="11250" y="3157"/>
                    <a:pt x="8850" y="2409"/>
                    <a:pt x="8850" y="1578"/>
                  </a:cubicBezTo>
                  <a:close/>
                  <a:moveTo>
                    <a:pt x="11625" y="1662"/>
                  </a:moveTo>
                  <a:cubicBezTo>
                    <a:pt x="16200" y="1994"/>
                    <a:pt x="16200" y="1994"/>
                    <a:pt x="16200" y="1994"/>
                  </a:cubicBezTo>
                  <a:cubicBezTo>
                    <a:pt x="16350" y="1662"/>
                    <a:pt x="16350" y="1662"/>
                    <a:pt x="16350" y="1662"/>
                  </a:cubicBezTo>
                  <a:cubicBezTo>
                    <a:pt x="16200" y="1662"/>
                    <a:pt x="16200" y="1662"/>
                    <a:pt x="16200" y="1662"/>
                  </a:cubicBezTo>
                  <a:cubicBezTo>
                    <a:pt x="15975" y="1662"/>
                    <a:pt x="15675" y="1578"/>
                    <a:pt x="15750" y="1246"/>
                  </a:cubicBezTo>
                  <a:cubicBezTo>
                    <a:pt x="15825" y="1163"/>
                    <a:pt x="15825" y="1163"/>
                    <a:pt x="15825" y="1163"/>
                  </a:cubicBezTo>
                  <a:cubicBezTo>
                    <a:pt x="15000" y="1080"/>
                    <a:pt x="15000" y="1080"/>
                    <a:pt x="15000" y="1080"/>
                  </a:cubicBezTo>
                  <a:cubicBezTo>
                    <a:pt x="14925" y="1246"/>
                    <a:pt x="14925" y="1246"/>
                    <a:pt x="14925" y="1246"/>
                  </a:cubicBezTo>
                  <a:cubicBezTo>
                    <a:pt x="14850" y="1329"/>
                    <a:pt x="14850" y="1412"/>
                    <a:pt x="14850" y="1495"/>
                  </a:cubicBezTo>
                  <a:cubicBezTo>
                    <a:pt x="11775" y="1246"/>
                    <a:pt x="11775" y="1246"/>
                    <a:pt x="11775" y="1246"/>
                  </a:cubicBezTo>
                  <a:lnTo>
                    <a:pt x="11625" y="1662"/>
                  </a:lnTo>
                  <a:close/>
                  <a:moveTo>
                    <a:pt x="14100" y="7228"/>
                  </a:moveTo>
                  <a:cubicBezTo>
                    <a:pt x="17025" y="7228"/>
                    <a:pt x="19350" y="6563"/>
                    <a:pt x="19350" y="5649"/>
                  </a:cubicBezTo>
                  <a:cubicBezTo>
                    <a:pt x="19350" y="3988"/>
                    <a:pt x="19350" y="3988"/>
                    <a:pt x="19350" y="3988"/>
                  </a:cubicBezTo>
                  <a:cubicBezTo>
                    <a:pt x="19350" y="4902"/>
                    <a:pt x="17025" y="5566"/>
                    <a:pt x="14100" y="5566"/>
                  </a:cubicBezTo>
                  <a:cubicBezTo>
                    <a:pt x="13050" y="5566"/>
                    <a:pt x="12075" y="5483"/>
                    <a:pt x="11250" y="5317"/>
                  </a:cubicBezTo>
                  <a:cubicBezTo>
                    <a:pt x="11250" y="6563"/>
                    <a:pt x="11250" y="6563"/>
                    <a:pt x="11250" y="6563"/>
                  </a:cubicBezTo>
                  <a:cubicBezTo>
                    <a:pt x="11250" y="6646"/>
                    <a:pt x="11175" y="6812"/>
                    <a:pt x="11175" y="6978"/>
                  </a:cubicBezTo>
                  <a:cubicBezTo>
                    <a:pt x="11250" y="6978"/>
                    <a:pt x="11250" y="6978"/>
                    <a:pt x="11250" y="6978"/>
                  </a:cubicBezTo>
                  <a:cubicBezTo>
                    <a:pt x="11250" y="6978"/>
                    <a:pt x="11250" y="6978"/>
                    <a:pt x="11250" y="6978"/>
                  </a:cubicBezTo>
                  <a:cubicBezTo>
                    <a:pt x="12075" y="7145"/>
                    <a:pt x="13050" y="7228"/>
                    <a:pt x="14100" y="7228"/>
                  </a:cubicBezTo>
                  <a:close/>
                  <a:moveTo>
                    <a:pt x="11250" y="9055"/>
                  </a:moveTo>
                  <a:cubicBezTo>
                    <a:pt x="11250" y="9138"/>
                    <a:pt x="11250" y="9138"/>
                    <a:pt x="11250" y="9138"/>
                  </a:cubicBezTo>
                  <a:cubicBezTo>
                    <a:pt x="12075" y="9305"/>
                    <a:pt x="13050" y="9388"/>
                    <a:pt x="14100" y="9388"/>
                  </a:cubicBezTo>
                  <a:cubicBezTo>
                    <a:pt x="17025" y="9388"/>
                    <a:pt x="19350" y="8723"/>
                    <a:pt x="19350" y="7809"/>
                  </a:cubicBezTo>
                  <a:cubicBezTo>
                    <a:pt x="19350" y="6148"/>
                    <a:pt x="19350" y="6148"/>
                    <a:pt x="19350" y="6148"/>
                  </a:cubicBezTo>
                  <a:cubicBezTo>
                    <a:pt x="19350" y="6978"/>
                    <a:pt x="17025" y="7726"/>
                    <a:pt x="14100" y="7726"/>
                  </a:cubicBezTo>
                  <a:cubicBezTo>
                    <a:pt x="13050" y="7726"/>
                    <a:pt x="12075" y="7643"/>
                    <a:pt x="11250" y="7477"/>
                  </a:cubicBezTo>
                  <a:cubicBezTo>
                    <a:pt x="11250" y="8640"/>
                    <a:pt x="11250" y="8640"/>
                    <a:pt x="11250" y="8640"/>
                  </a:cubicBezTo>
                  <a:cubicBezTo>
                    <a:pt x="11250" y="8806"/>
                    <a:pt x="11175" y="8972"/>
                    <a:pt x="11175" y="9055"/>
                  </a:cubicBezTo>
                  <a:lnTo>
                    <a:pt x="11250" y="9055"/>
                  </a:lnTo>
                  <a:close/>
                  <a:moveTo>
                    <a:pt x="19350" y="9720"/>
                  </a:moveTo>
                  <a:cubicBezTo>
                    <a:pt x="19350" y="8225"/>
                    <a:pt x="19350" y="8225"/>
                    <a:pt x="19350" y="8225"/>
                  </a:cubicBezTo>
                  <a:cubicBezTo>
                    <a:pt x="19350" y="8723"/>
                    <a:pt x="18525" y="9222"/>
                    <a:pt x="17175" y="9471"/>
                  </a:cubicBezTo>
                  <a:cubicBezTo>
                    <a:pt x="17775" y="9554"/>
                    <a:pt x="18525" y="9554"/>
                    <a:pt x="19350" y="9720"/>
                  </a:cubicBezTo>
                  <a:close/>
                  <a:moveTo>
                    <a:pt x="11250" y="10551"/>
                  </a:moveTo>
                  <a:cubicBezTo>
                    <a:pt x="11700" y="10218"/>
                    <a:pt x="12450" y="9969"/>
                    <a:pt x="13275" y="9803"/>
                  </a:cubicBezTo>
                  <a:cubicBezTo>
                    <a:pt x="12525" y="9720"/>
                    <a:pt x="11850" y="9637"/>
                    <a:pt x="11250" y="9554"/>
                  </a:cubicBezTo>
                  <a:lnTo>
                    <a:pt x="11250" y="10551"/>
                  </a:lnTo>
                  <a:close/>
                  <a:moveTo>
                    <a:pt x="16350" y="13625"/>
                  </a:moveTo>
                  <a:cubicBezTo>
                    <a:pt x="13500" y="13625"/>
                    <a:pt x="11175" y="12877"/>
                    <a:pt x="11175" y="12046"/>
                  </a:cubicBezTo>
                  <a:cubicBezTo>
                    <a:pt x="11175" y="13708"/>
                    <a:pt x="11175" y="13708"/>
                    <a:pt x="11175" y="13708"/>
                  </a:cubicBezTo>
                  <a:cubicBezTo>
                    <a:pt x="11175" y="14538"/>
                    <a:pt x="13500" y="15286"/>
                    <a:pt x="16350" y="15286"/>
                  </a:cubicBezTo>
                  <a:cubicBezTo>
                    <a:pt x="19275" y="15286"/>
                    <a:pt x="21600" y="14538"/>
                    <a:pt x="21600" y="13708"/>
                  </a:cubicBezTo>
                  <a:cubicBezTo>
                    <a:pt x="21600" y="12046"/>
                    <a:pt x="21600" y="12046"/>
                    <a:pt x="21600" y="12046"/>
                  </a:cubicBezTo>
                  <a:cubicBezTo>
                    <a:pt x="21600" y="12877"/>
                    <a:pt x="19275" y="13625"/>
                    <a:pt x="16350" y="13625"/>
                  </a:cubicBezTo>
                  <a:close/>
                  <a:moveTo>
                    <a:pt x="16350" y="10135"/>
                  </a:moveTo>
                  <a:cubicBezTo>
                    <a:pt x="19275" y="10135"/>
                    <a:pt x="21600" y="10800"/>
                    <a:pt x="21600" y="11714"/>
                  </a:cubicBezTo>
                  <a:cubicBezTo>
                    <a:pt x="21600" y="12545"/>
                    <a:pt x="19275" y="13292"/>
                    <a:pt x="16350" y="13292"/>
                  </a:cubicBezTo>
                  <a:cubicBezTo>
                    <a:pt x="13500" y="13292"/>
                    <a:pt x="11175" y="12545"/>
                    <a:pt x="11175" y="11714"/>
                  </a:cubicBezTo>
                  <a:cubicBezTo>
                    <a:pt x="11175" y="10800"/>
                    <a:pt x="13500" y="10135"/>
                    <a:pt x="16350" y="10135"/>
                  </a:cubicBezTo>
                  <a:close/>
                  <a:moveTo>
                    <a:pt x="17175" y="11631"/>
                  </a:moveTo>
                  <a:cubicBezTo>
                    <a:pt x="14025" y="11382"/>
                    <a:pt x="14025" y="11382"/>
                    <a:pt x="14025" y="11382"/>
                  </a:cubicBezTo>
                  <a:cubicBezTo>
                    <a:pt x="13875" y="11797"/>
                    <a:pt x="13875" y="11797"/>
                    <a:pt x="13875" y="11797"/>
                  </a:cubicBezTo>
                  <a:cubicBezTo>
                    <a:pt x="18450" y="12129"/>
                    <a:pt x="18450" y="12129"/>
                    <a:pt x="18450" y="12129"/>
                  </a:cubicBezTo>
                  <a:cubicBezTo>
                    <a:pt x="18600" y="11797"/>
                    <a:pt x="18600" y="11797"/>
                    <a:pt x="18600" y="11797"/>
                  </a:cubicBezTo>
                  <a:cubicBezTo>
                    <a:pt x="18450" y="11797"/>
                    <a:pt x="18450" y="11797"/>
                    <a:pt x="18450" y="11797"/>
                  </a:cubicBezTo>
                  <a:cubicBezTo>
                    <a:pt x="18225" y="11797"/>
                    <a:pt x="17925" y="11714"/>
                    <a:pt x="18075" y="11382"/>
                  </a:cubicBezTo>
                  <a:cubicBezTo>
                    <a:pt x="18075" y="11298"/>
                    <a:pt x="18075" y="11298"/>
                    <a:pt x="18075" y="11298"/>
                  </a:cubicBezTo>
                  <a:cubicBezTo>
                    <a:pt x="17250" y="11215"/>
                    <a:pt x="17250" y="11215"/>
                    <a:pt x="17250" y="11215"/>
                  </a:cubicBezTo>
                  <a:cubicBezTo>
                    <a:pt x="17175" y="11382"/>
                    <a:pt x="17175" y="11382"/>
                    <a:pt x="17175" y="11382"/>
                  </a:cubicBezTo>
                  <a:cubicBezTo>
                    <a:pt x="17175" y="11465"/>
                    <a:pt x="17100" y="11548"/>
                    <a:pt x="17175" y="11631"/>
                  </a:cubicBezTo>
                  <a:close/>
                  <a:moveTo>
                    <a:pt x="16350" y="15702"/>
                  </a:moveTo>
                  <a:cubicBezTo>
                    <a:pt x="13500" y="15702"/>
                    <a:pt x="11175" y="15037"/>
                    <a:pt x="11175" y="14123"/>
                  </a:cubicBezTo>
                  <a:cubicBezTo>
                    <a:pt x="11175" y="15785"/>
                    <a:pt x="11175" y="15785"/>
                    <a:pt x="11175" y="15785"/>
                  </a:cubicBezTo>
                  <a:cubicBezTo>
                    <a:pt x="11175" y="16698"/>
                    <a:pt x="13500" y="17363"/>
                    <a:pt x="16350" y="17363"/>
                  </a:cubicBezTo>
                  <a:cubicBezTo>
                    <a:pt x="19275" y="17363"/>
                    <a:pt x="21600" y="16698"/>
                    <a:pt x="21600" y="15785"/>
                  </a:cubicBezTo>
                  <a:cubicBezTo>
                    <a:pt x="21600" y="14123"/>
                    <a:pt x="21600" y="14123"/>
                    <a:pt x="21600" y="14123"/>
                  </a:cubicBezTo>
                  <a:cubicBezTo>
                    <a:pt x="21600" y="15037"/>
                    <a:pt x="19275" y="15702"/>
                    <a:pt x="16350" y="15702"/>
                  </a:cubicBezTo>
                  <a:close/>
                  <a:moveTo>
                    <a:pt x="16350" y="17862"/>
                  </a:moveTo>
                  <a:cubicBezTo>
                    <a:pt x="13500" y="17862"/>
                    <a:pt x="11175" y="17114"/>
                    <a:pt x="11175" y="16283"/>
                  </a:cubicBezTo>
                  <a:cubicBezTo>
                    <a:pt x="11175" y="17945"/>
                    <a:pt x="11175" y="17945"/>
                    <a:pt x="11175" y="17945"/>
                  </a:cubicBezTo>
                  <a:cubicBezTo>
                    <a:pt x="11175" y="18858"/>
                    <a:pt x="13500" y="19523"/>
                    <a:pt x="16350" y="19523"/>
                  </a:cubicBezTo>
                  <a:cubicBezTo>
                    <a:pt x="19275" y="19523"/>
                    <a:pt x="21600" y="18858"/>
                    <a:pt x="21600" y="17945"/>
                  </a:cubicBezTo>
                  <a:cubicBezTo>
                    <a:pt x="21600" y="16283"/>
                    <a:pt x="21600" y="16283"/>
                    <a:pt x="21600" y="16283"/>
                  </a:cubicBezTo>
                  <a:cubicBezTo>
                    <a:pt x="21600" y="17114"/>
                    <a:pt x="19275" y="17862"/>
                    <a:pt x="16350" y="17862"/>
                  </a:cubicBezTo>
                  <a:close/>
                  <a:moveTo>
                    <a:pt x="16350" y="19938"/>
                  </a:moveTo>
                  <a:cubicBezTo>
                    <a:pt x="13500" y="19938"/>
                    <a:pt x="11175" y="19191"/>
                    <a:pt x="11175" y="18360"/>
                  </a:cubicBezTo>
                  <a:cubicBezTo>
                    <a:pt x="11175" y="20022"/>
                    <a:pt x="11175" y="20022"/>
                    <a:pt x="11175" y="20022"/>
                  </a:cubicBezTo>
                  <a:cubicBezTo>
                    <a:pt x="11175" y="20935"/>
                    <a:pt x="13500" y="21600"/>
                    <a:pt x="16350" y="21600"/>
                  </a:cubicBezTo>
                  <a:cubicBezTo>
                    <a:pt x="19275" y="21600"/>
                    <a:pt x="21600" y="20935"/>
                    <a:pt x="21600" y="20022"/>
                  </a:cubicBezTo>
                  <a:cubicBezTo>
                    <a:pt x="21600" y="18360"/>
                    <a:pt x="21600" y="18360"/>
                    <a:pt x="21600" y="18360"/>
                  </a:cubicBezTo>
                  <a:cubicBezTo>
                    <a:pt x="21600" y="19191"/>
                    <a:pt x="19275" y="19938"/>
                    <a:pt x="16350" y="19938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</p:grpSp>
      <p:grpSp>
        <p:nvGrpSpPr>
          <p:cNvPr id="980" name="组合 12"/>
          <p:cNvGrpSpPr/>
          <p:nvPr/>
        </p:nvGrpSpPr>
        <p:grpSpPr>
          <a:xfrm>
            <a:off x="3589337" y="1062037"/>
            <a:ext cx="839789" cy="839789"/>
            <a:chOff x="0" y="0"/>
            <a:chExt cx="839787" cy="839787"/>
          </a:xfrm>
        </p:grpSpPr>
        <p:sp>
          <p:nvSpPr>
            <p:cNvPr id="975" name="椭圆 13"/>
            <p:cNvSpPr/>
            <p:nvPr/>
          </p:nvSpPr>
          <p:spPr>
            <a:xfrm>
              <a:off x="0" y="0"/>
              <a:ext cx="839788" cy="839788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grpSp>
          <p:nvGrpSpPr>
            <p:cNvPr id="979" name="组合 14"/>
            <p:cNvGrpSpPr/>
            <p:nvPr/>
          </p:nvGrpSpPr>
          <p:grpSpPr>
            <a:xfrm>
              <a:off x="187836" y="224750"/>
              <a:ext cx="519010" cy="362028"/>
              <a:chOff x="0" y="0"/>
              <a:chExt cx="519008" cy="362027"/>
            </a:xfrm>
          </p:grpSpPr>
          <p:sp>
            <p:nvSpPr>
              <p:cNvPr id="976" name="Freeform 51"/>
              <p:cNvSpPr/>
              <p:nvPr/>
            </p:nvSpPr>
            <p:spPr>
              <a:xfrm>
                <a:off x="6700" y="0"/>
                <a:ext cx="481285" cy="3084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41" y="21600"/>
                    </a:moveTo>
                    <a:cubicBezTo>
                      <a:pt x="20559" y="21600"/>
                      <a:pt x="20559" y="21600"/>
                      <a:pt x="20559" y="21600"/>
                    </a:cubicBezTo>
                    <a:cubicBezTo>
                      <a:pt x="21145" y="21600"/>
                      <a:pt x="21600" y="20887"/>
                      <a:pt x="21600" y="19970"/>
                    </a:cubicBezTo>
                    <a:cubicBezTo>
                      <a:pt x="21600" y="1630"/>
                      <a:pt x="21600" y="1630"/>
                      <a:pt x="21600" y="1630"/>
                    </a:cubicBezTo>
                    <a:cubicBezTo>
                      <a:pt x="21600" y="713"/>
                      <a:pt x="21145" y="0"/>
                      <a:pt x="20559" y="0"/>
                    </a:cubicBezTo>
                    <a:cubicBezTo>
                      <a:pt x="1561" y="0"/>
                      <a:pt x="1561" y="0"/>
                      <a:pt x="1561" y="0"/>
                    </a:cubicBezTo>
                    <a:cubicBezTo>
                      <a:pt x="976" y="0"/>
                      <a:pt x="0" y="713"/>
                      <a:pt x="0" y="1630"/>
                    </a:cubicBezTo>
                    <a:cubicBezTo>
                      <a:pt x="0" y="19970"/>
                      <a:pt x="0" y="19970"/>
                      <a:pt x="0" y="19970"/>
                    </a:cubicBezTo>
                    <a:cubicBezTo>
                      <a:pt x="0" y="20887"/>
                      <a:pt x="455" y="21600"/>
                      <a:pt x="1041" y="21600"/>
                    </a:cubicBezTo>
                    <a:close/>
                    <a:moveTo>
                      <a:pt x="1431" y="2343"/>
                    </a:moveTo>
                    <a:cubicBezTo>
                      <a:pt x="1496" y="2242"/>
                      <a:pt x="1561" y="2242"/>
                      <a:pt x="1561" y="2242"/>
                    </a:cubicBezTo>
                    <a:cubicBezTo>
                      <a:pt x="20169" y="2242"/>
                      <a:pt x="20169" y="2242"/>
                      <a:pt x="20169" y="2242"/>
                    </a:cubicBezTo>
                    <a:cubicBezTo>
                      <a:pt x="20169" y="19358"/>
                      <a:pt x="20169" y="19358"/>
                      <a:pt x="20169" y="19358"/>
                    </a:cubicBezTo>
                    <a:cubicBezTo>
                      <a:pt x="1431" y="19358"/>
                      <a:pt x="1431" y="19358"/>
                      <a:pt x="1431" y="19358"/>
                    </a:cubicBezTo>
                    <a:lnTo>
                      <a:pt x="1431" y="234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262626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977" name="Freeform 52"/>
              <p:cNvSpPr/>
              <p:nvPr/>
            </p:nvSpPr>
            <p:spPr>
              <a:xfrm>
                <a:off x="105333" y="94309"/>
                <a:ext cx="318750" cy="1296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2" h="21600" extrusionOk="0">
                    <a:moveTo>
                      <a:pt x="21472" y="2184"/>
                    </a:moveTo>
                    <a:cubicBezTo>
                      <a:pt x="21472" y="2184"/>
                      <a:pt x="21472" y="2184"/>
                      <a:pt x="21472" y="2184"/>
                    </a:cubicBezTo>
                    <a:cubicBezTo>
                      <a:pt x="21472" y="2184"/>
                      <a:pt x="21472" y="2184"/>
                      <a:pt x="21472" y="2184"/>
                    </a:cubicBezTo>
                    <a:cubicBezTo>
                      <a:pt x="21472" y="2184"/>
                      <a:pt x="21472" y="1942"/>
                      <a:pt x="21374" y="1699"/>
                    </a:cubicBezTo>
                    <a:cubicBezTo>
                      <a:pt x="21374" y="1699"/>
                      <a:pt x="21374" y="1699"/>
                      <a:pt x="21374" y="1456"/>
                    </a:cubicBezTo>
                    <a:cubicBezTo>
                      <a:pt x="21374" y="1456"/>
                      <a:pt x="21374" y="1456"/>
                      <a:pt x="21374" y="1213"/>
                    </a:cubicBezTo>
                    <a:cubicBezTo>
                      <a:pt x="21277" y="1213"/>
                      <a:pt x="21277" y="1213"/>
                      <a:pt x="21277" y="971"/>
                    </a:cubicBezTo>
                    <a:cubicBezTo>
                      <a:pt x="21277" y="971"/>
                      <a:pt x="21277" y="971"/>
                      <a:pt x="21179" y="728"/>
                    </a:cubicBezTo>
                    <a:cubicBezTo>
                      <a:pt x="21179" y="728"/>
                      <a:pt x="21179" y="728"/>
                      <a:pt x="21081" y="728"/>
                    </a:cubicBezTo>
                    <a:cubicBezTo>
                      <a:pt x="21081" y="728"/>
                      <a:pt x="21081" y="485"/>
                      <a:pt x="21081" y="485"/>
                    </a:cubicBezTo>
                    <a:cubicBezTo>
                      <a:pt x="20886" y="243"/>
                      <a:pt x="20788" y="243"/>
                      <a:pt x="20690" y="0"/>
                    </a:cubicBezTo>
                    <a:cubicBezTo>
                      <a:pt x="20690" y="0"/>
                      <a:pt x="20592" y="0"/>
                      <a:pt x="20592" y="0"/>
                    </a:cubicBezTo>
                    <a:cubicBezTo>
                      <a:pt x="20592" y="0"/>
                      <a:pt x="20495" y="0"/>
                      <a:pt x="20495" y="0"/>
                    </a:cubicBezTo>
                    <a:cubicBezTo>
                      <a:pt x="20397" y="0"/>
                      <a:pt x="20299" y="0"/>
                      <a:pt x="20299" y="0"/>
                    </a:cubicBezTo>
                    <a:cubicBezTo>
                      <a:pt x="20299" y="0"/>
                      <a:pt x="20299" y="0"/>
                      <a:pt x="20201" y="0"/>
                    </a:cubicBezTo>
                    <a:cubicBezTo>
                      <a:pt x="20201" y="0"/>
                      <a:pt x="20201" y="0"/>
                      <a:pt x="20201" y="0"/>
                    </a:cubicBezTo>
                    <a:cubicBezTo>
                      <a:pt x="20201" y="0"/>
                      <a:pt x="20201" y="0"/>
                      <a:pt x="20201" y="0"/>
                    </a:cubicBezTo>
                    <a:cubicBezTo>
                      <a:pt x="17953" y="971"/>
                      <a:pt x="17953" y="971"/>
                      <a:pt x="17953" y="971"/>
                    </a:cubicBezTo>
                    <a:cubicBezTo>
                      <a:pt x="17953" y="971"/>
                      <a:pt x="17953" y="971"/>
                      <a:pt x="17953" y="971"/>
                    </a:cubicBezTo>
                    <a:cubicBezTo>
                      <a:pt x="17953" y="971"/>
                      <a:pt x="17856" y="971"/>
                      <a:pt x="17856" y="971"/>
                    </a:cubicBezTo>
                    <a:cubicBezTo>
                      <a:pt x="17758" y="971"/>
                      <a:pt x="17758" y="971"/>
                      <a:pt x="17758" y="971"/>
                    </a:cubicBezTo>
                    <a:cubicBezTo>
                      <a:pt x="17660" y="1213"/>
                      <a:pt x="17660" y="1213"/>
                      <a:pt x="17660" y="1213"/>
                    </a:cubicBezTo>
                    <a:cubicBezTo>
                      <a:pt x="17562" y="1213"/>
                      <a:pt x="17562" y="1213"/>
                      <a:pt x="17562" y="1213"/>
                    </a:cubicBezTo>
                    <a:cubicBezTo>
                      <a:pt x="17562" y="1456"/>
                      <a:pt x="17562" y="1456"/>
                      <a:pt x="17465" y="1456"/>
                    </a:cubicBezTo>
                    <a:cubicBezTo>
                      <a:pt x="17465" y="1456"/>
                      <a:pt x="17465" y="1456"/>
                      <a:pt x="17465" y="1456"/>
                    </a:cubicBezTo>
                    <a:cubicBezTo>
                      <a:pt x="17465" y="1456"/>
                      <a:pt x="17367" y="1699"/>
                      <a:pt x="17367" y="1699"/>
                    </a:cubicBezTo>
                    <a:cubicBezTo>
                      <a:pt x="17367" y="1699"/>
                      <a:pt x="17367" y="1699"/>
                      <a:pt x="17269" y="1942"/>
                    </a:cubicBezTo>
                    <a:cubicBezTo>
                      <a:pt x="17269" y="1942"/>
                      <a:pt x="17269" y="1942"/>
                      <a:pt x="17269" y="2184"/>
                    </a:cubicBezTo>
                    <a:cubicBezTo>
                      <a:pt x="17269" y="2184"/>
                      <a:pt x="17172" y="2184"/>
                      <a:pt x="17172" y="2184"/>
                    </a:cubicBezTo>
                    <a:cubicBezTo>
                      <a:pt x="17172" y="2427"/>
                      <a:pt x="17172" y="2427"/>
                      <a:pt x="17172" y="2427"/>
                    </a:cubicBezTo>
                    <a:cubicBezTo>
                      <a:pt x="17172" y="2670"/>
                      <a:pt x="17172" y="2670"/>
                      <a:pt x="17172" y="2670"/>
                    </a:cubicBezTo>
                    <a:cubicBezTo>
                      <a:pt x="17074" y="2912"/>
                      <a:pt x="17074" y="2912"/>
                      <a:pt x="17074" y="2912"/>
                    </a:cubicBezTo>
                    <a:cubicBezTo>
                      <a:pt x="17074" y="3155"/>
                      <a:pt x="17074" y="3155"/>
                      <a:pt x="17074" y="3155"/>
                    </a:cubicBezTo>
                    <a:cubicBezTo>
                      <a:pt x="17074" y="3398"/>
                      <a:pt x="17074" y="3398"/>
                      <a:pt x="17074" y="3640"/>
                    </a:cubicBezTo>
                    <a:cubicBezTo>
                      <a:pt x="17074" y="3640"/>
                      <a:pt x="17074" y="3640"/>
                      <a:pt x="17074" y="3883"/>
                    </a:cubicBezTo>
                    <a:cubicBezTo>
                      <a:pt x="17074" y="3883"/>
                      <a:pt x="17074" y="3883"/>
                      <a:pt x="17074" y="3883"/>
                    </a:cubicBezTo>
                    <a:cubicBezTo>
                      <a:pt x="17074" y="3883"/>
                      <a:pt x="17074" y="4126"/>
                      <a:pt x="17074" y="4126"/>
                    </a:cubicBezTo>
                    <a:cubicBezTo>
                      <a:pt x="17074" y="4126"/>
                      <a:pt x="17074" y="4126"/>
                      <a:pt x="17172" y="4369"/>
                    </a:cubicBezTo>
                    <a:cubicBezTo>
                      <a:pt x="17172" y="4369"/>
                      <a:pt x="17172" y="4369"/>
                      <a:pt x="17172" y="4611"/>
                    </a:cubicBezTo>
                    <a:cubicBezTo>
                      <a:pt x="17172" y="4611"/>
                      <a:pt x="17172" y="4611"/>
                      <a:pt x="17172" y="4854"/>
                    </a:cubicBezTo>
                    <a:cubicBezTo>
                      <a:pt x="17172" y="4854"/>
                      <a:pt x="17269" y="4854"/>
                      <a:pt x="17269" y="5097"/>
                    </a:cubicBezTo>
                    <a:cubicBezTo>
                      <a:pt x="17269" y="5097"/>
                      <a:pt x="17269" y="5097"/>
                      <a:pt x="17269" y="5097"/>
                    </a:cubicBezTo>
                    <a:cubicBezTo>
                      <a:pt x="17367" y="5339"/>
                      <a:pt x="17367" y="5339"/>
                      <a:pt x="17367" y="5339"/>
                    </a:cubicBezTo>
                    <a:cubicBezTo>
                      <a:pt x="11991" y="15533"/>
                      <a:pt x="11991" y="15533"/>
                      <a:pt x="11991" y="15533"/>
                    </a:cubicBezTo>
                    <a:cubicBezTo>
                      <a:pt x="7398" y="7281"/>
                      <a:pt x="7398" y="7281"/>
                      <a:pt x="7398" y="7281"/>
                    </a:cubicBezTo>
                    <a:cubicBezTo>
                      <a:pt x="7398" y="7281"/>
                      <a:pt x="7398" y="7281"/>
                      <a:pt x="7398" y="7281"/>
                    </a:cubicBezTo>
                    <a:cubicBezTo>
                      <a:pt x="7398" y="7281"/>
                      <a:pt x="7398" y="7281"/>
                      <a:pt x="7300" y="7038"/>
                    </a:cubicBezTo>
                    <a:cubicBezTo>
                      <a:pt x="7300" y="7038"/>
                      <a:pt x="7300" y="7038"/>
                      <a:pt x="7202" y="7038"/>
                    </a:cubicBezTo>
                    <a:cubicBezTo>
                      <a:pt x="7202" y="7038"/>
                      <a:pt x="7202" y="7038"/>
                      <a:pt x="7105" y="7038"/>
                    </a:cubicBezTo>
                    <a:cubicBezTo>
                      <a:pt x="7105" y="7038"/>
                      <a:pt x="7105" y="6796"/>
                      <a:pt x="7007" y="6796"/>
                    </a:cubicBezTo>
                    <a:cubicBezTo>
                      <a:pt x="7007" y="6796"/>
                      <a:pt x="7007" y="6796"/>
                      <a:pt x="7007" y="6796"/>
                    </a:cubicBezTo>
                    <a:cubicBezTo>
                      <a:pt x="6909" y="6796"/>
                      <a:pt x="6909" y="6796"/>
                      <a:pt x="6811" y="6796"/>
                    </a:cubicBezTo>
                    <a:cubicBezTo>
                      <a:pt x="6811" y="6796"/>
                      <a:pt x="6811" y="6796"/>
                      <a:pt x="6714" y="6796"/>
                    </a:cubicBezTo>
                    <a:cubicBezTo>
                      <a:pt x="6714" y="6796"/>
                      <a:pt x="6714" y="6796"/>
                      <a:pt x="6616" y="6796"/>
                    </a:cubicBezTo>
                    <a:cubicBezTo>
                      <a:pt x="6616" y="6796"/>
                      <a:pt x="6616" y="6796"/>
                      <a:pt x="6518" y="6796"/>
                    </a:cubicBezTo>
                    <a:cubicBezTo>
                      <a:pt x="6518" y="7038"/>
                      <a:pt x="6420" y="7038"/>
                      <a:pt x="6420" y="7038"/>
                    </a:cubicBezTo>
                    <a:cubicBezTo>
                      <a:pt x="6420" y="7038"/>
                      <a:pt x="6420" y="7038"/>
                      <a:pt x="6323" y="7038"/>
                    </a:cubicBezTo>
                    <a:cubicBezTo>
                      <a:pt x="6323" y="7038"/>
                      <a:pt x="6323" y="7281"/>
                      <a:pt x="6225" y="7281"/>
                    </a:cubicBezTo>
                    <a:cubicBezTo>
                      <a:pt x="6225" y="7281"/>
                      <a:pt x="6225" y="7281"/>
                      <a:pt x="6225" y="7281"/>
                    </a:cubicBezTo>
                    <a:cubicBezTo>
                      <a:pt x="458" y="16503"/>
                      <a:pt x="458" y="16503"/>
                      <a:pt x="458" y="16503"/>
                    </a:cubicBezTo>
                    <a:cubicBezTo>
                      <a:pt x="-30" y="17474"/>
                      <a:pt x="-128" y="19173"/>
                      <a:pt x="165" y="20387"/>
                    </a:cubicBezTo>
                    <a:cubicBezTo>
                      <a:pt x="361" y="21115"/>
                      <a:pt x="752" y="21600"/>
                      <a:pt x="1045" y="21600"/>
                    </a:cubicBezTo>
                    <a:cubicBezTo>
                      <a:pt x="1338" y="21600"/>
                      <a:pt x="1534" y="21357"/>
                      <a:pt x="1631" y="21115"/>
                    </a:cubicBezTo>
                    <a:cubicBezTo>
                      <a:pt x="6811" y="12620"/>
                      <a:pt x="6811" y="12620"/>
                      <a:pt x="6811" y="12620"/>
                    </a:cubicBezTo>
                    <a:cubicBezTo>
                      <a:pt x="11405" y="21115"/>
                      <a:pt x="11405" y="21115"/>
                      <a:pt x="11405" y="21115"/>
                    </a:cubicBezTo>
                    <a:cubicBezTo>
                      <a:pt x="11503" y="21115"/>
                      <a:pt x="11503" y="21115"/>
                      <a:pt x="11601" y="21115"/>
                    </a:cubicBezTo>
                    <a:cubicBezTo>
                      <a:pt x="11601" y="21357"/>
                      <a:pt x="11601" y="21357"/>
                      <a:pt x="11601" y="21357"/>
                    </a:cubicBezTo>
                    <a:cubicBezTo>
                      <a:pt x="11698" y="21357"/>
                      <a:pt x="11698" y="21357"/>
                      <a:pt x="11796" y="21357"/>
                    </a:cubicBezTo>
                    <a:cubicBezTo>
                      <a:pt x="11796" y="21357"/>
                      <a:pt x="11796" y="21357"/>
                      <a:pt x="11796" y="21357"/>
                    </a:cubicBezTo>
                    <a:cubicBezTo>
                      <a:pt x="11894" y="21357"/>
                      <a:pt x="11991" y="21600"/>
                      <a:pt x="12089" y="21600"/>
                    </a:cubicBezTo>
                    <a:cubicBezTo>
                      <a:pt x="12089" y="21600"/>
                      <a:pt x="12089" y="21600"/>
                      <a:pt x="12089" y="21600"/>
                    </a:cubicBezTo>
                    <a:cubicBezTo>
                      <a:pt x="12089" y="21600"/>
                      <a:pt x="12089" y="21600"/>
                      <a:pt x="12089" y="21600"/>
                    </a:cubicBezTo>
                    <a:cubicBezTo>
                      <a:pt x="12089" y="21600"/>
                      <a:pt x="12187" y="21357"/>
                      <a:pt x="12285" y="21357"/>
                    </a:cubicBezTo>
                    <a:cubicBezTo>
                      <a:pt x="12285" y="21357"/>
                      <a:pt x="12285" y="21357"/>
                      <a:pt x="12285" y="21357"/>
                    </a:cubicBezTo>
                    <a:cubicBezTo>
                      <a:pt x="12382" y="21357"/>
                      <a:pt x="12480" y="21357"/>
                      <a:pt x="12480" y="21357"/>
                    </a:cubicBezTo>
                    <a:cubicBezTo>
                      <a:pt x="12480" y="21115"/>
                      <a:pt x="12480" y="21115"/>
                      <a:pt x="12578" y="21115"/>
                    </a:cubicBezTo>
                    <a:cubicBezTo>
                      <a:pt x="12578" y="21115"/>
                      <a:pt x="12676" y="21115"/>
                      <a:pt x="12676" y="20872"/>
                    </a:cubicBezTo>
                    <a:cubicBezTo>
                      <a:pt x="18638" y="9465"/>
                      <a:pt x="18638" y="9465"/>
                      <a:pt x="18638" y="9465"/>
                    </a:cubicBezTo>
                    <a:cubicBezTo>
                      <a:pt x="18638" y="9708"/>
                      <a:pt x="18735" y="9708"/>
                      <a:pt x="18735" y="9708"/>
                    </a:cubicBezTo>
                    <a:cubicBezTo>
                      <a:pt x="18735" y="9708"/>
                      <a:pt x="18735" y="9951"/>
                      <a:pt x="18735" y="9951"/>
                    </a:cubicBezTo>
                    <a:cubicBezTo>
                      <a:pt x="18833" y="9951"/>
                      <a:pt x="18833" y="9951"/>
                      <a:pt x="18931" y="10193"/>
                    </a:cubicBezTo>
                    <a:cubicBezTo>
                      <a:pt x="18931" y="10193"/>
                      <a:pt x="18931" y="10193"/>
                      <a:pt x="19029" y="10193"/>
                    </a:cubicBezTo>
                    <a:cubicBezTo>
                      <a:pt x="19029" y="10193"/>
                      <a:pt x="19029" y="10193"/>
                      <a:pt x="19029" y="10193"/>
                    </a:cubicBezTo>
                    <a:cubicBezTo>
                      <a:pt x="19029" y="10193"/>
                      <a:pt x="19126" y="10193"/>
                      <a:pt x="19126" y="10436"/>
                    </a:cubicBezTo>
                    <a:cubicBezTo>
                      <a:pt x="19126" y="10436"/>
                      <a:pt x="19224" y="10436"/>
                      <a:pt x="19224" y="10436"/>
                    </a:cubicBezTo>
                    <a:cubicBezTo>
                      <a:pt x="19322" y="10436"/>
                      <a:pt x="19322" y="10436"/>
                      <a:pt x="19420" y="10436"/>
                    </a:cubicBezTo>
                    <a:cubicBezTo>
                      <a:pt x="19420" y="10436"/>
                      <a:pt x="19420" y="10436"/>
                      <a:pt x="19420" y="10436"/>
                    </a:cubicBezTo>
                    <a:cubicBezTo>
                      <a:pt x="19420" y="10436"/>
                      <a:pt x="19420" y="10436"/>
                      <a:pt x="19420" y="10436"/>
                    </a:cubicBezTo>
                    <a:cubicBezTo>
                      <a:pt x="19517" y="10436"/>
                      <a:pt x="19615" y="10436"/>
                      <a:pt x="19713" y="10436"/>
                    </a:cubicBezTo>
                    <a:cubicBezTo>
                      <a:pt x="19713" y="10436"/>
                      <a:pt x="19713" y="10436"/>
                      <a:pt x="19713" y="10436"/>
                    </a:cubicBezTo>
                    <a:cubicBezTo>
                      <a:pt x="19810" y="10193"/>
                      <a:pt x="19908" y="10193"/>
                      <a:pt x="20006" y="10193"/>
                    </a:cubicBezTo>
                    <a:cubicBezTo>
                      <a:pt x="20006" y="9951"/>
                      <a:pt x="20006" y="9951"/>
                      <a:pt x="20006" y="9951"/>
                    </a:cubicBezTo>
                    <a:cubicBezTo>
                      <a:pt x="20104" y="9951"/>
                      <a:pt x="20104" y="9951"/>
                      <a:pt x="20104" y="9951"/>
                    </a:cubicBezTo>
                    <a:cubicBezTo>
                      <a:pt x="20104" y="9951"/>
                      <a:pt x="20201" y="9708"/>
                      <a:pt x="20201" y="9708"/>
                    </a:cubicBezTo>
                    <a:cubicBezTo>
                      <a:pt x="20201" y="9708"/>
                      <a:pt x="20201" y="9465"/>
                      <a:pt x="20201" y="9465"/>
                    </a:cubicBezTo>
                    <a:cubicBezTo>
                      <a:pt x="20299" y="9465"/>
                      <a:pt x="20397" y="9222"/>
                      <a:pt x="20397" y="8980"/>
                    </a:cubicBezTo>
                    <a:cubicBezTo>
                      <a:pt x="20397" y="8980"/>
                      <a:pt x="20397" y="8980"/>
                      <a:pt x="20397" y="8980"/>
                    </a:cubicBezTo>
                    <a:cubicBezTo>
                      <a:pt x="21374" y="3883"/>
                      <a:pt x="21374" y="3883"/>
                      <a:pt x="21374" y="3883"/>
                    </a:cubicBezTo>
                    <a:cubicBezTo>
                      <a:pt x="21374" y="3883"/>
                      <a:pt x="21374" y="3883"/>
                      <a:pt x="21374" y="3883"/>
                    </a:cubicBezTo>
                    <a:cubicBezTo>
                      <a:pt x="21374" y="3883"/>
                      <a:pt x="21374" y="3883"/>
                      <a:pt x="21374" y="3883"/>
                    </a:cubicBezTo>
                    <a:cubicBezTo>
                      <a:pt x="21374" y="3640"/>
                      <a:pt x="21374" y="3640"/>
                      <a:pt x="21374" y="3640"/>
                    </a:cubicBezTo>
                    <a:cubicBezTo>
                      <a:pt x="21374" y="3640"/>
                      <a:pt x="21472" y="3398"/>
                      <a:pt x="21472" y="3398"/>
                    </a:cubicBezTo>
                    <a:cubicBezTo>
                      <a:pt x="21472" y="3155"/>
                      <a:pt x="21472" y="3155"/>
                      <a:pt x="21472" y="2912"/>
                    </a:cubicBezTo>
                    <a:cubicBezTo>
                      <a:pt x="21472" y="2912"/>
                      <a:pt x="21472" y="2912"/>
                      <a:pt x="21472" y="2670"/>
                    </a:cubicBezTo>
                    <a:cubicBezTo>
                      <a:pt x="21472" y="2670"/>
                      <a:pt x="21472" y="2427"/>
                      <a:pt x="21472" y="21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262626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978" name="Freeform 53"/>
              <p:cNvSpPr/>
              <p:nvPr/>
            </p:nvSpPr>
            <p:spPr>
              <a:xfrm>
                <a:off x="-1" y="330388"/>
                <a:ext cx="519010" cy="316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36" y="0"/>
                    </a:moveTo>
                    <a:cubicBezTo>
                      <a:pt x="664" y="0"/>
                      <a:pt x="664" y="0"/>
                      <a:pt x="664" y="0"/>
                    </a:cubicBezTo>
                    <a:cubicBezTo>
                      <a:pt x="302" y="0"/>
                      <a:pt x="0" y="4909"/>
                      <a:pt x="0" y="10800"/>
                    </a:cubicBezTo>
                    <a:cubicBezTo>
                      <a:pt x="0" y="16691"/>
                      <a:pt x="302" y="21600"/>
                      <a:pt x="664" y="21600"/>
                    </a:cubicBezTo>
                    <a:cubicBezTo>
                      <a:pt x="20936" y="21600"/>
                      <a:pt x="20936" y="21600"/>
                      <a:pt x="20936" y="21600"/>
                    </a:cubicBezTo>
                    <a:cubicBezTo>
                      <a:pt x="21298" y="21600"/>
                      <a:pt x="21600" y="16691"/>
                      <a:pt x="21600" y="10800"/>
                    </a:cubicBezTo>
                    <a:cubicBezTo>
                      <a:pt x="21600" y="4909"/>
                      <a:pt x="21298" y="0"/>
                      <a:pt x="20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262626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</p:grpSp>
      </p:grpSp>
      <p:grpSp>
        <p:nvGrpSpPr>
          <p:cNvPr id="983" name="组合 18"/>
          <p:cNvGrpSpPr/>
          <p:nvPr/>
        </p:nvGrpSpPr>
        <p:grpSpPr>
          <a:xfrm>
            <a:off x="3589337" y="3084513"/>
            <a:ext cx="839789" cy="839789"/>
            <a:chOff x="0" y="0"/>
            <a:chExt cx="839787" cy="839787"/>
          </a:xfrm>
        </p:grpSpPr>
        <p:sp>
          <p:nvSpPr>
            <p:cNvPr id="981" name="椭圆 19"/>
            <p:cNvSpPr/>
            <p:nvPr/>
          </p:nvSpPr>
          <p:spPr>
            <a:xfrm>
              <a:off x="0" y="0"/>
              <a:ext cx="839788" cy="839788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982" name="Freeform 5"/>
            <p:cNvSpPr/>
            <p:nvPr/>
          </p:nvSpPr>
          <p:spPr>
            <a:xfrm>
              <a:off x="120650" y="200025"/>
              <a:ext cx="601663" cy="377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29" y="8667"/>
                  </a:moveTo>
                  <a:cubicBezTo>
                    <a:pt x="17529" y="3867"/>
                    <a:pt x="15120" y="0"/>
                    <a:pt x="12129" y="0"/>
                  </a:cubicBezTo>
                  <a:cubicBezTo>
                    <a:pt x="10135" y="0"/>
                    <a:pt x="8391" y="1733"/>
                    <a:pt x="7477" y="4400"/>
                  </a:cubicBezTo>
                  <a:cubicBezTo>
                    <a:pt x="7228" y="4400"/>
                    <a:pt x="6978" y="4267"/>
                    <a:pt x="6729" y="4267"/>
                  </a:cubicBezTo>
                  <a:cubicBezTo>
                    <a:pt x="4902" y="4267"/>
                    <a:pt x="3406" y="6267"/>
                    <a:pt x="2908" y="8933"/>
                  </a:cubicBezTo>
                  <a:cubicBezTo>
                    <a:pt x="1246" y="9733"/>
                    <a:pt x="0" y="12267"/>
                    <a:pt x="0" y="15200"/>
                  </a:cubicBezTo>
                  <a:cubicBezTo>
                    <a:pt x="0" y="18667"/>
                    <a:pt x="1828" y="21600"/>
                    <a:pt x="4071" y="21600"/>
                  </a:cubicBezTo>
                  <a:cubicBezTo>
                    <a:pt x="17529" y="21600"/>
                    <a:pt x="17529" y="21600"/>
                    <a:pt x="17529" y="21600"/>
                  </a:cubicBezTo>
                  <a:cubicBezTo>
                    <a:pt x="19772" y="21600"/>
                    <a:pt x="21600" y="18667"/>
                    <a:pt x="21600" y="15200"/>
                  </a:cubicBezTo>
                  <a:cubicBezTo>
                    <a:pt x="21600" y="11600"/>
                    <a:pt x="19772" y="8667"/>
                    <a:pt x="17529" y="8667"/>
                  </a:cubicBezTo>
                  <a:close/>
                  <a:moveTo>
                    <a:pt x="10800" y="19467"/>
                  </a:moveTo>
                  <a:cubicBezTo>
                    <a:pt x="6729" y="10800"/>
                    <a:pt x="6729" y="10800"/>
                    <a:pt x="6729" y="10800"/>
                  </a:cubicBezTo>
                  <a:cubicBezTo>
                    <a:pt x="9471" y="10800"/>
                    <a:pt x="9471" y="10800"/>
                    <a:pt x="9471" y="10800"/>
                  </a:cubicBezTo>
                  <a:cubicBezTo>
                    <a:pt x="9471" y="4267"/>
                    <a:pt x="9471" y="4267"/>
                    <a:pt x="9471" y="4267"/>
                  </a:cubicBezTo>
                  <a:cubicBezTo>
                    <a:pt x="12129" y="4267"/>
                    <a:pt x="12129" y="4267"/>
                    <a:pt x="12129" y="4267"/>
                  </a:cubicBezTo>
                  <a:cubicBezTo>
                    <a:pt x="12129" y="10800"/>
                    <a:pt x="12129" y="10800"/>
                    <a:pt x="12129" y="10800"/>
                  </a:cubicBezTo>
                  <a:cubicBezTo>
                    <a:pt x="14871" y="10800"/>
                    <a:pt x="14871" y="10800"/>
                    <a:pt x="14871" y="10800"/>
                  </a:cubicBezTo>
                  <a:lnTo>
                    <a:pt x="10800" y="19467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</p:grpSp>
      <p:grpSp>
        <p:nvGrpSpPr>
          <p:cNvPr id="989" name="组合 21"/>
          <p:cNvGrpSpPr/>
          <p:nvPr/>
        </p:nvGrpSpPr>
        <p:grpSpPr>
          <a:xfrm>
            <a:off x="5842000" y="1047750"/>
            <a:ext cx="839788" cy="839788"/>
            <a:chOff x="0" y="0"/>
            <a:chExt cx="839787" cy="839787"/>
          </a:xfrm>
        </p:grpSpPr>
        <p:sp>
          <p:nvSpPr>
            <p:cNvPr id="984" name="椭圆 22"/>
            <p:cNvSpPr/>
            <p:nvPr/>
          </p:nvSpPr>
          <p:spPr>
            <a:xfrm>
              <a:off x="0" y="0"/>
              <a:ext cx="839788" cy="839788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grpSp>
          <p:nvGrpSpPr>
            <p:cNvPr id="988" name="组合 23"/>
            <p:cNvGrpSpPr/>
            <p:nvPr/>
          </p:nvGrpSpPr>
          <p:grpSpPr>
            <a:xfrm>
              <a:off x="238124" y="252413"/>
              <a:ext cx="360168" cy="358610"/>
              <a:chOff x="0" y="0"/>
              <a:chExt cx="360167" cy="358608"/>
            </a:xfrm>
          </p:grpSpPr>
          <p:sp>
            <p:nvSpPr>
              <p:cNvPr id="985" name="Freeform 9"/>
              <p:cNvSpPr/>
              <p:nvPr/>
            </p:nvSpPr>
            <p:spPr>
              <a:xfrm>
                <a:off x="219075" y="220661"/>
                <a:ext cx="141093" cy="1379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96" h="21089" extrusionOk="0">
                    <a:moveTo>
                      <a:pt x="19584" y="12259"/>
                    </a:moveTo>
                    <a:cubicBezTo>
                      <a:pt x="7200" y="0"/>
                      <a:pt x="7200" y="0"/>
                      <a:pt x="7200" y="0"/>
                    </a:cubicBezTo>
                    <a:cubicBezTo>
                      <a:pt x="5472" y="2919"/>
                      <a:pt x="2880" y="5254"/>
                      <a:pt x="0" y="7005"/>
                    </a:cubicBezTo>
                    <a:cubicBezTo>
                      <a:pt x="12384" y="19557"/>
                      <a:pt x="12384" y="19557"/>
                      <a:pt x="12384" y="19557"/>
                    </a:cubicBezTo>
                    <a:cubicBezTo>
                      <a:pt x="14400" y="21600"/>
                      <a:pt x="17568" y="21600"/>
                      <a:pt x="19584" y="19557"/>
                    </a:cubicBezTo>
                    <a:cubicBezTo>
                      <a:pt x="21600" y="17514"/>
                      <a:pt x="21600" y="14303"/>
                      <a:pt x="19584" y="12259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262626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986" name="Freeform 10"/>
              <p:cNvSpPr/>
              <p:nvPr/>
            </p:nvSpPr>
            <p:spPr>
              <a:xfrm>
                <a:off x="0" y="0"/>
                <a:ext cx="268288" cy="2698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4783"/>
                      <a:pt x="16783" y="0"/>
                      <a:pt x="10878" y="0"/>
                    </a:cubicBezTo>
                    <a:cubicBezTo>
                      <a:pt x="4817" y="0"/>
                      <a:pt x="0" y="4783"/>
                      <a:pt x="0" y="10800"/>
                    </a:cubicBezTo>
                    <a:cubicBezTo>
                      <a:pt x="0" y="16663"/>
                      <a:pt x="4817" y="21600"/>
                      <a:pt x="10878" y="21600"/>
                    </a:cubicBezTo>
                    <a:cubicBezTo>
                      <a:pt x="16783" y="21600"/>
                      <a:pt x="21600" y="16663"/>
                      <a:pt x="21600" y="10800"/>
                    </a:cubicBezTo>
                    <a:close/>
                    <a:moveTo>
                      <a:pt x="10878" y="18823"/>
                    </a:moveTo>
                    <a:cubicBezTo>
                      <a:pt x="6371" y="18823"/>
                      <a:pt x="2642" y="15274"/>
                      <a:pt x="2642" y="10800"/>
                    </a:cubicBezTo>
                    <a:cubicBezTo>
                      <a:pt x="2642" y="6326"/>
                      <a:pt x="6371" y="2623"/>
                      <a:pt x="10878" y="2623"/>
                    </a:cubicBezTo>
                    <a:cubicBezTo>
                      <a:pt x="15229" y="2623"/>
                      <a:pt x="18958" y="6326"/>
                      <a:pt x="18958" y="10800"/>
                    </a:cubicBezTo>
                    <a:cubicBezTo>
                      <a:pt x="18958" y="15274"/>
                      <a:pt x="15229" y="18823"/>
                      <a:pt x="10878" y="18823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262626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987" name="Freeform 11"/>
              <p:cNvSpPr/>
              <p:nvPr/>
            </p:nvSpPr>
            <p:spPr>
              <a:xfrm>
                <a:off x="55563" y="55561"/>
                <a:ext cx="80963" cy="793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6322" y="21600"/>
                      <a:pt x="6322" y="21600"/>
                      <a:pt x="6322" y="21600"/>
                    </a:cubicBezTo>
                    <a:cubicBezTo>
                      <a:pt x="6322" y="13171"/>
                      <a:pt x="13171" y="6322"/>
                      <a:pt x="21600" y="6322"/>
                    </a:cubicBezTo>
                    <a:cubicBezTo>
                      <a:pt x="21600" y="0"/>
                      <a:pt x="21600" y="0"/>
                      <a:pt x="21600" y="0"/>
                    </a:cubicBezTo>
                    <a:cubicBezTo>
                      <a:pt x="9483" y="0"/>
                      <a:pt x="0" y="9483"/>
                      <a:pt x="0" y="21600"/>
                    </a:cubicBezTo>
                    <a:close/>
                  </a:path>
                </a:pathLst>
              </a:custGeom>
              <a:solidFill>
                <a:srgbClr val="F2F2F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262626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</p:grpSp>
      </p:grpSp>
      <p:grpSp>
        <p:nvGrpSpPr>
          <p:cNvPr id="992" name="组合 27"/>
          <p:cNvGrpSpPr/>
          <p:nvPr/>
        </p:nvGrpSpPr>
        <p:grpSpPr>
          <a:xfrm>
            <a:off x="5842000" y="3084513"/>
            <a:ext cx="839788" cy="839789"/>
            <a:chOff x="0" y="0"/>
            <a:chExt cx="839787" cy="839787"/>
          </a:xfrm>
        </p:grpSpPr>
        <p:sp>
          <p:nvSpPr>
            <p:cNvPr id="990" name="椭圆 28"/>
            <p:cNvSpPr/>
            <p:nvPr/>
          </p:nvSpPr>
          <p:spPr>
            <a:xfrm>
              <a:off x="0" y="0"/>
              <a:ext cx="839788" cy="839788"/>
            </a:xfrm>
            <a:prstGeom prst="ellipse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991" name="Freeform 7"/>
            <p:cNvSpPr/>
            <p:nvPr/>
          </p:nvSpPr>
          <p:spPr>
            <a:xfrm>
              <a:off x="233363" y="176212"/>
              <a:ext cx="409576" cy="444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1455"/>
                  </a:moveTo>
                  <a:cubicBezTo>
                    <a:pt x="8424" y="11455"/>
                    <a:pt x="6480" y="12927"/>
                    <a:pt x="6480" y="14727"/>
                  </a:cubicBezTo>
                  <a:cubicBezTo>
                    <a:pt x="6480" y="16691"/>
                    <a:pt x="8424" y="18164"/>
                    <a:pt x="10800" y="18164"/>
                  </a:cubicBezTo>
                  <a:cubicBezTo>
                    <a:pt x="13176" y="18164"/>
                    <a:pt x="15120" y="16691"/>
                    <a:pt x="15120" y="14727"/>
                  </a:cubicBezTo>
                  <a:cubicBezTo>
                    <a:pt x="15120" y="12927"/>
                    <a:pt x="13176" y="11455"/>
                    <a:pt x="10800" y="11455"/>
                  </a:cubicBezTo>
                  <a:close/>
                  <a:moveTo>
                    <a:pt x="11448" y="15218"/>
                  </a:moveTo>
                  <a:cubicBezTo>
                    <a:pt x="11448" y="16691"/>
                    <a:pt x="11448" y="16691"/>
                    <a:pt x="11448" y="16691"/>
                  </a:cubicBezTo>
                  <a:cubicBezTo>
                    <a:pt x="11448" y="17018"/>
                    <a:pt x="11232" y="17182"/>
                    <a:pt x="10800" y="17182"/>
                  </a:cubicBezTo>
                  <a:cubicBezTo>
                    <a:pt x="10368" y="17182"/>
                    <a:pt x="10152" y="17018"/>
                    <a:pt x="10152" y="16691"/>
                  </a:cubicBezTo>
                  <a:cubicBezTo>
                    <a:pt x="10152" y="15218"/>
                    <a:pt x="10152" y="15218"/>
                    <a:pt x="10152" y="15218"/>
                  </a:cubicBezTo>
                  <a:cubicBezTo>
                    <a:pt x="9504" y="14891"/>
                    <a:pt x="8856" y="14400"/>
                    <a:pt x="8856" y="13745"/>
                  </a:cubicBezTo>
                  <a:cubicBezTo>
                    <a:pt x="8856" y="13091"/>
                    <a:pt x="9720" y="12436"/>
                    <a:pt x="10800" y="12436"/>
                  </a:cubicBezTo>
                  <a:cubicBezTo>
                    <a:pt x="11880" y="12436"/>
                    <a:pt x="12744" y="13091"/>
                    <a:pt x="12744" y="13745"/>
                  </a:cubicBezTo>
                  <a:cubicBezTo>
                    <a:pt x="12744" y="14400"/>
                    <a:pt x="12096" y="14891"/>
                    <a:pt x="11448" y="15218"/>
                  </a:cubicBezTo>
                  <a:close/>
                  <a:moveTo>
                    <a:pt x="18576" y="8182"/>
                  </a:moveTo>
                  <a:cubicBezTo>
                    <a:pt x="18576" y="5891"/>
                    <a:pt x="18576" y="5891"/>
                    <a:pt x="18576" y="5891"/>
                  </a:cubicBezTo>
                  <a:cubicBezTo>
                    <a:pt x="18576" y="2618"/>
                    <a:pt x="15120" y="0"/>
                    <a:pt x="10800" y="0"/>
                  </a:cubicBezTo>
                  <a:cubicBezTo>
                    <a:pt x="6480" y="0"/>
                    <a:pt x="3024" y="2618"/>
                    <a:pt x="3024" y="5891"/>
                  </a:cubicBezTo>
                  <a:cubicBezTo>
                    <a:pt x="3024" y="8182"/>
                    <a:pt x="3024" y="8182"/>
                    <a:pt x="3024" y="8182"/>
                  </a:cubicBezTo>
                  <a:cubicBezTo>
                    <a:pt x="1296" y="8673"/>
                    <a:pt x="0" y="9818"/>
                    <a:pt x="0" y="11291"/>
                  </a:cubicBezTo>
                  <a:cubicBezTo>
                    <a:pt x="0" y="18327"/>
                    <a:pt x="0" y="18327"/>
                    <a:pt x="0" y="18327"/>
                  </a:cubicBezTo>
                  <a:cubicBezTo>
                    <a:pt x="0" y="20127"/>
                    <a:pt x="1944" y="21600"/>
                    <a:pt x="4320" y="21600"/>
                  </a:cubicBezTo>
                  <a:cubicBezTo>
                    <a:pt x="17280" y="21600"/>
                    <a:pt x="17280" y="21600"/>
                    <a:pt x="17280" y="21600"/>
                  </a:cubicBezTo>
                  <a:cubicBezTo>
                    <a:pt x="19656" y="21600"/>
                    <a:pt x="21600" y="20127"/>
                    <a:pt x="21600" y="18327"/>
                  </a:cubicBezTo>
                  <a:cubicBezTo>
                    <a:pt x="21600" y="11291"/>
                    <a:pt x="21600" y="11291"/>
                    <a:pt x="21600" y="11291"/>
                  </a:cubicBezTo>
                  <a:cubicBezTo>
                    <a:pt x="21600" y="9818"/>
                    <a:pt x="20304" y="8673"/>
                    <a:pt x="18576" y="8182"/>
                  </a:cubicBezTo>
                  <a:close/>
                  <a:moveTo>
                    <a:pt x="10800" y="18818"/>
                  </a:moveTo>
                  <a:cubicBezTo>
                    <a:pt x="7776" y="18818"/>
                    <a:pt x="5400" y="17018"/>
                    <a:pt x="5400" y="14727"/>
                  </a:cubicBezTo>
                  <a:cubicBezTo>
                    <a:pt x="5400" y="12600"/>
                    <a:pt x="7776" y="10800"/>
                    <a:pt x="10800" y="10800"/>
                  </a:cubicBezTo>
                  <a:cubicBezTo>
                    <a:pt x="13824" y="10800"/>
                    <a:pt x="16200" y="12600"/>
                    <a:pt x="16200" y="14727"/>
                  </a:cubicBezTo>
                  <a:cubicBezTo>
                    <a:pt x="16200" y="17018"/>
                    <a:pt x="13824" y="18818"/>
                    <a:pt x="10800" y="18818"/>
                  </a:cubicBezTo>
                  <a:close/>
                  <a:moveTo>
                    <a:pt x="16416" y="8018"/>
                  </a:moveTo>
                  <a:cubicBezTo>
                    <a:pt x="5184" y="8018"/>
                    <a:pt x="5184" y="8018"/>
                    <a:pt x="5184" y="8018"/>
                  </a:cubicBezTo>
                  <a:cubicBezTo>
                    <a:pt x="5184" y="5891"/>
                    <a:pt x="5184" y="5891"/>
                    <a:pt x="5184" y="5891"/>
                  </a:cubicBezTo>
                  <a:cubicBezTo>
                    <a:pt x="5184" y="3600"/>
                    <a:pt x="7776" y="1800"/>
                    <a:pt x="10800" y="1800"/>
                  </a:cubicBezTo>
                  <a:cubicBezTo>
                    <a:pt x="13824" y="1800"/>
                    <a:pt x="16416" y="3600"/>
                    <a:pt x="16416" y="5891"/>
                  </a:cubicBezTo>
                  <a:lnTo>
                    <a:pt x="16416" y="8018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</p:grpSp>
      <p:sp>
        <p:nvSpPr>
          <p:cNvPr id="993" name="文本框 49"/>
          <p:cNvSpPr txBox="1"/>
          <p:nvPr/>
        </p:nvSpPr>
        <p:spPr>
          <a:xfrm>
            <a:off x="1404937" y="1908174"/>
            <a:ext cx="10795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步骤 1</a:t>
            </a:r>
          </a:p>
        </p:txBody>
      </p:sp>
      <p:sp>
        <p:nvSpPr>
          <p:cNvPr id="994" name="文本框 50"/>
          <p:cNvSpPr txBox="1"/>
          <p:nvPr/>
        </p:nvSpPr>
        <p:spPr>
          <a:xfrm>
            <a:off x="971550" y="2244724"/>
            <a:ext cx="1800225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995" name="文本框 53"/>
          <p:cNvSpPr txBox="1"/>
          <p:nvPr/>
        </p:nvSpPr>
        <p:spPr>
          <a:xfrm>
            <a:off x="3636962" y="1908174"/>
            <a:ext cx="10795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步骤 2</a:t>
            </a:r>
          </a:p>
        </p:txBody>
      </p:sp>
      <p:sp>
        <p:nvSpPr>
          <p:cNvPr id="996" name="文本框 54"/>
          <p:cNvSpPr txBox="1"/>
          <p:nvPr/>
        </p:nvSpPr>
        <p:spPr>
          <a:xfrm>
            <a:off x="3203574" y="2241550"/>
            <a:ext cx="1728790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997" name="文本框 56"/>
          <p:cNvSpPr txBox="1"/>
          <p:nvPr/>
        </p:nvSpPr>
        <p:spPr>
          <a:xfrm>
            <a:off x="5940425" y="1924049"/>
            <a:ext cx="107950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步骤 3</a:t>
            </a:r>
          </a:p>
        </p:txBody>
      </p:sp>
      <p:sp>
        <p:nvSpPr>
          <p:cNvPr id="998" name="文本框 57"/>
          <p:cNvSpPr txBox="1"/>
          <p:nvPr/>
        </p:nvSpPr>
        <p:spPr>
          <a:xfrm>
            <a:off x="5462587" y="2244724"/>
            <a:ext cx="1773237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999" name="文本框 59"/>
          <p:cNvSpPr txBox="1"/>
          <p:nvPr/>
        </p:nvSpPr>
        <p:spPr>
          <a:xfrm>
            <a:off x="1384300" y="3940174"/>
            <a:ext cx="107791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步骤 6</a:t>
            </a:r>
          </a:p>
        </p:txBody>
      </p:sp>
      <p:sp>
        <p:nvSpPr>
          <p:cNvPr id="1000" name="文本框 60"/>
          <p:cNvSpPr txBox="1"/>
          <p:nvPr/>
        </p:nvSpPr>
        <p:spPr>
          <a:xfrm>
            <a:off x="971549" y="4227512"/>
            <a:ext cx="1728790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1001" name="文本框 62"/>
          <p:cNvSpPr txBox="1"/>
          <p:nvPr/>
        </p:nvSpPr>
        <p:spPr>
          <a:xfrm>
            <a:off x="3708400" y="3924299"/>
            <a:ext cx="107950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步骤 5</a:t>
            </a:r>
          </a:p>
        </p:txBody>
      </p:sp>
      <p:sp>
        <p:nvSpPr>
          <p:cNvPr id="1002" name="文本框 63"/>
          <p:cNvSpPr txBox="1"/>
          <p:nvPr/>
        </p:nvSpPr>
        <p:spPr>
          <a:xfrm>
            <a:off x="3203574" y="4260849"/>
            <a:ext cx="1884365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1003" name="文本框 65"/>
          <p:cNvSpPr txBox="1"/>
          <p:nvPr/>
        </p:nvSpPr>
        <p:spPr>
          <a:xfrm>
            <a:off x="6013450" y="3924299"/>
            <a:ext cx="107950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步骤 4</a:t>
            </a:r>
          </a:p>
        </p:txBody>
      </p:sp>
      <p:sp>
        <p:nvSpPr>
          <p:cNvPr id="1004" name="文本框 66"/>
          <p:cNvSpPr txBox="1"/>
          <p:nvPr/>
        </p:nvSpPr>
        <p:spPr>
          <a:xfrm>
            <a:off x="5580062" y="4260849"/>
            <a:ext cx="1800226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ntr" presetSubtype="5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8" presetClass="entr" presetSubtype="6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75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9" presetClass="entr" presetSubtype="5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18" presetClass="entr" presetSubtype="6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75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9" presetClass="entr" presetSubtype="5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52" presetID="18" presetClass="entr" presetSubtype="6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75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9" presetClass="entr" presetSubtype="5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"/>
                            </p:stCondLst>
                            <p:childTnLst>
                              <p:par>
                                <p:cTn id="71" presetID="18" presetClass="entr" presetSubtype="12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75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4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fill="hold" grpId="1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9" presetClass="entr" presetSubtype="5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"/>
                            </p:stCondLst>
                            <p:childTnLst>
                              <p:par>
                                <p:cTn id="90" presetID="18" presetClass="entr" presetSubtype="12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75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grpId="2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4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fill="hold" grpId="2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9" presetClass="entr" presetSubtype="5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250" fill="hold"/>
                                        <p:tgtEl>
                                          <p:spTgt spid="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50" fill="hold"/>
                                        <p:tgtEl>
                                          <p:spTgt spid="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750"/>
                            </p:stCondLst>
                            <p:childTnLst>
                              <p:par>
                                <p:cTn id="109" presetID="18" presetClass="entr" presetSubtype="12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1" dur="75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" grpId="12" animBg="1" advAuto="0"/>
      <p:bldP spid="965" grpId="16" animBg="1" advAuto="0"/>
      <p:bldP spid="966" grpId="8" animBg="1" advAuto="0"/>
      <p:bldP spid="967" grpId="20" animBg="1" advAuto="0"/>
      <p:bldP spid="968" grpId="4" animBg="1" advAuto="0"/>
      <p:bldP spid="971" grpId="1" animBg="1" advAuto="0"/>
      <p:bldP spid="974" grpId="21" animBg="1" advAuto="0"/>
      <p:bldP spid="980" grpId="5" animBg="1" advAuto="0"/>
      <p:bldP spid="983" grpId="17" animBg="1" advAuto="0"/>
      <p:bldP spid="989" grpId="9" animBg="1" advAuto="0"/>
      <p:bldP spid="992" grpId="13" animBg="1" advAuto="0"/>
      <p:bldP spid="993" grpId="2" animBg="1" advAuto="0"/>
      <p:bldP spid="994" grpId="3" animBg="1" advAuto="0"/>
      <p:bldP spid="995" grpId="6" animBg="1" advAuto="0"/>
      <p:bldP spid="996" grpId="7" animBg="1" advAuto="0"/>
      <p:bldP spid="997" grpId="10" animBg="1" advAuto="0"/>
      <p:bldP spid="998" grpId="11" animBg="1" advAuto="0"/>
      <p:bldP spid="999" grpId="22" animBg="1" advAuto="0"/>
      <p:bldP spid="1000" grpId="23" animBg="1" advAuto="0"/>
      <p:bldP spid="1001" grpId="18" animBg="1" advAuto="0"/>
      <p:bldP spid="1002" grpId="19" animBg="1" advAuto="0"/>
      <p:bldP spid="1003" grpId="14" animBg="1" advAuto="0"/>
      <p:bldP spid="1004" grpId="15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矩形 2"/>
          <p:cNvSpPr/>
          <p:nvPr/>
        </p:nvSpPr>
        <p:spPr>
          <a:xfrm>
            <a:off x="3533800" y="2533956"/>
            <a:ext cx="2010947" cy="1837994"/>
          </a:xfrm>
          <a:prstGeom prst="rect">
            <a:avLst/>
          </a:prstGeom>
          <a:solidFill>
            <a:srgbClr val="30BAB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7" name="矩形 3"/>
          <p:cNvSpPr/>
          <p:nvPr/>
        </p:nvSpPr>
        <p:spPr>
          <a:xfrm>
            <a:off x="3543706" y="2181037"/>
            <a:ext cx="2010947" cy="1837995"/>
          </a:xfrm>
          <a:prstGeom prst="rect">
            <a:avLst/>
          </a:prstGeom>
          <a:solidFill>
            <a:srgbClr val="534751">
              <a:alpha val="6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8" name="矩形 4"/>
          <p:cNvSpPr/>
          <p:nvPr/>
        </p:nvSpPr>
        <p:spPr>
          <a:xfrm>
            <a:off x="3571480" y="1828119"/>
            <a:ext cx="2010947" cy="1837994"/>
          </a:xfrm>
          <a:prstGeom prst="rect">
            <a:avLst/>
          </a:prstGeom>
          <a:solidFill>
            <a:srgbClr val="BFBFBF">
              <a:alpha val="9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9" name="矩形 5"/>
          <p:cNvSpPr/>
          <p:nvPr/>
        </p:nvSpPr>
        <p:spPr>
          <a:xfrm>
            <a:off x="3589937" y="1475199"/>
            <a:ext cx="2010947" cy="1837994"/>
          </a:xfrm>
          <a:prstGeom prst="rect">
            <a:avLst/>
          </a:prstGeom>
          <a:solidFill>
            <a:srgbClr val="64A4C7">
              <a:alpha val="5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0" name="矩形 6"/>
          <p:cNvSpPr/>
          <p:nvPr/>
        </p:nvSpPr>
        <p:spPr>
          <a:xfrm>
            <a:off x="3572157" y="1097514"/>
            <a:ext cx="2038045" cy="1862760"/>
          </a:xfrm>
          <a:prstGeom prst="rect">
            <a:avLst/>
          </a:prstGeom>
          <a:solidFill>
            <a:srgbClr val="00B0F0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1" name="文本框 31"/>
          <p:cNvSpPr txBox="1"/>
          <p:nvPr/>
        </p:nvSpPr>
        <p:spPr>
          <a:xfrm>
            <a:off x="468312" y="1870075"/>
            <a:ext cx="286861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1012" name="文本框 32"/>
          <p:cNvSpPr txBox="1"/>
          <p:nvPr/>
        </p:nvSpPr>
        <p:spPr>
          <a:xfrm>
            <a:off x="588963" y="1550987"/>
            <a:ext cx="1677986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点击添加标题</a:t>
            </a:r>
          </a:p>
        </p:txBody>
      </p:sp>
      <p:sp>
        <p:nvSpPr>
          <p:cNvPr id="1013" name="直接连接符 10"/>
          <p:cNvSpPr/>
          <p:nvPr/>
        </p:nvSpPr>
        <p:spPr>
          <a:xfrm>
            <a:off x="1139745" y="1849438"/>
            <a:ext cx="2432131" cy="1"/>
          </a:xfrm>
          <a:prstGeom prst="line">
            <a:avLst/>
          </a:prstGeom>
          <a:ln w="15875">
            <a:solidFill>
              <a:srgbClr val="54C3D1"/>
            </a:solidFill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4" name="直接连接符 12"/>
          <p:cNvSpPr/>
          <p:nvPr/>
        </p:nvSpPr>
        <p:spPr>
          <a:xfrm>
            <a:off x="5768895" y="2432050"/>
            <a:ext cx="1317705" cy="0"/>
          </a:xfrm>
          <a:prstGeom prst="line">
            <a:avLst/>
          </a:prstGeom>
          <a:ln w="15875">
            <a:solidFill>
              <a:srgbClr val="54C3D1"/>
            </a:solidFill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5" name="文本框 40"/>
          <p:cNvSpPr txBox="1"/>
          <p:nvPr/>
        </p:nvSpPr>
        <p:spPr>
          <a:xfrm>
            <a:off x="6535738" y="2446338"/>
            <a:ext cx="2500313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1016" name="文本框 41"/>
          <p:cNvSpPr txBox="1"/>
          <p:nvPr/>
        </p:nvSpPr>
        <p:spPr>
          <a:xfrm>
            <a:off x="6535738" y="2168525"/>
            <a:ext cx="1852612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点击添加标题</a:t>
            </a:r>
          </a:p>
        </p:txBody>
      </p:sp>
      <p:sp>
        <p:nvSpPr>
          <p:cNvPr id="1017" name="直接连接符 17"/>
          <p:cNvSpPr/>
          <p:nvPr/>
        </p:nvSpPr>
        <p:spPr>
          <a:xfrm>
            <a:off x="5627608" y="3221038"/>
            <a:ext cx="1317705" cy="1"/>
          </a:xfrm>
          <a:prstGeom prst="line">
            <a:avLst/>
          </a:prstGeom>
          <a:ln w="15875">
            <a:solidFill>
              <a:srgbClr val="54C3D1"/>
            </a:solidFill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8" name="文本框 49"/>
          <p:cNvSpPr txBox="1"/>
          <p:nvPr/>
        </p:nvSpPr>
        <p:spPr>
          <a:xfrm>
            <a:off x="6394450" y="3263900"/>
            <a:ext cx="264160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1019" name="文本框 50"/>
          <p:cNvSpPr txBox="1"/>
          <p:nvPr/>
        </p:nvSpPr>
        <p:spPr>
          <a:xfrm>
            <a:off x="6394449" y="2960688"/>
            <a:ext cx="171609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点击添加标题</a:t>
            </a:r>
          </a:p>
        </p:txBody>
      </p:sp>
      <p:sp>
        <p:nvSpPr>
          <p:cNvPr id="1020" name="直接连接符 21"/>
          <p:cNvSpPr/>
          <p:nvPr/>
        </p:nvSpPr>
        <p:spPr>
          <a:xfrm>
            <a:off x="1428670" y="2773363"/>
            <a:ext cx="1968581" cy="1"/>
          </a:xfrm>
          <a:prstGeom prst="line">
            <a:avLst/>
          </a:prstGeom>
          <a:ln w="15875">
            <a:solidFill>
              <a:srgbClr val="54C3D1"/>
            </a:solidFill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1" name="文本框 59"/>
          <p:cNvSpPr txBox="1"/>
          <p:nvPr/>
        </p:nvSpPr>
        <p:spPr>
          <a:xfrm>
            <a:off x="468312" y="2806700"/>
            <a:ext cx="24765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1022" name="文本框 60"/>
          <p:cNvSpPr txBox="1"/>
          <p:nvPr/>
        </p:nvSpPr>
        <p:spPr>
          <a:xfrm>
            <a:off x="884237" y="2436813"/>
            <a:ext cx="152876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点击添加标题</a:t>
            </a:r>
          </a:p>
        </p:txBody>
      </p:sp>
      <p:sp>
        <p:nvSpPr>
          <p:cNvPr id="1023" name="直接连接符 25"/>
          <p:cNvSpPr/>
          <p:nvPr/>
        </p:nvSpPr>
        <p:spPr>
          <a:xfrm>
            <a:off x="1000045" y="3667125"/>
            <a:ext cx="2533731" cy="0"/>
          </a:xfrm>
          <a:prstGeom prst="line">
            <a:avLst/>
          </a:prstGeom>
          <a:ln w="15875">
            <a:solidFill>
              <a:srgbClr val="54C3D1"/>
            </a:solidFill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4" name="文本框 63"/>
          <p:cNvSpPr txBox="1"/>
          <p:nvPr/>
        </p:nvSpPr>
        <p:spPr>
          <a:xfrm>
            <a:off x="323849" y="3697287"/>
            <a:ext cx="2620965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</a:t>
            </a:r>
          </a:p>
        </p:txBody>
      </p:sp>
      <p:sp>
        <p:nvSpPr>
          <p:cNvPr id="1025" name="文本框 64"/>
          <p:cNvSpPr txBox="1"/>
          <p:nvPr/>
        </p:nvSpPr>
        <p:spPr>
          <a:xfrm>
            <a:off x="585788" y="3340100"/>
            <a:ext cx="168116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点击添加标题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9" presetClass="entr" presetSubtype="5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8" presetClass="entr" presetSubtype="6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75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1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9" presetClass="entr" presetSubtype="5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"/>
                            </p:stCondLst>
                            <p:childTnLst>
                              <p:par>
                                <p:cTn id="39" presetID="18" presetClass="entr" presetSubtype="6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75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" presetClass="entr" presetSubtype="1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9" presetClass="entr" presetSubtype="5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58" presetID="18" presetClass="entr" presetSubtype="6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75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" presetClass="entr" presetSubtype="1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9" presetClass="entr" presetSubtype="5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"/>
                            </p:stCondLst>
                            <p:childTnLst>
                              <p:par>
                                <p:cTn id="77" presetID="18" presetClass="entr" presetSubtype="6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75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" presetClass="entr" presetSubtype="1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grpId="1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9" presetClass="entr" presetSubtype="5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250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"/>
                            </p:stCondLst>
                            <p:childTnLst>
                              <p:par>
                                <p:cTn id="96" presetID="18" presetClass="entr" presetSubtype="6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8" dur="75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" grpId="1" animBg="1" advAuto="0"/>
      <p:bldP spid="1007" grpId="5" animBg="1" advAuto="0"/>
      <p:bldP spid="1008" grpId="9" animBg="1" advAuto="0"/>
      <p:bldP spid="1009" grpId="13" animBg="1" advAuto="0"/>
      <p:bldP spid="1010" grpId="17" animBg="1" advAuto="0"/>
      <p:bldP spid="1011" grpId="20" animBg="1" advAuto="0"/>
      <p:bldP spid="1012" grpId="19" animBg="1" advAuto="0"/>
      <p:bldP spid="1013" grpId="18" animBg="1" advAuto="0"/>
      <p:bldP spid="1014" grpId="14" animBg="1" advAuto="0"/>
      <p:bldP spid="1015" grpId="16" animBg="1" advAuto="0"/>
      <p:bldP spid="1016" grpId="15" animBg="1" advAuto="0"/>
      <p:bldP spid="1017" grpId="6" animBg="1" advAuto="0"/>
      <p:bldP spid="1018" grpId="8" animBg="1" advAuto="0"/>
      <p:bldP spid="1019" grpId="7" animBg="1" advAuto="0"/>
      <p:bldP spid="1020" grpId="10" animBg="1" advAuto="0"/>
      <p:bldP spid="1021" grpId="12" animBg="1" advAuto="0"/>
      <p:bldP spid="1022" grpId="11" animBg="1" advAuto="0"/>
      <p:bldP spid="1023" grpId="2" animBg="1" advAuto="0"/>
      <p:bldP spid="1024" grpId="4" animBg="1" advAuto="0"/>
      <p:bldP spid="1025" grpId="3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图片 9" descr="图片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48037" y="1779588"/>
            <a:ext cx="2740026" cy="20526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30" name="组合 10"/>
          <p:cNvGrpSpPr/>
          <p:nvPr/>
        </p:nvGrpSpPr>
        <p:grpSpPr>
          <a:xfrm>
            <a:off x="798512" y="1763713"/>
            <a:ext cx="2906713" cy="481013"/>
            <a:chOff x="0" y="0"/>
            <a:chExt cx="2906711" cy="481012"/>
          </a:xfrm>
        </p:grpSpPr>
        <p:sp>
          <p:nvSpPr>
            <p:cNvPr id="1028" name="直接连接符 11"/>
            <p:cNvSpPr/>
            <p:nvPr/>
          </p:nvSpPr>
          <p:spPr>
            <a:xfrm flipH="1" flipV="1">
              <a:off x="2339974" y="1587"/>
              <a:ext cx="566738" cy="479426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29" name="直接连接符 12"/>
            <p:cNvSpPr/>
            <p:nvPr/>
          </p:nvSpPr>
          <p:spPr>
            <a:xfrm flipH="1" flipV="1">
              <a:off x="-1" y="0"/>
              <a:ext cx="2341563" cy="1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31" name="文本框 7"/>
          <p:cNvSpPr txBox="1"/>
          <p:nvPr/>
        </p:nvSpPr>
        <p:spPr>
          <a:xfrm>
            <a:off x="969962" y="1277937"/>
            <a:ext cx="2339976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</a:t>
            </a:r>
          </a:p>
        </p:txBody>
      </p:sp>
      <p:grpSp>
        <p:nvGrpSpPr>
          <p:cNvPr id="1034" name="组合 14"/>
          <p:cNvGrpSpPr/>
          <p:nvPr/>
        </p:nvGrpSpPr>
        <p:grpSpPr>
          <a:xfrm>
            <a:off x="3635375" y="1592262"/>
            <a:ext cx="2368551" cy="339726"/>
            <a:chOff x="0" y="0"/>
            <a:chExt cx="2368550" cy="339725"/>
          </a:xfrm>
        </p:grpSpPr>
        <p:sp>
          <p:nvSpPr>
            <p:cNvPr id="1032" name="直接连接符 15"/>
            <p:cNvSpPr/>
            <p:nvPr/>
          </p:nvSpPr>
          <p:spPr>
            <a:xfrm flipV="1">
              <a:off x="1150937" y="-1"/>
              <a:ext cx="1" cy="339726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33" name="直接连接符 16"/>
            <p:cNvSpPr/>
            <p:nvPr/>
          </p:nvSpPr>
          <p:spPr>
            <a:xfrm>
              <a:off x="0" y="-1"/>
              <a:ext cx="2368551" cy="1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35" name="文本框 13"/>
          <p:cNvSpPr txBox="1"/>
          <p:nvPr/>
        </p:nvSpPr>
        <p:spPr>
          <a:xfrm>
            <a:off x="3635374" y="4016375"/>
            <a:ext cx="2338390" cy="1046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您的内容打在这里，或者通过复制您的文本您的内容打在这里，或者通过复制</a:t>
            </a:r>
          </a:p>
        </p:txBody>
      </p:sp>
      <p:grpSp>
        <p:nvGrpSpPr>
          <p:cNvPr id="1038" name="组合 18"/>
          <p:cNvGrpSpPr/>
          <p:nvPr/>
        </p:nvGrpSpPr>
        <p:grpSpPr>
          <a:xfrm>
            <a:off x="5781674" y="1817688"/>
            <a:ext cx="2908301" cy="481013"/>
            <a:chOff x="0" y="0"/>
            <a:chExt cx="2908299" cy="481012"/>
          </a:xfrm>
        </p:grpSpPr>
        <p:sp>
          <p:nvSpPr>
            <p:cNvPr id="1036" name="直接连接符 19"/>
            <p:cNvSpPr/>
            <p:nvPr/>
          </p:nvSpPr>
          <p:spPr>
            <a:xfrm flipV="1">
              <a:off x="0" y="1586"/>
              <a:ext cx="566738" cy="479427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37" name="直接连接符 20"/>
            <p:cNvSpPr/>
            <p:nvPr/>
          </p:nvSpPr>
          <p:spPr>
            <a:xfrm>
              <a:off x="565149" y="0"/>
              <a:ext cx="2343151" cy="0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39" name="文本框 18"/>
          <p:cNvSpPr txBox="1"/>
          <p:nvPr/>
        </p:nvSpPr>
        <p:spPr>
          <a:xfrm>
            <a:off x="6329363" y="1125537"/>
            <a:ext cx="2338387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您的内容打在这里，或者通过复制您的文本您的内容打在这里，或者通过复制</a:t>
            </a:r>
          </a:p>
        </p:txBody>
      </p:sp>
      <p:grpSp>
        <p:nvGrpSpPr>
          <p:cNvPr id="1042" name="组合 22"/>
          <p:cNvGrpSpPr/>
          <p:nvPr/>
        </p:nvGrpSpPr>
        <p:grpSpPr>
          <a:xfrm>
            <a:off x="798512" y="3287712"/>
            <a:ext cx="2906713" cy="480696"/>
            <a:chOff x="0" y="0"/>
            <a:chExt cx="2906711" cy="480694"/>
          </a:xfrm>
        </p:grpSpPr>
        <p:sp>
          <p:nvSpPr>
            <p:cNvPr id="1040" name="直接连接符 23"/>
            <p:cNvSpPr/>
            <p:nvPr/>
          </p:nvSpPr>
          <p:spPr>
            <a:xfrm flipH="1">
              <a:off x="2339974" y="0"/>
              <a:ext cx="566738" cy="477837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41" name="直接连接符 24"/>
            <p:cNvSpPr/>
            <p:nvPr/>
          </p:nvSpPr>
          <p:spPr>
            <a:xfrm flipH="1" flipV="1">
              <a:off x="0" y="480694"/>
              <a:ext cx="2341562" cy="1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43" name="文本框 23"/>
          <p:cNvSpPr txBox="1"/>
          <p:nvPr/>
        </p:nvSpPr>
        <p:spPr>
          <a:xfrm>
            <a:off x="969962" y="3851275"/>
            <a:ext cx="2339976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</a:t>
            </a:r>
          </a:p>
        </p:txBody>
      </p:sp>
      <p:grpSp>
        <p:nvGrpSpPr>
          <p:cNvPr id="1046" name="组合 26"/>
          <p:cNvGrpSpPr/>
          <p:nvPr/>
        </p:nvGrpSpPr>
        <p:grpSpPr>
          <a:xfrm>
            <a:off x="3602037" y="3652837"/>
            <a:ext cx="2368551" cy="340996"/>
            <a:chOff x="0" y="0"/>
            <a:chExt cx="2368550" cy="340995"/>
          </a:xfrm>
        </p:grpSpPr>
        <p:sp>
          <p:nvSpPr>
            <p:cNvPr id="1044" name="直接连接符 27"/>
            <p:cNvSpPr/>
            <p:nvPr/>
          </p:nvSpPr>
          <p:spPr>
            <a:xfrm>
              <a:off x="1150937" y="0"/>
              <a:ext cx="1" cy="339726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45" name="直接连接符 28"/>
            <p:cNvSpPr/>
            <p:nvPr/>
          </p:nvSpPr>
          <p:spPr>
            <a:xfrm>
              <a:off x="0" y="340995"/>
              <a:ext cx="2368551" cy="1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47" name="文本框 27"/>
          <p:cNvSpPr txBox="1"/>
          <p:nvPr/>
        </p:nvSpPr>
        <p:spPr>
          <a:xfrm>
            <a:off x="3736974" y="1095375"/>
            <a:ext cx="2338390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您的内容打在这里，或者通过复制您的文本您的内容</a:t>
            </a:r>
          </a:p>
        </p:txBody>
      </p:sp>
      <p:grpSp>
        <p:nvGrpSpPr>
          <p:cNvPr id="1050" name="组合 30"/>
          <p:cNvGrpSpPr/>
          <p:nvPr/>
        </p:nvGrpSpPr>
        <p:grpSpPr>
          <a:xfrm>
            <a:off x="5800725" y="3259137"/>
            <a:ext cx="2906713" cy="482283"/>
            <a:chOff x="0" y="0"/>
            <a:chExt cx="2906712" cy="482282"/>
          </a:xfrm>
        </p:grpSpPr>
        <p:sp>
          <p:nvSpPr>
            <p:cNvPr id="1048" name="直接连接符 31"/>
            <p:cNvSpPr/>
            <p:nvPr/>
          </p:nvSpPr>
          <p:spPr>
            <a:xfrm>
              <a:off x="0" y="0"/>
              <a:ext cx="566739" cy="479426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49" name="直接连接符 32"/>
            <p:cNvSpPr/>
            <p:nvPr/>
          </p:nvSpPr>
          <p:spPr>
            <a:xfrm>
              <a:off x="565150" y="482282"/>
              <a:ext cx="2341563" cy="1"/>
            </a:xfrm>
            <a:prstGeom prst="line">
              <a:avLst/>
            </a:prstGeom>
            <a:noFill/>
            <a:ln w="9525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51" name="文本框 34"/>
          <p:cNvSpPr txBox="1"/>
          <p:nvPr/>
        </p:nvSpPr>
        <p:spPr>
          <a:xfrm>
            <a:off x="6329363" y="3803649"/>
            <a:ext cx="2338387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90" tIns="34290" rIns="34290" bIns="34290">
            <a:spAutoFit/>
          </a:bodyPr>
          <a:lstStyle>
            <a:lvl1pPr>
              <a:def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您的内容打在这里，或者通过复制您的文本您的内容打在这里，或者通过复制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grpId="2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3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250"/>
                            </p:stCondLst>
                            <p:childTnLst>
                              <p:par>
                                <p:cTn id="17" presetID="22" presetClass="entr" presetSubtype="8" fill="hold" grpId="4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2" fill="hold" grpId="5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50"/>
                            </p:stCondLst>
                            <p:childTnLst>
                              <p:par>
                                <p:cTn id="25" presetID="22" presetClass="entr" presetSubtype="2" fill="hold" grpId="6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22" presetClass="entr" presetSubtype="8" fill="hold" grpId="7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250"/>
                            </p:stCondLst>
                            <p:childTnLst>
                              <p:par>
                                <p:cTn id="33" presetID="22" presetClass="entr" presetSubtype="2" fill="hold" grpId="8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250"/>
                            </p:stCondLst>
                            <p:childTnLst>
                              <p:par>
                                <p:cTn id="37" presetID="22" presetClass="entr" presetSubtype="8" fill="hold" grpId="9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250"/>
                            </p:stCondLst>
                            <p:childTnLst>
                              <p:par>
                                <p:cTn id="41" presetID="22" presetClass="entr" presetSubtype="2" fill="hold" grpId="10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250"/>
                            </p:stCondLst>
                            <p:childTnLst>
                              <p:par>
                                <p:cTn id="45" presetID="22" presetClass="entr" presetSubtype="8" fill="hold" grpId="11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6250"/>
                            </p:stCondLst>
                            <p:childTnLst>
                              <p:par>
                                <p:cTn id="49" presetID="22" presetClass="entr" presetSubtype="4" fill="hold" grpId="12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8250"/>
                            </p:stCondLst>
                            <p:childTnLst>
                              <p:par>
                                <p:cTn id="53" presetID="22" presetClass="entr" presetSubtype="1" fill="hold" grpId="13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1" animBg="1" advAuto="0"/>
      <p:bldP spid="1030" grpId="5" animBg="1" advAuto="0"/>
      <p:bldP spid="1031" grpId="8" animBg="1" advAuto="0"/>
      <p:bldP spid="1034" grpId="2" animBg="1" advAuto="0"/>
      <p:bldP spid="1035" grpId="13" animBg="1" advAuto="0"/>
      <p:bldP spid="1038" grpId="4" animBg="1" advAuto="0"/>
      <p:bldP spid="1039" grpId="9" animBg="1" advAuto="0"/>
      <p:bldP spid="1042" grpId="6" animBg="1" advAuto="0"/>
      <p:bldP spid="1043" grpId="10" animBg="1" advAuto="0"/>
      <p:bldP spid="1046" grpId="3" animBg="1" advAuto="0"/>
      <p:bldP spid="1047" grpId="12" animBg="1" advAuto="0"/>
      <p:bldP spid="1050" grpId="7" animBg="1" advAuto="0"/>
      <p:bldP spid="1051" grpId="11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7" name="组合 27"/>
          <p:cNvGrpSpPr/>
          <p:nvPr/>
        </p:nvGrpSpPr>
        <p:grpSpPr>
          <a:xfrm>
            <a:off x="395287" y="1868488"/>
            <a:ext cx="3960813" cy="366078"/>
            <a:chOff x="0" y="0"/>
            <a:chExt cx="3960811" cy="366077"/>
          </a:xfrm>
        </p:grpSpPr>
        <p:grpSp>
          <p:nvGrpSpPr>
            <p:cNvPr id="1055" name="椭圆 28"/>
            <p:cNvGrpSpPr/>
            <p:nvPr/>
          </p:nvGrpSpPr>
          <p:grpSpPr>
            <a:xfrm>
              <a:off x="0" y="0"/>
              <a:ext cx="328613" cy="328613"/>
              <a:chOff x="0" y="0"/>
              <a:chExt cx="328612" cy="328612"/>
            </a:xfrm>
          </p:grpSpPr>
          <p:sp>
            <p:nvSpPr>
              <p:cNvPr id="1053" name="圆形"/>
              <p:cNvSpPr/>
              <p:nvPr/>
            </p:nvSpPr>
            <p:spPr>
              <a:xfrm>
                <a:off x="-1" y="-1"/>
                <a:ext cx="328614" cy="328614"/>
              </a:xfrm>
              <a:prstGeom prst="ellipse">
                <a:avLst/>
              </a:pr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1054" name="1"/>
              <p:cNvSpPr txBox="1"/>
              <p:nvPr/>
            </p:nvSpPr>
            <p:spPr>
              <a:xfrm>
                <a:off x="48124" y="29686"/>
                <a:ext cx="232363" cy="269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20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r>
                  <a:t>1</a:t>
                </a:r>
              </a:p>
            </p:txBody>
          </p:sp>
        </p:grpSp>
        <p:sp>
          <p:nvSpPr>
            <p:cNvPr id="1056" name="文本框 22"/>
            <p:cNvSpPr txBox="1"/>
            <p:nvPr/>
          </p:nvSpPr>
          <p:spPr>
            <a:xfrm>
              <a:off x="328611" y="20637"/>
              <a:ext cx="3632201" cy="345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</a:t>
              </a:r>
            </a:p>
          </p:txBody>
        </p:sp>
      </p:grpSp>
      <p:grpSp>
        <p:nvGrpSpPr>
          <p:cNvPr id="1062" name="组合 30"/>
          <p:cNvGrpSpPr/>
          <p:nvPr/>
        </p:nvGrpSpPr>
        <p:grpSpPr>
          <a:xfrm>
            <a:off x="395287" y="2432049"/>
            <a:ext cx="4270377" cy="380367"/>
            <a:chOff x="0" y="0"/>
            <a:chExt cx="4270375" cy="380365"/>
          </a:xfrm>
        </p:grpSpPr>
        <p:grpSp>
          <p:nvGrpSpPr>
            <p:cNvPr id="1060" name="椭圆 31"/>
            <p:cNvGrpSpPr/>
            <p:nvPr/>
          </p:nvGrpSpPr>
          <p:grpSpPr>
            <a:xfrm>
              <a:off x="0" y="0"/>
              <a:ext cx="328613" cy="328613"/>
              <a:chOff x="0" y="0"/>
              <a:chExt cx="328612" cy="328612"/>
            </a:xfrm>
          </p:grpSpPr>
          <p:sp>
            <p:nvSpPr>
              <p:cNvPr id="1058" name="圆形"/>
              <p:cNvSpPr/>
              <p:nvPr/>
            </p:nvSpPr>
            <p:spPr>
              <a:xfrm>
                <a:off x="-1" y="-1"/>
                <a:ext cx="328614" cy="328614"/>
              </a:xfrm>
              <a:prstGeom prst="ellipse">
                <a:avLst/>
              </a:pr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1059" name="2"/>
              <p:cNvSpPr txBox="1"/>
              <p:nvPr/>
            </p:nvSpPr>
            <p:spPr>
              <a:xfrm>
                <a:off x="48123" y="29686"/>
                <a:ext cx="232366" cy="269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20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r>
                  <a:t>2</a:t>
                </a:r>
              </a:p>
            </p:txBody>
          </p:sp>
        </p:grpSp>
        <p:sp>
          <p:nvSpPr>
            <p:cNvPr id="1061" name="文本框 24"/>
            <p:cNvSpPr txBox="1"/>
            <p:nvPr/>
          </p:nvSpPr>
          <p:spPr>
            <a:xfrm>
              <a:off x="328612" y="34925"/>
              <a:ext cx="3941764" cy="345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</a:t>
              </a:r>
            </a:p>
          </p:txBody>
        </p:sp>
      </p:grpSp>
      <p:grpSp>
        <p:nvGrpSpPr>
          <p:cNvPr id="1067" name="组合 33"/>
          <p:cNvGrpSpPr/>
          <p:nvPr/>
        </p:nvGrpSpPr>
        <p:grpSpPr>
          <a:xfrm>
            <a:off x="395288" y="3014663"/>
            <a:ext cx="4176712" cy="393066"/>
            <a:chOff x="0" y="0"/>
            <a:chExt cx="4176711" cy="393065"/>
          </a:xfrm>
        </p:grpSpPr>
        <p:grpSp>
          <p:nvGrpSpPr>
            <p:cNvPr id="1065" name="椭圆 34"/>
            <p:cNvGrpSpPr/>
            <p:nvPr/>
          </p:nvGrpSpPr>
          <p:grpSpPr>
            <a:xfrm>
              <a:off x="0" y="0"/>
              <a:ext cx="328613" cy="328613"/>
              <a:chOff x="0" y="0"/>
              <a:chExt cx="328612" cy="328612"/>
            </a:xfrm>
          </p:grpSpPr>
          <p:sp>
            <p:nvSpPr>
              <p:cNvPr id="1063" name="圆形"/>
              <p:cNvSpPr/>
              <p:nvPr/>
            </p:nvSpPr>
            <p:spPr>
              <a:xfrm>
                <a:off x="-1" y="-1"/>
                <a:ext cx="328614" cy="328614"/>
              </a:xfrm>
              <a:prstGeom prst="ellipse">
                <a:avLst/>
              </a:pr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1064" name="3"/>
              <p:cNvSpPr txBox="1"/>
              <p:nvPr/>
            </p:nvSpPr>
            <p:spPr>
              <a:xfrm>
                <a:off x="48124" y="29686"/>
                <a:ext cx="232363" cy="269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20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r>
                  <a:t>3</a:t>
                </a:r>
              </a:p>
            </p:txBody>
          </p:sp>
        </p:grpSp>
        <p:sp>
          <p:nvSpPr>
            <p:cNvPr id="1066" name="文本框 26"/>
            <p:cNvSpPr txBox="1"/>
            <p:nvPr/>
          </p:nvSpPr>
          <p:spPr>
            <a:xfrm>
              <a:off x="328611" y="47625"/>
              <a:ext cx="3848101" cy="345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</a:t>
              </a:r>
            </a:p>
          </p:txBody>
        </p:sp>
      </p:grpSp>
      <p:grpSp>
        <p:nvGrpSpPr>
          <p:cNvPr id="1072" name="组合 36"/>
          <p:cNvGrpSpPr/>
          <p:nvPr/>
        </p:nvGrpSpPr>
        <p:grpSpPr>
          <a:xfrm>
            <a:off x="395287" y="3597274"/>
            <a:ext cx="3960813" cy="380367"/>
            <a:chOff x="0" y="0"/>
            <a:chExt cx="3960811" cy="380365"/>
          </a:xfrm>
        </p:grpSpPr>
        <p:grpSp>
          <p:nvGrpSpPr>
            <p:cNvPr id="1070" name="椭圆 37"/>
            <p:cNvGrpSpPr/>
            <p:nvPr/>
          </p:nvGrpSpPr>
          <p:grpSpPr>
            <a:xfrm>
              <a:off x="0" y="0"/>
              <a:ext cx="328613" cy="328613"/>
              <a:chOff x="0" y="0"/>
              <a:chExt cx="328612" cy="328612"/>
            </a:xfrm>
          </p:grpSpPr>
          <p:sp>
            <p:nvSpPr>
              <p:cNvPr id="1068" name="圆形"/>
              <p:cNvSpPr/>
              <p:nvPr/>
            </p:nvSpPr>
            <p:spPr>
              <a:xfrm>
                <a:off x="-1" y="-1"/>
                <a:ext cx="328614" cy="328614"/>
              </a:xfrm>
              <a:prstGeom prst="ellipse">
                <a:avLst/>
              </a:pr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20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1069" name="4"/>
              <p:cNvSpPr txBox="1"/>
              <p:nvPr/>
            </p:nvSpPr>
            <p:spPr>
              <a:xfrm>
                <a:off x="48123" y="29686"/>
                <a:ext cx="232366" cy="269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20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r>
                  <a:t>4</a:t>
                </a:r>
              </a:p>
            </p:txBody>
          </p:sp>
        </p:grpSp>
        <p:sp>
          <p:nvSpPr>
            <p:cNvPr id="1071" name="文本框 28"/>
            <p:cNvSpPr txBox="1"/>
            <p:nvPr/>
          </p:nvSpPr>
          <p:spPr>
            <a:xfrm>
              <a:off x="328611" y="34925"/>
              <a:ext cx="3632201" cy="345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0D0D0D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</a:t>
              </a:r>
            </a:p>
          </p:txBody>
        </p:sp>
      </p:grpSp>
      <p:grpSp>
        <p:nvGrpSpPr>
          <p:cNvPr id="1086" name="组合 39"/>
          <p:cNvGrpSpPr/>
          <p:nvPr/>
        </p:nvGrpSpPr>
        <p:grpSpPr>
          <a:xfrm>
            <a:off x="4495420" y="1272993"/>
            <a:ext cx="3461676" cy="3461675"/>
            <a:chOff x="0" y="0"/>
            <a:chExt cx="3461674" cy="3461674"/>
          </a:xfrm>
        </p:grpSpPr>
        <p:graphicFrame>
          <p:nvGraphicFramePr>
            <p:cNvPr id="1073" name="二维圆环图"/>
            <p:cNvGraphicFramePr/>
            <p:nvPr/>
          </p:nvGraphicFramePr>
          <p:xfrm>
            <a:off x="0" y="0"/>
            <a:ext cx="3461675" cy="346167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074" name="直角三角形 41"/>
            <p:cNvSpPr/>
            <p:nvPr/>
          </p:nvSpPr>
          <p:spPr>
            <a:xfrm rot="10800000">
              <a:off x="2700717" y="379594"/>
              <a:ext cx="558801" cy="558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75" name="直角三角形 42"/>
            <p:cNvSpPr/>
            <p:nvPr/>
          </p:nvSpPr>
          <p:spPr>
            <a:xfrm>
              <a:off x="251204" y="2619556"/>
              <a:ext cx="558801" cy="558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76" name="直角三角形 43"/>
            <p:cNvSpPr/>
            <p:nvPr/>
          </p:nvSpPr>
          <p:spPr>
            <a:xfrm rot="10800000" flipH="1">
              <a:off x="251204" y="330382"/>
              <a:ext cx="558801" cy="558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77" name="直角三角形 44"/>
            <p:cNvSpPr/>
            <p:nvPr/>
          </p:nvSpPr>
          <p:spPr>
            <a:xfrm flipH="1">
              <a:off x="2700717" y="2522719"/>
              <a:ext cx="558801" cy="5572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78" name="文本框 20"/>
            <p:cNvSpPr txBox="1"/>
            <p:nvPr/>
          </p:nvSpPr>
          <p:spPr>
            <a:xfrm rot="18900000">
              <a:off x="426873" y="386324"/>
              <a:ext cx="676108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700" b="1">
                  <a:solidFill>
                    <a:srgbClr val="FFFFFF"/>
                  </a:solidFill>
                  <a:latin typeface="方正姚体"/>
                  <a:ea typeface="方正姚体"/>
                  <a:cs typeface="方正姚体"/>
                  <a:sym typeface="方正姚体"/>
                </a:defRPr>
              </a:lvl1pPr>
            </a:lstStyle>
            <a:p>
              <a:r>
                <a:t>01</a:t>
              </a:r>
            </a:p>
          </p:txBody>
        </p:sp>
        <p:sp>
          <p:nvSpPr>
            <p:cNvPr id="1079" name="文本框 21"/>
            <p:cNvSpPr txBox="1"/>
            <p:nvPr/>
          </p:nvSpPr>
          <p:spPr>
            <a:xfrm rot="18900000">
              <a:off x="236103" y="718192"/>
              <a:ext cx="154329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此处输入文字</a:t>
              </a:r>
            </a:p>
          </p:txBody>
        </p:sp>
        <p:sp>
          <p:nvSpPr>
            <p:cNvPr id="1080" name="文本框 32"/>
            <p:cNvSpPr txBox="1"/>
            <p:nvPr/>
          </p:nvSpPr>
          <p:spPr>
            <a:xfrm rot="2700000">
              <a:off x="2543462" y="401297"/>
              <a:ext cx="676108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700" b="1">
                  <a:solidFill>
                    <a:srgbClr val="FFFFFF"/>
                  </a:solidFill>
                  <a:latin typeface="方正姚体"/>
                  <a:ea typeface="方正姚体"/>
                  <a:cs typeface="方正姚体"/>
                  <a:sym typeface="方正姚体"/>
                </a:defRPr>
              </a:lvl1pPr>
            </a:lstStyle>
            <a:p>
              <a:r>
                <a:t>02</a:t>
              </a:r>
            </a:p>
          </p:txBody>
        </p:sp>
        <p:sp>
          <p:nvSpPr>
            <p:cNvPr id="1081" name="文本框 33"/>
            <p:cNvSpPr txBox="1"/>
            <p:nvPr/>
          </p:nvSpPr>
          <p:spPr>
            <a:xfrm rot="2700000">
              <a:off x="1833083" y="732906"/>
              <a:ext cx="1543292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此处输入文字</a:t>
              </a:r>
            </a:p>
          </p:txBody>
        </p:sp>
        <p:sp>
          <p:nvSpPr>
            <p:cNvPr id="1082" name="文本框 34"/>
            <p:cNvSpPr txBox="1"/>
            <p:nvPr/>
          </p:nvSpPr>
          <p:spPr>
            <a:xfrm rot="13500000">
              <a:off x="202108" y="2350327"/>
              <a:ext cx="154296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此处输入文字</a:t>
              </a:r>
            </a:p>
          </p:txBody>
        </p:sp>
        <p:sp>
          <p:nvSpPr>
            <p:cNvPr id="1083" name="文本框 35"/>
            <p:cNvSpPr txBox="1"/>
            <p:nvPr/>
          </p:nvSpPr>
          <p:spPr>
            <a:xfrm rot="13500000">
              <a:off x="426945" y="2587963"/>
              <a:ext cx="675962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700" b="1">
                  <a:solidFill>
                    <a:srgbClr val="FFFFFF"/>
                  </a:solidFill>
                  <a:latin typeface="方正姚体"/>
                  <a:ea typeface="方正姚体"/>
                  <a:cs typeface="方正姚体"/>
                  <a:sym typeface="方正姚体"/>
                </a:defRPr>
              </a:lvl1pPr>
            </a:lstStyle>
            <a:p>
              <a:r>
                <a:t>03</a:t>
              </a:r>
            </a:p>
          </p:txBody>
        </p:sp>
        <p:sp>
          <p:nvSpPr>
            <p:cNvPr id="1084" name="文本框 36"/>
            <p:cNvSpPr txBox="1"/>
            <p:nvPr/>
          </p:nvSpPr>
          <p:spPr>
            <a:xfrm rot="8100000">
              <a:off x="2580959" y="2505614"/>
              <a:ext cx="676108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700" b="1">
                  <a:solidFill>
                    <a:srgbClr val="FFFFFF"/>
                  </a:solidFill>
                  <a:latin typeface="方正姚体"/>
                  <a:ea typeface="方正姚体"/>
                  <a:cs typeface="方正姚体"/>
                  <a:sym typeface="方正姚体"/>
                </a:defRPr>
              </a:lvl1pPr>
            </a:lstStyle>
            <a:p>
              <a:r>
                <a:t>04</a:t>
              </a:r>
            </a:p>
          </p:txBody>
        </p:sp>
        <p:sp>
          <p:nvSpPr>
            <p:cNvPr id="1085" name="文本框 37"/>
            <p:cNvSpPr txBox="1"/>
            <p:nvPr/>
          </p:nvSpPr>
          <p:spPr>
            <a:xfrm rot="8100000">
              <a:off x="1852871" y="2350327"/>
              <a:ext cx="154296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此处输入文字</a:t>
              </a:r>
            </a:p>
          </p:txBody>
        </p:sp>
      </p:grpSp>
      <p:sp>
        <p:nvSpPr>
          <p:cNvPr id="1087" name="TextBox 2"/>
          <p:cNvSpPr txBox="1"/>
          <p:nvPr/>
        </p:nvSpPr>
        <p:spPr>
          <a:xfrm>
            <a:off x="5703887" y="2817813"/>
            <a:ext cx="125095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问题评估</a:t>
            </a:r>
          </a:p>
        </p:txBody>
      </p:sp>
      <p:sp>
        <p:nvSpPr>
          <p:cNvPr id="1088" name="矩形 53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问题评估</a:t>
            </a:r>
          </a:p>
        </p:txBody>
      </p:sp>
      <p:sp>
        <p:nvSpPr>
          <p:cNvPr id="1089" name="矩形 54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090" name="矩形 55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091" name="矩形 56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092" name="矩形 57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093" name="矩形 58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094" name="矩形 59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5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8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7" grpId="3" animBg="1" advAuto="0"/>
      <p:bldP spid="1062" grpId="4" animBg="1" advAuto="0"/>
      <p:bldP spid="1067" grpId="5" animBg="1" advAuto="0"/>
      <p:bldP spid="1072" grpId="6" animBg="1" advAuto="0"/>
      <p:bldP spid="1086" grpId="2" animBg="1" advAuto="0"/>
      <p:bldP spid="1087" grpId="1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5" name="组合 42"/>
          <p:cNvGrpSpPr/>
          <p:nvPr/>
        </p:nvGrpSpPr>
        <p:grpSpPr>
          <a:xfrm>
            <a:off x="3348037" y="1233487"/>
            <a:ext cx="5616576" cy="3282952"/>
            <a:chOff x="0" y="0"/>
            <a:chExt cx="5616574" cy="3282950"/>
          </a:xfrm>
        </p:grpSpPr>
        <p:sp>
          <p:nvSpPr>
            <p:cNvPr id="1096" name="직선 연결선 31"/>
            <p:cNvSpPr/>
            <p:nvPr/>
          </p:nvSpPr>
          <p:spPr>
            <a:xfrm>
              <a:off x="1787525" y="1560511"/>
              <a:ext cx="2351088" cy="7939"/>
            </a:xfrm>
            <a:prstGeom prst="line">
              <a:avLst/>
            </a:prstGeom>
            <a:noFill/>
            <a:ln w="76200" cap="sq">
              <a:solidFill>
                <a:srgbClr val="414455"/>
              </a:solidFill>
              <a:prstDash val="solid"/>
              <a:round/>
              <a:tailEnd type="triangle" w="med" len="med"/>
            </a:ln>
            <a:effectLst>
              <a:outerShdw blurRad="50800" dist="127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97" name="직선 연결선 20"/>
            <p:cNvSpPr/>
            <p:nvPr/>
          </p:nvSpPr>
          <p:spPr>
            <a:xfrm>
              <a:off x="1160462" y="387349"/>
              <a:ext cx="630238" cy="1177926"/>
            </a:xfrm>
            <a:prstGeom prst="line">
              <a:avLst/>
            </a:prstGeom>
            <a:noFill/>
            <a:ln w="41275" cap="flat">
              <a:solidFill>
                <a:srgbClr val="414455"/>
              </a:solidFill>
              <a:prstDash val="solid"/>
              <a:round/>
              <a:tailEnd type="triangle" w="med" len="med"/>
            </a:ln>
            <a:effectLst>
              <a:outerShdw blurRad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98" name="직선 연결선 23"/>
            <p:cNvSpPr/>
            <p:nvPr/>
          </p:nvSpPr>
          <p:spPr>
            <a:xfrm>
              <a:off x="3036886" y="387350"/>
              <a:ext cx="639764" cy="1173163"/>
            </a:xfrm>
            <a:prstGeom prst="line">
              <a:avLst/>
            </a:prstGeom>
            <a:noFill/>
            <a:ln w="41275" cap="flat">
              <a:solidFill>
                <a:srgbClr val="414455"/>
              </a:solidFill>
              <a:prstDash val="solid"/>
              <a:round/>
              <a:tailEnd type="triangle" w="med" len="med"/>
            </a:ln>
            <a:effectLst>
              <a:outerShdw blurRad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99" name="직선 연결선 24"/>
            <p:cNvSpPr/>
            <p:nvPr/>
          </p:nvSpPr>
          <p:spPr>
            <a:xfrm flipH="1">
              <a:off x="1039811" y="1565275"/>
              <a:ext cx="750889" cy="1285876"/>
            </a:xfrm>
            <a:prstGeom prst="line">
              <a:avLst/>
            </a:prstGeom>
            <a:noFill/>
            <a:ln w="41275" cap="flat">
              <a:solidFill>
                <a:srgbClr val="414455"/>
              </a:solidFill>
              <a:prstDash val="solid"/>
              <a:round/>
              <a:headEnd type="triangle" w="med" len="med"/>
            </a:ln>
            <a:effectLst>
              <a:outerShdw blurRad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00" name="직선 연결선 26"/>
            <p:cNvSpPr/>
            <p:nvPr/>
          </p:nvSpPr>
          <p:spPr>
            <a:xfrm flipH="1">
              <a:off x="2981325" y="1568449"/>
              <a:ext cx="695325" cy="1282701"/>
            </a:xfrm>
            <a:prstGeom prst="line">
              <a:avLst/>
            </a:prstGeom>
            <a:noFill/>
            <a:ln w="41275" cap="flat">
              <a:solidFill>
                <a:srgbClr val="414455"/>
              </a:solidFill>
              <a:prstDash val="solid"/>
              <a:round/>
              <a:headEnd type="triangle" w="med" len="med"/>
            </a:ln>
            <a:effectLst>
              <a:outerShdw blurRad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01" name="TextBox 7"/>
            <p:cNvSpPr txBox="1"/>
            <p:nvPr/>
          </p:nvSpPr>
          <p:spPr>
            <a:xfrm>
              <a:off x="0" y="627514"/>
              <a:ext cx="1348825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     分支因素1</a:t>
              </a:r>
            </a:p>
          </p:txBody>
        </p:sp>
        <p:sp>
          <p:nvSpPr>
            <p:cNvPr id="1102" name="TextBox 8"/>
            <p:cNvSpPr txBox="1"/>
            <p:nvPr/>
          </p:nvSpPr>
          <p:spPr>
            <a:xfrm>
              <a:off x="269763" y="962823"/>
              <a:ext cx="1348826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solidFill>
                    <a:srgbClr val="0C68CE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    分支因素1</a:t>
              </a:r>
            </a:p>
          </p:txBody>
        </p:sp>
        <p:sp>
          <p:nvSpPr>
            <p:cNvPr id="1103" name="TextBox 9"/>
            <p:cNvSpPr txBox="1"/>
            <p:nvPr/>
          </p:nvSpPr>
          <p:spPr>
            <a:xfrm>
              <a:off x="1736686" y="800953"/>
              <a:ext cx="1191763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分支因素1</a:t>
              </a:r>
            </a:p>
          </p:txBody>
        </p:sp>
        <p:sp>
          <p:nvSpPr>
            <p:cNvPr id="1104" name="TextBox 10"/>
            <p:cNvSpPr txBox="1"/>
            <p:nvPr/>
          </p:nvSpPr>
          <p:spPr>
            <a:xfrm>
              <a:off x="0" y="2335297"/>
              <a:ext cx="990625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分支因素3</a:t>
              </a:r>
            </a:p>
          </p:txBody>
        </p:sp>
        <p:sp>
          <p:nvSpPr>
            <p:cNvPr id="1105" name="TextBox 11"/>
            <p:cNvSpPr txBox="1"/>
            <p:nvPr/>
          </p:nvSpPr>
          <p:spPr>
            <a:xfrm>
              <a:off x="3463181" y="485608"/>
              <a:ext cx="1236123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分支因素2</a:t>
              </a:r>
            </a:p>
          </p:txBody>
        </p:sp>
        <p:sp>
          <p:nvSpPr>
            <p:cNvPr id="1106" name="TextBox 12"/>
            <p:cNvSpPr txBox="1"/>
            <p:nvPr/>
          </p:nvSpPr>
          <p:spPr>
            <a:xfrm>
              <a:off x="2330169" y="1139081"/>
              <a:ext cx="966359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分支因素2</a:t>
              </a:r>
            </a:p>
          </p:txBody>
        </p:sp>
        <p:sp>
          <p:nvSpPr>
            <p:cNvPr id="1107" name="TextBox 13"/>
            <p:cNvSpPr txBox="1"/>
            <p:nvPr/>
          </p:nvSpPr>
          <p:spPr>
            <a:xfrm>
              <a:off x="3732947" y="908866"/>
              <a:ext cx="1456732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solidFill>
                    <a:srgbClr val="0C68CE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与分支因素2</a:t>
              </a:r>
            </a:p>
          </p:txBody>
        </p:sp>
        <p:sp>
          <p:nvSpPr>
            <p:cNvPr id="1108" name="TextBox 14"/>
            <p:cNvSpPr txBox="1"/>
            <p:nvPr/>
          </p:nvSpPr>
          <p:spPr>
            <a:xfrm>
              <a:off x="427440" y="1826126"/>
              <a:ext cx="1456731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solidFill>
                    <a:srgbClr val="0C68CE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分支因素3</a:t>
              </a:r>
            </a:p>
          </p:txBody>
        </p:sp>
        <p:sp>
          <p:nvSpPr>
            <p:cNvPr id="1109" name="TextBox 15"/>
            <p:cNvSpPr txBox="1"/>
            <p:nvPr/>
          </p:nvSpPr>
          <p:spPr>
            <a:xfrm>
              <a:off x="2376243" y="1772170"/>
              <a:ext cx="971155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solidFill>
                    <a:srgbClr val="0C68CE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分支因素3</a:t>
              </a:r>
            </a:p>
          </p:txBody>
        </p:sp>
        <p:sp>
          <p:nvSpPr>
            <p:cNvPr id="1110" name="TextBox 16"/>
            <p:cNvSpPr txBox="1"/>
            <p:nvPr/>
          </p:nvSpPr>
          <p:spPr>
            <a:xfrm>
              <a:off x="3728151" y="2001184"/>
              <a:ext cx="1348826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分支因素3</a:t>
              </a:r>
            </a:p>
          </p:txBody>
        </p:sp>
        <p:sp>
          <p:nvSpPr>
            <p:cNvPr id="1111" name="TextBox 17"/>
            <p:cNvSpPr txBox="1"/>
            <p:nvPr/>
          </p:nvSpPr>
          <p:spPr>
            <a:xfrm>
              <a:off x="3575884" y="2394236"/>
              <a:ext cx="88543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分支因素3</a:t>
              </a:r>
            </a:p>
          </p:txBody>
        </p:sp>
        <p:grpSp>
          <p:nvGrpSpPr>
            <p:cNvPr id="1123" name="그룹 110"/>
            <p:cNvGrpSpPr/>
            <p:nvPr/>
          </p:nvGrpSpPr>
          <p:grpSpPr>
            <a:xfrm>
              <a:off x="927099" y="593724"/>
              <a:ext cx="2809876" cy="1924051"/>
              <a:chOff x="0" y="0"/>
              <a:chExt cx="2809874" cy="1924049"/>
            </a:xfrm>
          </p:grpSpPr>
          <p:sp>
            <p:nvSpPr>
              <p:cNvPr id="1112" name="직선 연결선 76"/>
              <p:cNvSpPr/>
              <p:nvPr/>
            </p:nvSpPr>
            <p:spPr>
              <a:xfrm>
                <a:off x="88900" y="163512"/>
                <a:ext cx="323850" cy="1589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13" name="직선 연결선 90"/>
              <p:cNvSpPr/>
              <p:nvPr/>
            </p:nvSpPr>
            <p:spPr>
              <a:xfrm>
                <a:off x="250824" y="487361"/>
                <a:ext cx="323850" cy="1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14" name="직선 연결선 93"/>
              <p:cNvSpPr/>
              <p:nvPr/>
            </p:nvSpPr>
            <p:spPr>
              <a:xfrm>
                <a:off x="2216150" y="-1"/>
                <a:ext cx="323850" cy="1588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15" name="직선 연결선 94"/>
              <p:cNvSpPr/>
              <p:nvPr/>
            </p:nvSpPr>
            <p:spPr>
              <a:xfrm>
                <a:off x="2486025" y="431799"/>
                <a:ext cx="323850" cy="1587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16" name="직선 연결선 95"/>
              <p:cNvSpPr/>
              <p:nvPr/>
            </p:nvSpPr>
            <p:spPr>
              <a:xfrm>
                <a:off x="495300" y="323849"/>
                <a:ext cx="323850" cy="1587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17" name="직선 연결선 96"/>
              <p:cNvSpPr/>
              <p:nvPr/>
            </p:nvSpPr>
            <p:spPr>
              <a:xfrm>
                <a:off x="2265362" y="655636"/>
                <a:ext cx="323850" cy="1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18" name="직선 연결선 97"/>
              <p:cNvSpPr/>
              <p:nvPr/>
            </p:nvSpPr>
            <p:spPr>
              <a:xfrm>
                <a:off x="300037" y="1366836"/>
                <a:ext cx="323850" cy="1589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19" name="직선 연결선 98"/>
              <p:cNvSpPr/>
              <p:nvPr/>
            </p:nvSpPr>
            <p:spPr>
              <a:xfrm>
                <a:off x="0" y="1858961"/>
                <a:ext cx="323850" cy="1589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20" name="직선 연결선 103"/>
              <p:cNvSpPr/>
              <p:nvPr/>
            </p:nvSpPr>
            <p:spPr>
              <a:xfrm>
                <a:off x="2297112" y="1922461"/>
                <a:ext cx="323850" cy="1589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21" name="직선 연결선 104"/>
              <p:cNvSpPr/>
              <p:nvPr/>
            </p:nvSpPr>
            <p:spPr>
              <a:xfrm>
                <a:off x="2265362" y="1295399"/>
                <a:ext cx="323850" cy="1587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22" name="직선 연결선 106"/>
              <p:cNvSpPr/>
              <p:nvPr/>
            </p:nvSpPr>
            <p:spPr>
              <a:xfrm>
                <a:off x="2476500" y="1516061"/>
                <a:ext cx="323850" cy="1589"/>
              </a:xfrm>
              <a:prstGeom prst="line">
                <a:avLst/>
              </a:prstGeom>
              <a:noFill/>
              <a:ln w="12700" cap="flat">
                <a:solidFill>
                  <a:srgbClr val="80808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126" name="모서리가 둥근 직사각형 10"/>
            <p:cNvGrpSpPr/>
            <p:nvPr/>
          </p:nvGrpSpPr>
          <p:grpSpPr>
            <a:xfrm>
              <a:off x="4148136" y="1358900"/>
              <a:ext cx="1468439" cy="455613"/>
              <a:chOff x="0" y="0"/>
              <a:chExt cx="1468438" cy="455612"/>
            </a:xfrm>
          </p:grpSpPr>
          <p:sp>
            <p:nvSpPr>
              <p:cNvPr id="1124" name="圆角矩形"/>
              <p:cNvSpPr/>
              <p:nvPr/>
            </p:nvSpPr>
            <p:spPr>
              <a:xfrm>
                <a:off x="0" y="0"/>
                <a:ext cx="1468439" cy="455613"/>
              </a:xfrm>
              <a:prstGeom prst="roundRect">
                <a:avLst>
                  <a:gd name="adj" fmla="val 16667"/>
                </a:avLst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>
                <a:outerShdw blurRad="50800" dist="38100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1125" name="结果文本"/>
              <p:cNvSpPr txBox="1"/>
              <p:nvPr/>
            </p:nvSpPr>
            <p:spPr>
              <a:xfrm>
                <a:off x="22240" y="4286"/>
                <a:ext cx="1423958" cy="4470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0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r>
                  <a:t>结果文本</a:t>
                </a:r>
              </a:p>
            </p:txBody>
          </p:sp>
        </p:grpSp>
        <p:grpSp>
          <p:nvGrpSpPr>
            <p:cNvPr id="1129" name="모서리가 둥근 직사각형 12"/>
            <p:cNvGrpSpPr/>
            <p:nvPr/>
          </p:nvGrpSpPr>
          <p:grpSpPr>
            <a:xfrm>
              <a:off x="674687" y="-1"/>
              <a:ext cx="971550" cy="387352"/>
              <a:chOff x="0" y="0"/>
              <a:chExt cx="971549" cy="387350"/>
            </a:xfrm>
          </p:grpSpPr>
          <p:sp>
            <p:nvSpPr>
              <p:cNvPr id="1127" name="圆角矩形"/>
              <p:cNvSpPr/>
              <p:nvPr/>
            </p:nvSpPr>
            <p:spPr>
              <a:xfrm>
                <a:off x="0" y="0"/>
                <a:ext cx="971550" cy="387351"/>
              </a:xfrm>
              <a:prstGeom prst="roundRect">
                <a:avLst>
                  <a:gd name="adj" fmla="val 16667"/>
                </a:avLst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>
                <a:outerShdw blurRad="50800" dist="38100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1128" name="因素1"/>
              <p:cNvSpPr txBox="1"/>
              <p:nvPr/>
            </p:nvSpPr>
            <p:spPr>
              <a:xfrm>
                <a:off x="18909" y="8254"/>
                <a:ext cx="933731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t>因素1</a:t>
                </a:r>
              </a:p>
            </p:txBody>
          </p:sp>
        </p:grpSp>
        <p:grpSp>
          <p:nvGrpSpPr>
            <p:cNvPr id="1132" name="모서리가 둥근 직사각형 13"/>
            <p:cNvGrpSpPr/>
            <p:nvPr/>
          </p:nvGrpSpPr>
          <p:grpSpPr>
            <a:xfrm>
              <a:off x="2551111" y="-1"/>
              <a:ext cx="971551" cy="387352"/>
              <a:chOff x="0" y="0"/>
              <a:chExt cx="971549" cy="387350"/>
            </a:xfrm>
          </p:grpSpPr>
          <p:sp>
            <p:nvSpPr>
              <p:cNvPr id="1130" name="圆角矩形"/>
              <p:cNvSpPr/>
              <p:nvPr/>
            </p:nvSpPr>
            <p:spPr>
              <a:xfrm>
                <a:off x="0" y="0"/>
                <a:ext cx="971550" cy="387351"/>
              </a:xfrm>
              <a:prstGeom prst="roundRect">
                <a:avLst>
                  <a:gd name="adj" fmla="val 16667"/>
                </a:avLst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>
                <a:outerShdw blurRad="50800" dist="38100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1131" name="因素2"/>
              <p:cNvSpPr txBox="1"/>
              <p:nvPr/>
            </p:nvSpPr>
            <p:spPr>
              <a:xfrm>
                <a:off x="18909" y="8254"/>
                <a:ext cx="933731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t>因素2</a:t>
                </a:r>
              </a:p>
            </p:txBody>
          </p:sp>
        </p:grpSp>
        <p:grpSp>
          <p:nvGrpSpPr>
            <p:cNvPr id="1135" name="모서리가 둥근 직사각형 15"/>
            <p:cNvGrpSpPr/>
            <p:nvPr/>
          </p:nvGrpSpPr>
          <p:grpSpPr>
            <a:xfrm>
              <a:off x="554037" y="2851150"/>
              <a:ext cx="971550" cy="431801"/>
              <a:chOff x="0" y="0"/>
              <a:chExt cx="971549" cy="431799"/>
            </a:xfrm>
          </p:grpSpPr>
          <p:sp>
            <p:nvSpPr>
              <p:cNvPr id="1133" name="圆角矩形"/>
              <p:cNvSpPr/>
              <p:nvPr/>
            </p:nvSpPr>
            <p:spPr>
              <a:xfrm>
                <a:off x="0" y="0"/>
                <a:ext cx="971550" cy="431800"/>
              </a:xfrm>
              <a:prstGeom prst="roundRect">
                <a:avLst>
                  <a:gd name="adj" fmla="val 16667"/>
                </a:avLst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>
                <a:outerShdw blurRad="50800" dist="38100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1134" name="因素3"/>
              <p:cNvSpPr txBox="1"/>
              <p:nvPr/>
            </p:nvSpPr>
            <p:spPr>
              <a:xfrm>
                <a:off x="21078" y="30479"/>
                <a:ext cx="929393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t>因素3</a:t>
                </a:r>
              </a:p>
            </p:txBody>
          </p:sp>
        </p:grpSp>
        <p:grpSp>
          <p:nvGrpSpPr>
            <p:cNvPr id="1138" name="모서리가 둥근 직사각형 16"/>
            <p:cNvGrpSpPr/>
            <p:nvPr/>
          </p:nvGrpSpPr>
          <p:grpSpPr>
            <a:xfrm>
              <a:off x="2444749" y="2851150"/>
              <a:ext cx="1073151" cy="431801"/>
              <a:chOff x="0" y="0"/>
              <a:chExt cx="1073149" cy="431799"/>
            </a:xfrm>
          </p:grpSpPr>
          <p:sp>
            <p:nvSpPr>
              <p:cNvPr id="1136" name="圆角矩形"/>
              <p:cNvSpPr/>
              <p:nvPr/>
            </p:nvSpPr>
            <p:spPr>
              <a:xfrm>
                <a:off x="0" y="0"/>
                <a:ext cx="1073150" cy="431800"/>
              </a:xfrm>
              <a:prstGeom prst="roundRect">
                <a:avLst>
                  <a:gd name="adj" fmla="val 16667"/>
                </a:avLst>
              </a:prstGeom>
              <a:solidFill>
                <a:srgbClr val="414455"/>
              </a:solidFill>
              <a:ln w="12700" cap="flat">
                <a:noFill/>
                <a:miter lim="400000"/>
              </a:ln>
              <a:effectLst>
                <a:outerShdw blurRad="50800" dist="38100" dir="27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/>
              </a:p>
            </p:txBody>
          </p:sp>
          <p:sp>
            <p:nvSpPr>
              <p:cNvPr id="1137" name="因素4"/>
              <p:cNvSpPr txBox="1"/>
              <p:nvPr/>
            </p:nvSpPr>
            <p:spPr>
              <a:xfrm>
                <a:off x="21078" y="30479"/>
                <a:ext cx="1030993" cy="370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600" b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r>
                  <a:t>因素4</a:t>
                </a:r>
              </a:p>
            </p:txBody>
          </p:sp>
        </p:grpSp>
        <p:sp>
          <p:nvSpPr>
            <p:cNvPr id="1139" name="椭圆 24"/>
            <p:cNvSpPr/>
            <p:nvPr/>
          </p:nvSpPr>
          <p:spPr>
            <a:xfrm>
              <a:off x="1743074" y="1506536"/>
              <a:ext cx="107951" cy="10795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1140" name="椭圆 25"/>
            <p:cNvSpPr/>
            <p:nvPr/>
          </p:nvSpPr>
          <p:spPr>
            <a:xfrm>
              <a:off x="3630612" y="1506536"/>
              <a:ext cx="106365" cy="10795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1141" name="椭圆 26"/>
            <p:cNvSpPr/>
            <p:nvPr/>
          </p:nvSpPr>
          <p:spPr>
            <a:xfrm>
              <a:off x="1106487" y="333375"/>
              <a:ext cx="107951" cy="10795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1142" name="椭圆 27"/>
            <p:cNvSpPr/>
            <p:nvPr/>
          </p:nvSpPr>
          <p:spPr>
            <a:xfrm>
              <a:off x="981075" y="2797175"/>
              <a:ext cx="107951" cy="10795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1143" name="椭圆 28"/>
            <p:cNvSpPr/>
            <p:nvPr/>
          </p:nvSpPr>
          <p:spPr>
            <a:xfrm>
              <a:off x="2928937" y="2789236"/>
              <a:ext cx="107951" cy="10795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  <p:sp>
          <p:nvSpPr>
            <p:cNvPr id="1144" name="椭圆 29"/>
            <p:cNvSpPr/>
            <p:nvPr/>
          </p:nvSpPr>
          <p:spPr>
            <a:xfrm>
              <a:off x="2982911" y="341311"/>
              <a:ext cx="107951" cy="10795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414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</p:txBody>
        </p:sp>
      </p:grpSp>
      <p:sp>
        <p:nvSpPr>
          <p:cNvPr id="1146" name="TextBox 30"/>
          <p:cNvSpPr txBox="1"/>
          <p:nvPr/>
        </p:nvSpPr>
        <p:spPr>
          <a:xfrm>
            <a:off x="254000" y="1225549"/>
            <a:ext cx="9169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相关对策</a:t>
            </a:r>
          </a:p>
        </p:txBody>
      </p:sp>
      <p:sp>
        <p:nvSpPr>
          <p:cNvPr id="1147" name="TextBox 29"/>
          <p:cNvSpPr txBox="1"/>
          <p:nvPr/>
        </p:nvSpPr>
        <p:spPr>
          <a:xfrm>
            <a:off x="250824" y="1687513"/>
            <a:ext cx="3097215" cy="2969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1148" name="矩形 45"/>
          <p:cNvSpPr txBox="1"/>
          <p:nvPr/>
        </p:nvSpPr>
        <p:spPr>
          <a:xfrm>
            <a:off x="6477000" y="176212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相关对策</a:t>
            </a:r>
          </a:p>
        </p:txBody>
      </p:sp>
      <p:sp>
        <p:nvSpPr>
          <p:cNvPr id="1149" name="矩形 46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0" name="矩形 47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1" name="矩形 48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2" name="矩形 49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3" name="矩形 50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154" name="矩形 51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5" grpId="3" animBg="1" advAuto="0"/>
      <p:bldP spid="1146" grpId="1" animBg="1" advAuto="0"/>
      <p:bldP spid="1147" grpId="2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矩形 1"/>
          <p:cNvSpPr/>
          <p:nvPr/>
        </p:nvSpPr>
        <p:spPr>
          <a:xfrm>
            <a:off x="677863" y="1746250"/>
            <a:ext cx="2535237" cy="323850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57" name="矩形 2"/>
          <p:cNvSpPr/>
          <p:nvPr/>
        </p:nvSpPr>
        <p:spPr>
          <a:xfrm>
            <a:off x="677863" y="2070100"/>
            <a:ext cx="2535237" cy="333375"/>
          </a:xfrm>
          <a:prstGeom prst="rect">
            <a:avLst/>
          </a:prstGeom>
          <a:solidFill>
            <a:srgbClr val="DCDC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58" name="矩形 3"/>
          <p:cNvSpPr/>
          <p:nvPr/>
        </p:nvSpPr>
        <p:spPr>
          <a:xfrm>
            <a:off x="677863" y="2403474"/>
            <a:ext cx="2535237" cy="325440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59" name="矩形 4"/>
          <p:cNvSpPr/>
          <p:nvPr/>
        </p:nvSpPr>
        <p:spPr>
          <a:xfrm>
            <a:off x="677863" y="2728913"/>
            <a:ext cx="2535237" cy="325438"/>
          </a:xfrm>
          <a:prstGeom prst="rect">
            <a:avLst/>
          </a:prstGeom>
          <a:solidFill>
            <a:srgbClr val="DCDC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0" name="矩形 5"/>
          <p:cNvSpPr/>
          <p:nvPr/>
        </p:nvSpPr>
        <p:spPr>
          <a:xfrm>
            <a:off x="677863" y="3054350"/>
            <a:ext cx="2535237" cy="323850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1" name="矩形 6"/>
          <p:cNvSpPr/>
          <p:nvPr/>
        </p:nvSpPr>
        <p:spPr>
          <a:xfrm>
            <a:off x="677863" y="3387724"/>
            <a:ext cx="2535237" cy="325440"/>
          </a:xfrm>
          <a:prstGeom prst="rect">
            <a:avLst/>
          </a:prstGeom>
          <a:solidFill>
            <a:srgbClr val="DCDC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2" name="矩形 7"/>
          <p:cNvSpPr/>
          <p:nvPr/>
        </p:nvSpPr>
        <p:spPr>
          <a:xfrm>
            <a:off x="677863" y="3713162"/>
            <a:ext cx="2535237" cy="323851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3" name="矩形 8"/>
          <p:cNvSpPr/>
          <p:nvPr/>
        </p:nvSpPr>
        <p:spPr>
          <a:xfrm>
            <a:off x="3367088" y="1746250"/>
            <a:ext cx="2535237" cy="323850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4" name="矩形 9"/>
          <p:cNvSpPr/>
          <p:nvPr/>
        </p:nvSpPr>
        <p:spPr>
          <a:xfrm>
            <a:off x="3367088" y="2079625"/>
            <a:ext cx="2535237" cy="323850"/>
          </a:xfrm>
          <a:prstGeom prst="rect">
            <a:avLst/>
          </a:prstGeom>
          <a:solidFill>
            <a:srgbClr val="DCDC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5" name="矩形 10"/>
          <p:cNvSpPr/>
          <p:nvPr/>
        </p:nvSpPr>
        <p:spPr>
          <a:xfrm>
            <a:off x="3367088" y="2403474"/>
            <a:ext cx="2535237" cy="325440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6" name="矩形 11"/>
          <p:cNvSpPr/>
          <p:nvPr/>
        </p:nvSpPr>
        <p:spPr>
          <a:xfrm>
            <a:off x="3367088" y="2728913"/>
            <a:ext cx="2535237" cy="325438"/>
          </a:xfrm>
          <a:prstGeom prst="rect">
            <a:avLst/>
          </a:prstGeom>
          <a:solidFill>
            <a:srgbClr val="DCDC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7" name="矩形 12"/>
          <p:cNvSpPr/>
          <p:nvPr/>
        </p:nvSpPr>
        <p:spPr>
          <a:xfrm>
            <a:off x="3367088" y="3054350"/>
            <a:ext cx="2535237" cy="323850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8" name="矩形 13"/>
          <p:cNvSpPr/>
          <p:nvPr/>
        </p:nvSpPr>
        <p:spPr>
          <a:xfrm>
            <a:off x="3367088" y="3387724"/>
            <a:ext cx="2535237" cy="325440"/>
          </a:xfrm>
          <a:prstGeom prst="rect">
            <a:avLst/>
          </a:prstGeom>
          <a:solidFill>
            <a:srgbClr val="DCDC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9" name="矩形 14"/>
          <p:cNvSpPr/>
          <p:nvPr/>
        </p:nvSpPr>
        <p:spPr>
          <a:xfrm>
            <a:off x="3367088" y="3713162"/>
            <a:ext cx="2535237" cy="323851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0" name="矩形 15"/>
          <p:cNvSpPr/>
          <p:nvPr/>
        </p:nvSpPr>
        <p:spPr>
          <a:xfrm>
            <a:off x="6054725" y="1746250"/>
            <a:ext cx="2536825" cy="323850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1" name="矩形 16"/>
          <p:cNvSpPr/>
          <p:nvPr/>
        </p:nvSpPr>
        <p:spPr>
          <a:xfrm>
            <a:off x="6054725" y="2079625"/>
            <a:ext cx="2536825" cy="323850"/>
          </a:xfrm>
          <a:prstGeom prst="rect">
            <a:avLst/>
          </a:prstGeom>
          <a:solidFill>
            <a:srgbClr val="DCDC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2" name="矩形 17"/>
          <p:cNvSpPr/>
          <p:nvPr/>
        </p:nvSpPr>
        <p:spPr>
          <a:xfrm>
            <a:off x="6054725" y="2403474"/>
            <a:ext cx="2536825" cy="325440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3" name="矩形 18"/>
          <p:cNvSpPr/>
          <p:nvPr/>
        </p:nvSpPr>
        <p:spPr>
          <a:xfrm>
            <a:off x="6054725" y="2728913"/>
            <a:ext cx="2536825" cy="325438"/>
          </a:xfrm>
          <a:prstGeom prst="rect">
            <a:avLst/>
          </a:prstGeom>
          <a:solidFill>
            <a:srgbClr val="DCDC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4" name="矩形 19"/>
          <p:cNvSpPr/>
          <p:nvPr/>
        </p:nvSpPr>
        <p:spPr>
          <a:xfrm>
            <a:off x="6054725" y="3054350"/>
            <a:ext cx="2536825" cy="323850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5" name="矩形 20"/>
          <p:cNvSpPr/>
          <p:nvPr/>
        </p:nvSpPr>
        <p:spPr>
          <a:xfrm>
            <a:off x="6054725" y="3387724"/>
            <a:ext cx="2536825" cy="325440"/>
          </a:xfrm>
          <a:prstGeom prst="rect">
            <a:avLst/>
          </a:prstGeom>
          <a:solidFill>
            <a:srgbClr val="DCDC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6" name="矩形 21"/>
          <p:cNvSpPr/>
          <p:nvPr/>
        </p:nvSpPr>
        <p:spPr>
          <a:xfrm>
            <a:off x="6054725" y="3713162"/>
            <a:ext cx="2536825" cy="323851"/>
          </a:xfrm>
          <a:prstGeom prst="rect">
            <a:avLst/>
          </a:prstGeom>
          <a:solidFill>
            <a:srgbClr val="F9F9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182" name="组合 22"/>
          <p:cNvGrpSpPr/>
          <p:nvPr/>
        </p:nvGrpSpPr>
        <p:grpSpPr>
          <a:xfrm>
            <a:off x="598488" y="1087437"/>
            <a:ext cx="2614612" cy="658813"/>
            <a:chOff x="0" y="0"/>
            <a:chExt cx="2614611" cy="658812"/>
          </a:xfrm>
        </p:grpSpPr>
        <p:sp>
          <p:nvSpPr>
            <p:cNvPr id="1177" name="矩形 23"/>
            <p:cNvSpPr/>
            <p:nvPr/>
          </p:nvSpPr>
          <p:spPr>
            <a:xfrm>
              <a:off x="79375" y="-1"/>
              <a:ext cx="2535237" cy="658814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180" name="组合 24"/>
            <p:cNvGrpSpPr/>
            <p:nvPr/>
          </p:nvGrpSpPr>
          <p:grpSpPr>
            <a:xfrm>
              <a:off x="0" y="108071"/>
              <a:ext cx="767125" cy="417121"/>
              <a:chOff x="0" y="0"/>
              <a:chExt cx="767124" cy="417120"/>
            </a:xfrm>
          </p:grpSpPr>
          <p:sp>
            <p:nvSpPr>
              <p:cNvPr id="1178" name="任意多边形 26"/>
              <p:cNvSpPr/>
              <p:nvPr/>
            </p:nvSpPr>
            <p:spPr>
              <a:xfrm rot="10800000" flipH="1">
                <a:off x="0" y="34292"/>
                <a:ext cx="767125" cy="382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506"/>
                    </a:lnTo>
                    <a:lnTo>
                      <a:pt x="16112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79" name="直角三角形 27"/>
              <p:cNvSpPr/>
              <p:nvPr/>
            </p:nvSpPr>
            <p:spPr>
              <a:xfrm flipH="1">
                <a:off x="0" y="-1"/>
                <a:ext cx="90612" cy="342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1181" name="文本框 2"/>
            <p:cNvSpPr txBox="1"/>
            <p:nvPr/>
          </p:nvSpPr>
          <p:spPr>
            <a:xfrm>
              <a:off x="804958" y="155814"/>
              <a:ext cx="169376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可行性说明一</a:t>
              </a:r>
            </a:p>
          </p:txBody>
        </p:sp>
      </p:grpSp>
      <p:grpSp>
        <p:nvGrpSpPr>
          <p:cNvPr id="1188" name="组合 28"/>
          <p:cNvGrpSpPr/>
          <p:nvPr/>
        </p:nvGrpSpPr>
        <p:grpSpPr>
          <a:xfrm>
            <a:off x="3271838" y="1087437"/>
            <a:ext cx="2630487" cy="658813"/>
            <a:chOff x="0" y="0"/>
            <a:chExt cx="2630485" cy="658812"/>
          </a:xfrm>
        </p:grpSpPr>
        <p:sp>
          <p:nvSpPr>
            <p:cNvPr id="1183" name="矩形 29"/>
            <p:cNvSpPr/>
            <p:nvPr/>
          </p:nvSpPr>
          <p:spPr>
            <a:xfrm>
              <a:off x="95249" y="-1"/>
              <a:ext cx="2535238" cy="658814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186" name="组合 30"/>
            <p:cNvGrpSpPr/>
            <p:nvPr/>
          </p:nvGrpSpPr>
          <p:grpSpPr>
            <a:xfrm>
              <a:off x="0" y="108071"/>
              <a:ext cx="766852" cy="415940"/>
              <a:chOff x="0" y="0"/>
              <a:chExt cx="766850" cy="415939"/>
            </a:xfrm>
          </p:grpSpPr>
          <p:sp>
            <p:nvSpPr>
              <p:cNvPr id="1184" name="任意多边形 32"/>
              <p:cNvSpPr/>
              <p:nvPr/>
            </p:nvSpPr>
            <p:spPr>
              <a:xfrm rot="10800000" flipH="1">
                <a:off x="0" y="34292"/>
                <a:ext cx="766852" cy="3816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506"/>
                    </a:lnTo>
                    <a:lnTo>
                      <a:pt x="16112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85" name="直角三角形 33"/>
              <p:cNvSpPr/>
              <p:nvPr/>
            </p:nvSpPr>
            <p:spPr>
              <a:xfrm flipH="1">
                <a:off x="0" y="-1"/>
                <a:ext cx="90579" cy="342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1187" name="文本框 68"/>
            <p:cNvSpPr txBox="1"/>
            <p:nvPr/>
          </p:nvSpPr>
          <p:spPr>
            <a:xfrm>
              <a:off x="868714" y="155814"/>
              <a:ext cx="1646593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可行性说明二</a:t>
              </a:r>
            </a:p>
          </p:txBody>
        </p:sp>
      </p:grpSp>
      <p:grpSp>
        <p:nvGrpSpPr>
          <p:cNvPr id="1194" name="组合 34"/>
          <p:cNvGrpSpPr/>
          <p:nvPr/>
        </p:nvGrpSpPr>
        <p:grpSpPr>
          <a:xfrm>
            <a:off x="5965825" y="1087437"/>
            <a:ext cx="2641600" cy="658813"/>
            <a:chOff x="0" y="0"/>
            <a:chExt cx="2641599" cy="658812"/>
          </a:xfrm>
        </p:grpSpPr>
        <p:sp>
          <p:nvSpPr>
            <p:cNvPr id="1189" name="矩形 35"/>
            <p:cNvSpPr/>
            <p:nvPr/>
          </p:nvSpPr>
          <p:spPr>
            <a:xfrm>
              <a:off x="88899" y="-1"/>
              <a:ext cx="2535239" cy="658814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192" name="组合 36"/>
            <p:cNvGrpSpPr/>
            <p:nvPr/>
          </p:nvGrpSpPr>
          <p:grpSpPr>
            <a:xfrm>
              <a:off x="0" y="108071"/>
              <a:ext cx="766949" cy="415940"/>
              <a:chOff x="0" y="0"/>
              <a:chExt cx="766948" cy="415939"/>
            </a:xfrm>
          </p:grpSpPr>
          <p:sp>
            <p:nvSpPr>
              <p:cNvPr id="1190" name="任意多边形 38"/>
              <p:cNvSpPr/>
              <p:nvPr/>
            </p:nvSpPr>
            <p:spPr>
              <a:xfrm rot="10800000" flipH="1">
                <a:off x="0" y="34292"/>
                <a:ext cx="766949" cy="3816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506"/>
                    </a:lnTo>
                    <a:lnTo>
                      <a:pt x="16112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91" name="直角三角形 39"/>
              <p:cNvSpPr/>
              <p:nvPr/>
            </p:nvSpPr>
            <p:spPr>
              <a:xfrm flipH="1">
                <a:off x="0" y="-1"/>
                <a:ext cx="90591" cy="342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1193" name="文本框 69"/>
            <p:cNvSpPr txBox="1"/>
            <p:nvPr/>
          </p:nvSpPr>
          <p:spPr>
            <a:xfrm>
              <a:off x="837851" y="188846"/>
              <a:ext cx="1803749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可行性说明三</a:t>
              </a:r>
            </a:p>
          </p:txBody>
        </p:sp>
      </p:grpSp>
      <p:grpSp>
        <p:nvGrpSpPr>
          <p:cNvPr id="1197" name="组合 40"/>
          <p:cNvGrpSpPr/>
          <p:nvPr/>
        </p:nvGrpSpPr>
        <p:grpSpPr>
          <a:xfrm>
            <a:off x="677376" y="4037529"/>
            <a:ext cx="2535658" cy="550446"/>
            <a:chOff x="0" y="0"/>
            <a:chExt cx="2535656" cy="550444"/>
          </a:xfrm>
        </p:grpSpPr>
        <p:sp>
          <p:nvSpPr>
            <p:cNvPr id="1195" name="矩形 41"/>
            <p:cNvSpPr/>
            <p:nvPr/>
          </p:nvSpPr>
          <p:spPr>
            <a:xfrm>
              <a:off x="-1" y="0"/>
              <a:ext cx="2535658" cy="550445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96" name="文本框 70"/>
            <p:cNvSpPr txBox="1"/>
            <p:nvPr/>
          </p:nvSpPr>
          <p:spPr>
            <a:xfrm>
              <a:off x="647887" y="104084"/>
              <a:ext cx="1170506" cy="408941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添加文字</a:t>
              </a:r>
            </a:p>
          </p:txBody>
        </p:sp>
      </p:grpSp>
      <p:grpSp>
        <p:nvGrpSpPr>
          <p:cNvPr id="1200" name="组合 43"/>
          <p:cNvGrpSpPr/>
          <p:nvPr/>
        </p:nvGrpSpPr>
        <p:grpSpPr>
          <a:xfrm>
            <a:off x="3366434" y="4037529"/>
            <a:ext cx="2535657" cy="550446"/>
            <a:chOff x="0" y="0"/>
            <a:chExt cx="2535656" cy="550444"/>
          </a:xfrm>
        </p:grpSpPr>
        <p:sp>
          <p:nvSpPr>
            <p:cNvPr id="1198" name="矩形 44"/>
            <p:cNvSpPr/>
            <p:nvPr/>
          </p:nvSpPr>
          <p:spPr>
            <a:xfrm>
              <a:off x="-1" y="0"/>
              <a:ext cx="2535658" cy="550445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99" name="文本框 71"/>
            <p:cNvSpPr txBox="1"/>
            <p:nvPr/>
          </p:nvSpPr>
          <p:spPr>
            <a:xfrm>
              <a:off x="762541" y="86082"/>
              <a:ext cx="1170506" cy="408941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添加文字</a:t>
              </a:r>
            </a:p>
          </p:txBody>
        </p:sp>
      </p:grpSp>
      <p:grpSp>
        <p:nvGrpSpPr>
          <p:cNvPr id="1203" name="组合 46"/>
          <p:cNvGrpSpPr/>
          <p:nvPr/>
        </p:nvGrpSpPr>
        <p:grpSpPr>
          <a:xfrm>
            <a:off x="6055491" y="4037529"/>
            <a:ext cx="2535658" cy="550446"/>
            <a:chOff x="0" y="0"/>
            <a:chExt cx="2535656" cy="550444"/>
          </a:xfrm>
        </p:grpSpPr>
        <p:sp>
          <p:nvSpPr>
            <p:cNvPr id="1201" name="矩形 47"/>
            <p:cNvSpPr/>
            <p:nvPr/>
          </p:nvSpPr>
          <p:spPr>
            <a:xfrm>
              <a:off x="-1" y="0"/>
              <a:ext cx="2535658" cy="550445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02" name="文本框 72"/>
            <p:cNvSpPr txBox="1"/>
            <p:nvPr/>
          </p:nvSpPr>
          <p:spPr>
            <a:xfrm>
              <a:off x="809961" y="86082"/>
              <a:ext cx="1170506" cy="408941"/>
            </a:xfrm>
            <a:prstGeom prst="rect">
              <a:avLst/>
            </a:prstGeom>
            <a:solidFill>
              <a:srgbClr val="41445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添加文字</a:t>
              </a:r>
            </a:p>
          </p:txBody>
        </p:sp>
      </p:grpSp>
      <p:sp>
        <p:nvSpPr>
          <p:cNvPr id="1204" name="矩形 49"/>
          <p:cNvSpPr txBox="1"/>
          <p:nvPr/>
        </p:nvSpPr>
        <p:spPr>
          <a:xfrm>
            <a:off x="6300787" y="176212"/>
            <a:ext cx="9931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可行性说明</a:t>
            </a:r>
          </a:p>
        </p:txBody>
      </p:sp>
      <p:sp>
        <p:nvSpPr>
          <p:cNvPr id="1205" name="矩形 50"/>
          <p:cNvSpPr/>
          <p:nvPr/>
        </p:nvSpPr>
        <p:spPr>
          <a:xfrm>
            <a:off x="8564563" y="258763"/>
            <a:ext cx="184151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206" name="矩形 51"/>
          <p:cNvSpPr/>
          <p:nvPr/>
        </p:nvSpPr>
        <p:spPr>
          <a:xfrm>
            <a:off x="8329613" y="258763"/>
            <a:ext cx="182563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207" name="矩形 52"/>
          <p:cNvSpPr/>
          <p:nvPr/>
        </p:nvSpPr>
        <p:spPr>
          <a:xfrm>
            <a:off x="8097838" y="258763"/>
            <a:ext cx="184151" cy="138113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208" name="矩形 53"/>
          <p:cNvSpPr/>
          <p:nvPr/>
        </p:nvSpPr>
        <p:spPr>
          <a:xfrm>
            <a:off x="786130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209" name="矩形 54"/>
          <p:cNvSpPr/>
          <p:nvPr/>
        </p:nvSpPr>
        <p:spPr>
          <a:xfrm>
            <a:off x="7626350" y="258763"/>
            <a:ext cx="184150" cy="138113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1210" name="矩形 55"/>
          <p:cNvSpPr/>
          <p:nvPr/>
        </p:nvSpPr>
        <p:spPr>
          <a:xfrm>
            <a:off x="7383463" y="258763"/>
            <a:ext cx="184151" cy="138113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19" presetClass="entr" presetSubtype="10" fill="hold" grpId="4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9" presetClass="entr" presetSubtype="10" fill="hold" grpId="5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250"/>
                            </p:stCondLst>
                            <p:childTnLst>
                              <p:par>
                                <p:cTn id="30" presetID="19" presetClass="entr" presetSubtype="10" fill="hold" grpId="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250"/>
                            </p:stCondLst>
                            <p:childTnLst>
                              <p:par>
                                <p:cTn id="35" presetID="19" presetClass="entr" presetSubtype="10" fill="hold" grpId="7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250"/>
                            </p:stCondLst>
                            <p:childTnLst>
                              <p:par>
                                <p:cTn id="40" presetID="19" presetClass="entr" presetSubtype="10" fill="hold" grpId="8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250"/>
                            </p:stCondLst>
                            <p:childTnLst>
                              <p:par>
                                <p:cTn id="45" presetID="19" presetClass="entr" presetSubtype="10" fill="hold" grpId="9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250"/>
                            </p:stCondLst>
                            <p:childTnLst>
                              <p:par>
                                <p:cTn id="50" presetID="19" presetClass="entr" presetSubtype="10" fill="hold" grpId="1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9250"/>
                            </p:stCondLst>
                            <p:childTnLst>
                              <p:par>
                                <p:cTn id="55" presetID="19" presetClass="entr" presetSubtype="10" fill="hold" grpId="11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250"/>
                            </p:stCondLst>
                            <p:childTnLst>
                              <p:par>
                                <p:cTn id="60" presetID="19" presetClass="entr" presetSubtype="10" fill="hold" grpId="12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250"/>
                            </p:stCondLst>
                            <p:childTnLst>
                              <p:par>
                                <p:cTn id="65" presetID="19" presetClass="entr" presetSubtype="10" fill="hold" grpId="13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2250"/>
                            </p:stCondLst>
                            <p:childTnLst>
                              <p:par>
                                <p:cTn id="70" presetID="19" presetClass="entr" presetSubtype="10" fill="hold" grpId="14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3250"/>
                            </p:stCondLst>
                            <p:childTnLst>
                              <p:par>
                                <p:cTn id="75" presetID="19" presetClass="entr" presetSubtype="10" fill="hold" grpId="15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4250"/>
                            </p:stCondLst>
                            <p:childTnLst>
                              <p:par>
                                <p:cTn id="80" presetID="19" presetClass="entr" presetSubtype="10" fill="hold" grpId="16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250"/>
                            </p:stCondLst>
                            <p:childTnLst>
                              <p:par>
                                <p:cTn id="85" presetID="19" presetClass="entr" presetSubtype="10" fill="hold" grpId="17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6250"/>
                            </p:stCondLst>
                            <p:childTnLst>
                              <p:par>
                                <p:cTn id="90" presetID="19" presetClass="entr" presetSubtype="10" fill="hold" grpId="18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7250"/>
                            </p:stCondLst>
                            <p:childTnLst>
                              <p:par>
                                <p:cTn id="95" presetID="19" presetClass="entr" presetSubtype="10" fill="hold" grpId="19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8250"/>
                            </p:stCondLst>
                            <p:childTnLst>
                              <p:par>
                                <p:cTn id="100" presetID="19" presetClass="entr" presetSubtype="10" fill="hold" grpId="2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9250"/>
                            </p:stCondLst>
                            <p:childTnLst>
                              <p:par>
                                <p:cTn id="105" presetID="19" presetClass="entr" presetSubtype="10" fill="hold" grpId="21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250"/>
                            </p:stCondLst>
                            <p:childTnLst>
                              <p:par>
                                <p:cTn id="110" presetID="19" presetClass="entr" presetSubtype="10" fill="hold" grpId="22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1250"/>
                            </p:stCondLst>
                            <p:childTnLst>
                              <p:par>
                                <p:cTn id="115" presetID="19" presetClass="entr" presetSubtype="10" fill="hold" grpId="23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2250"/>
                            </p:stCondLst>
                            <p:childTnLst>
                              <p:par>
                                <p:cTn id="120" presetID="19" presetClass="entr" presetSubtype="10" fill="hold" grpId="24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3250"/>
                            </p:stCondLst>
                            <p:childTnLst>
                              <p:par>
                                <p:cTn id="125" presetID="15" presetClass="entr" presetSubtype="0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3750"/>
                            </p:stCondLst>
                            <p:childTnLst>
                              <p:par>
                                <p:cTn id="132" presetID="15" presetClass="entr" presetSubtype="0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4250"/>
                            </p:stCondLst>
                            <p:childTnLst>
                              <p:par>
                                <p:cTn id="139" presetID="15" presetClass="entr" presetSubtype="0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6" grpId="4" animBg="1" advAuto="0"/>
      <p:bldP spid="1157" grpId="5" animBg="1" advAuto="0"/>
      <p:bldP spid="1158" grpId="6" animBg="1" advAuto="0"/>
      <p:bldP spid="1159" grpId="7" animBg="1" advAuto="0"/>
      <p:bldP spid="1160" grpId="8" animBg="1" advAuto="0"/>
      <p:bldP spid="1161" grpId="9" animBg="1" advAuto="0"/>
      <p:bldP spid="1162" grpId="10" animBg="1" advAuto="0"/>
      <p:bldP spid="1163" grpId="11" animBg="1" advAuto="0"/>
      <p:bldP spid="1164" grpId="12" animBg="1" advAuto="0"/>
      <p:bldP spid="1165" grpId="13" animBg="1" advAuto="0"/>
      <p:bldP spid="1166" grpId="14" animBg="1" advAuto="0"/>
      <p:bldP spid="1167" grpId="15" animBg="1" advAuto="0"/>
      <p:bldP spid="1168" grpId="16" animBg="1" advAuto="0"/>
      <p:bldP spid="1169" grpId="17" animBg="1" advAuto="0"/>
      <p:bldP spid="1170" grpId="18" animBg="1" advAuto="0"/>
      <p:bldP spid="1171" grpId="19" animBg="1" advAuto="0"/>
      <p:bldP spid="1172" grpId="20" animBg="1" advAuto="0"/>
      <p:bldP spid="1173" grpId="21" animBg="1" advAuto="0"/>
      <p:bldP spid="1174" grpId="22" animBg="1" advAuto="0"/>
      <p:bldP spid="1175" grpId="23" animBg="1" advAuto="0"/>
      <p:bldP spid="1176" grpId="24" animBg="1" advAuto="0"/>
      <p:bldP spid="1182" grpId="1" animBg="1" advAuto="0"/>
      <p:bldP spid="1188" grpId="2" animBg="1" advAuto="0"/>
      <p:bldP spid="1194" grpId="3" animBg="1" advAuto="0"/>
      <p:bldP spid="1197" grpId="25" animBg="1" advAuto="0"/>
      <p:bldP spid="1200" grpId="26" animBg="1" advAuto="0"/>
      <p:bldP spid="1203" grpId="27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3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第五部分</a:t>
            </a:r>
          </a:p>
        </p:txBody>
      </p:sp>
      <p:sp>
        <p:nvSpPr>
          <p:cNvPr id="1214" name="TextBox 23"/>
          <p:cNvSpPr txBox="1"/>
          <p:nvPr/>
        </p:nvSpPr>
        <p:spPr>
          <a:xfrm>
            <a:off x="3773487" y="1827213"/>
            <a:ext cx="10579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研究结论</a:t>
            </a:r>
          </a:p>
        </p:txBody>
      </p:sp>
      <p:sp>
        <p:nvSpPr>
          <p:cNvPr id="1215" name="TextBox 24"/>
          <p:cNvSpPr txBox="1"/>
          <p:nvPr/>
        </p:nvSpPr>
        <p:spPr>
          <a:xfrm>
            <a:off x="3773487" y="2154238"/>
            <a:ext cx="124841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 marL="214629" indent="-214629">
              <a:buSzPct val="100000"/>
              <a:buChar char="p"/>
              <a:defRPr sz="15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成果与思考</a:t>
            </a:r>
          </a:p>
        </p:txBody>
      </p:sp>
      <p:grpSp>
        <p:nvGrpSpPr>
          <p:cNvPr id="1218" name="组合 11"/>
          <p:cNvGrpSpPr/>
          <p:nvPr/>
        </p:nvGrpSpPr>
        <p:grpSpPr>
          <a:xfrm>
            <a:off x="3773487" y="1247774"/>
            <a:ext cx="5121593" cy="563882"/>
            <a:chOff x="0" y="0"/>
            <a:chExt cx="5121591" cy="563880"/>
          </a:xfrm>
        </p:grpSpPr>
        <p:sp>
          <p:nvSpPr>
            <p:cNvPr id="1216" name="TextBox 4"/>
            <p:cNvSpPr txBox="1"/>
            <p:nvPr/>
          </p:nvSpPr>
          <p:spPr>
            <a:xfrm>
              <a:off x="0" y="0"/>
              <a:ext cx="3802976" cy="5638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2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r>
                <a:t>Research conclusions</a:t>
              </a:r>
            </a:p>
          </p:txBody>
        </p:sp>
        <p:sp>
          <p:nvSpPr>
            <p:cNvPr id="1217" name="文本框 8"/>
            <p:cNvSpPr txBox="1"/>
            <p:nvPr/>
          </p:nvSpPr>
          <p:spPr>
            <a:xfrm>
              <a:off x="3821111" y="46037"/>
              <a:ext cx="1300481" cy="487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4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研究结论</a:t>
              </a:r>
            </a:p>
          </p:txBody>
        </p:sp>
      </p:grpSp>
      <p:sp>
        <p:nvSpPr>
          <p:cNvPr id="1219" name="矩形 9"/>
          <p:cNvSpPr/>
          <p:nvPr/>
        </p:nvSpPr>
        <p:spPr>
          <a:xfrm>
            <a:off x="3825875" y="2932113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20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9" presetClass="entr" fill="hold" grpId="5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22" presetClass="entr" presetSubtype="8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" grpId="1" animBg="1" advAuto="0"/>
      <p:bldP spid="1214" grpId="4" animBg="1" advAuto="0"/>
      <p:bldP spid="1215" grpId="5" animBg="1" advAuto="0"/>
      <p:bldP spid="1218" grpId="3" animBg="1" advAuto="0"/>
      <p:bldP spid="1219" grpId="6" animBg="1" advAuto="0"/>
      <p:bldP spid="1220" grpId="2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组合 15"/>
          <p:cNvGrpSpPr/>
          <p:nvPr/>
        </p:nvGrpSpPr>
        <p:grpSpPr>
          <a:xfrm>
            <a:off x="1154112" y="984249"/>
            <a:ext cx="7162801" cy="1586866"/>
            <a:chOff x="0" y="0"/>
            <a:chExt cx="7162800" cy="1586864"/>
          </a:xfrm>
        </p:grpSpPr>
        <p:sp>
          <p:nvSpPr>
            <p:cNvPr id="1222" name="矩形 16"/>
            <p:cNvSpPr txBox="1"/>
            <p:nvPr/>
          </p:nvSpPr>
          <p:spPr>
            <a:xfrm>
              <a:off x="0" y="346074"/>
              <a:ext cx="7162800" cy="1240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just">
                <a:lnSpc>
                  <a:spcPct val="150000"/>
                </a:lnSpc>
                <a:defRPr sz="12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文字。您的内容打在这里，或者通过复制您的文本后您的内容打在这里，您的内容打在这里，或者通过复制您的文本后，在此框中选择粘贴，并选择只保留文字。您的内容打在这里，或者通过复制您的文本后您的内容打在这里</a:t>
              </a:r>
            </a:p>
          </p:txBody>
        </p:sp>
        <p:sp>
          <p:nvSpPr>
            <p:cNvPr id="1223" name="矩形 17"/>
            <p:cNvSpPr txBox="1"/>
            <p:nvPr/>
          </p:nvSpPr>
          <p:spPr>
            <a:xfrm>
              <a:off x="8761" y="0"/>
              <a:ext cx="1018541" cy="4089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研究结论</a:t>
              </a:r>
            </a:p>
          </p:txBody>
        </p:sp>
      </p:grpSp>
      <p:grpSp>
        <p:nvGrpSpPr>
          <p:cNvPr id="1231" name="组合 18"/>
          <p:cNvGrpSpPr/>
          <p:nvPr/>
        </p:nvGrpSpPr>
        <p:grpSpPr>
          <a:xfrm>
            <a:off x="1162908" y="2393476"/>
            <a:ext cx="6907149" cy="2122491"/>
            <a:chOff x="0" y="0"/>
            <a:chExt cx="6907148" cy="2122489"/>
          </a:xfrm>
        </p:grpSpPr>
        <p:grpSp>
          <p:nvGrpSpPr>
            <p:cNvPr id="1229" name="组合 19"/>
            <p:cNvGrpSpPr/>
            <p:nvPr/>
          </p:nvGrpSpPr>
          <p:grpSpPr>
            <a:xfrm>
              <a:off x="0" y="-1"/>
              <a:ext cx="6907150" cy="2122491"/>
              <a:chOff x="0" y="0"/>
              <a:chExt cx="6907149" cy="2122489"/>
            </a:xfrm>
          </p:grpSpPr>
          <p:sp>
            <p:nvSpPr>
              <p:cNvPr id="1225" name="任意多边形 21"/>
              <p:cNvSpPr/>
              <p:nvPr/>
            </p:nvSpPr>
            <p:spPr>
              <a:xfrm>
                <a:off x="6804756" y="1228725"/>
                <a:ext cx="102394" cy="13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686C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262626"/>
                    </a:solidFill>
                  </a:defRPr>
                </a:pPr>
                <a:endParaRPr/>
              </a:p>
            </p:txBody>
          </p:sp>
          <p:grpSp>
            <p:nvGrpSpPr>
              <p:cNvPr id="1228" name="组合 22"/>
              <p:cNvGrpSpPr/>
              <p:nvPr/>
            </p:nvGrpSpPr>
            <p:grpSpPr>
              <a:xfrm>
                <a:off x="0" y="0"/>
                <a:ext cx="6840760" cy="2122490"/>
                <a:chOff x="0" y="0"/>
                <a:chExt cx="6840759" cy="2122489"/>
              </a:xfrm>
            </p:grpSpPr>
            <p:sp>
              <p:nvSpPr>
                <p:cNvPr id="1226" name="任意多边形 23"/>
                <p:cNvSpPr/>
                <p:nvPr/>
              </p:nvSpPr>
              <p:spPr>
                <a:xfrm>
                  <a:off x="5495068" y="0"/>
                  <a:ext cx="114301" cy="7143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60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3600" y="0"/>
                      </a:lnTo>
                      <a:close/>
                    </a:path>
                  </a:pathLst>
                </a:custGeom>
                <a:solidFill>
                  <a:srgbClr val="686C8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227" name="矩形 24"/>
                <p:cNvSpPr/>
                <p:nvPr/>
              </p:nvSpPr>
              <p:spPr>
                <a:xfrm>
                  <a:off x="0" y="59419"/>
                  <a:ext cx="6840760" cy="2063071"/>
                </a:xfrm>
                <a:prstGeom prst="rect">
                  <a:avLst/>
                </a:prstGeom>
                <a:solidFill>
                  <a:srgbClr val="41445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  <p:sp>
          <p:nvSpPr>
            <p:cNvPr id="1230" name="矩形 20"/>
            <p:cNvSpPr txBox="1"/>
            <p:nvPr/>
          </p:nvSpPr>
          <p:spPr>
            <a:xfrm>
              <a:off x="247433" y="351545"/>
              <a:ext cx="4942929" cy="160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just">
                <a:lnSpc>
                  <a:spcPct val="150000"/>
                </a:lnSpc>
                <a:defRPr sz="12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您的内容打在这里，或者通过复制您的文本后，在此框中选择粘贴，并选择只保留文字。您的内容打在这里，或者通过复制您的文本后您的内容打在这里，您的内容打在这里，或者通过复制您的文本后，在此框中选择粘贴，并选择只保留文字。您的内容打在这里，或者通过复制您的文本后您的内容打在这里</a:t>
              </a:r>
            </a:p>
          </p:txBody>
        </p:sp>
      </p:grpSp>
      <p:grpSp>
        <p:nvGrpSpPr>
          <p:cNvPr id="1234" name="组合 25"/>
          <p:cNvGrpSpPr/>
          <p:nvPr/>
        </p:nvGrpSpPr>
        <p:grpSpPr>
          <a:xfrm>
            <a:off x="6659563" y="2393949"/>
            <a:ext cx="1397001" cy="1358901"/>
            <a:chOff x="0" y="0"/>
            <a:chExt cx="1396999" cy="1358900"/>
          </a:xfrm>
        </p:grpSpPr>
        <p:sp>
          <p:nvSpPr>
            <p:cNvPr id="1232" name="任意多边形 26"/>
            <p:cNvSpPr/>
            <p:nvPr/>
          </p:nvSpPr>
          <p:spPr>
            <a:xfrm>
              <a:off x="0" y="-1"/>
              <a:ext cx="1397000" cy="1358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"/>
                  </a:moveTo>
                  <a:lnTo>
                    <a:pt x="21600" y="21600"/>
                  </a:lnTo>
                  <a:lnTo>
                    <a:pt x="21600" y="6615"/>
                  </a:lnTo>
                  <a:lnTo>
                    <a:pt x="14944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86C8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262626"/>
                  </a:solidFill>
                </a:defRPr>
              </a:pPr>
              <a:endParaRPr/>
            </a:p>
          </p:txBody>
        </p:sp>
        <p:sp>
          <p:nvSpPr>
            <p:cNvPr id="1233" name="矩形 27"/>
            <p:cNvSpPr txBox="1"/>
            <p:nvPr/>
          </p:nvSpPr>
          <p:spPr>
            <a:xfrm rot="2637414">
              <a:off x="240131" y="531640"/>
              <a:ext cx="815341" cy="345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添加标题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2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1" fill="hold" grpId="3" nodeType="afterEffect">
                                  <p:stCondLst>
                                    <p:cond delay="1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4" grpId="1" animBg="1" advAuto="0"/>
      <p:bldP spid="1231" grpId="2" animBg="1" advAuto="0"/>
      <p:bldP spid="1234" grpId="3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任意多边形 28"/>
          <p:cNvSpPr/>
          <p:nvPr/>
        </p:nvSpPr>
        <p:spPr>
          <a:xfrm rot="1723431">
            <a:off x="2647949" y="2428874"/>
            <a:ext cx="1817690" cy="13382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27" h="21600" extrusionOk="0">
                <a:moveTo>
                  <a:pt x="13821" y="0"/>
                </a:moveTo>
                <a:lnTo>
                  <a:pt x="20981" y="9262"/>
                </a:lnTo>
                <a:cubicBezTo>
                  <a:pt x="21600" y="13285"/>
                  <a:pt x="21578" y="17491"/>
                  <a:pt x="20893" y="21600"/>
                </a:cubicBezTo>
                <a:lnTo>
                  <a:pt x="0" y="15077"/>
                </a:lnTo>
                <a:lnTo>
                  <a:pt x="13821" y="0"/>
                </a:lnTo>
                <a:close/>
              </a:path>
            </a:pathLst>
          </a:custGeom>
          <a:solidFill>
            <a:srgbClr val="414455"/>
          </a:solidFill>
          <a:ln w="25400">
            <a:solidFill>
              <a:srgbClr val="FFFFFF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37" name="任意多边形 29"/>
          <p:cNvSpPr/>
          <p:nvPr/>
        </p:nvSpPr>
        <p:spPr>
          <a:xfrm rot="1723431">
            <a:off x="2112054" y="3215905"/>
            <a:ext cx="1772115" cy="1637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5335"/>
                </a:moveTo>
                <a:cubicBezTo>
                  <a:pt x="20100" y="12448"/>
                  <a:pt x="15688" y="18434"/>
                  <a:pt x="9613" y="21600"/>
                </a:cubicBezTo>
                <a:lnTo>
                  <a:pt x="0" y="0"/>
                </a:lnTo>
                <a:lnTo>
                  <a:pt x="21600" y="5335"/>
                </a:lnTo>
                <a:close/>
              </a:path>
            </a:pathLst>
          </a:custGeom>
          <a:solidFill>
            <a:srgbClr val="414455"/>
          </a:solidFill>
          <a:ln w="25400">
            <a:solidFill>
              <a:srgbClr val="FFFFFF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38" name="任意多边形 30"/>
          <p:cNvSpPr/>
          <p:nvPr/>
        </p:nvSpPr>
        <p:spPr>
          <a:xfrm rot="1723431">
            <a:off x="1389169" y="2778991"/>
            <a:ext cx="1577292" cy="18176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10" extrusionOk="0">
                <a:moveTo>
                  <a:pt x="21600" y="18839"/>
                </a:moveTo>
                <a:cubicBezTo>
                  <a:pt x="14775" y="21600"/>
                  <a:pt x="6825" y="21600"/>
                  <a:pt x="0" y="18839"/>
                </a:cubicBezTo>
                <a:lnTo>
                  <a:pt x="10800" y="0"/>
                </a:lnTo>
                <a:lnTo>
                  <a:pt x="21600" y="18839"/>
                </a:lnTo>
                <a:close/>
              </a:path>
            </a:pathLst>
          </a:custGeom>
          <a:solidFill>
            <a:srgbClr val="414455"/>
          </a:solidFill>
          <a:ln w="25400">
            <a:solidFill>
              <a:srgbClr val="FFFFFF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39" name="任意多边形 31"/>
          <p:cNvSpPr/>
          <p:nvPr/>
        </p:nvSpPr>
        <p:spPr>
          <a:xfrm rot="1723431">
            <a:off x="558005" y="2364247"/>
            <a:ext cx="1772115" cy="1637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87" y="21600"/>
                </a:moveTo>
                <a:cubicBezTo>
                  <a:pt x="5912" y="18434"/>
                  <a:pt x="1500" y="12448"/>
                  <a:pt x="0" y="5335"/>
                </a:cubicBezTo>
                <a:lnTo>
                  <a:pt x="21600" y="0"/>
                </a:lnTo>
                <a:lnTo>
                  <a:pt x="11987" y="21600"/>
                </a:lnTo>
                <a:close/>
              </a:path>
            </a:pathLst>
          </a:custGeom>
          <a:solidFill>
            <a:srgbClr val="414455"/>
          </a:solidFill>
          <a:ln w="25400">
            <a:solidFill>
              <a:srgbClr val="FFFFFF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40" name="任意多边形 32"/>
          <p:cNvSpPr/>
          <p:nvPr/>
        </p:nvSpPr>
        <p:spPr>
          <a:xfrm rot="1723431">
            <a:off x="1083882" y="1365587"/>
            <a:ext cx="1817704" cy="15377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17" h="21600" extrusionOk="0">
                <a:moveTo>
                  <a:pt x="520" y="21600"/>
                </a:moveTo>
                <a:cubicBezTo>
                  <a:pt x="-883" y="14025"/>
                  <a:pt x="589" y="6075"/>
                  <a:pt x="4520" y="0"/>
                </a:cubicBezTo>
                <a:lnTo>
                  <a:pt x="20717" y="15919"/>
                </a:lnTo>
                <a:lnTo>
                  <a:pt x="520" y="21600"/>
                </a:lnTo>
                <a:close/>
              </a:path>
            </a:pathLst>
          </a:custGeom>
          <a:solidFill>
            <a:srgbClr val="414455"/>
          </a:solidFill>
          <a:ln w="25400">
            <a:solidFill>
              <a:srgbClr val="FFFFFF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41" name="任意多边形 33"/>
          <p:cNvSpPr/>
          <p:nvPr/>
        </p:nvSpPr>
        <p:spPr>
          <a:xfrm rot="1723431">
            <a:off x="1717704" y="843498"/>
            <a:ext cx="1421126" cy="18176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8133"/>
                </a:moveTo>
                <a:cubicBezTo>
                  <a:pt x="5242" y="2993"/>
                  <a:pt x="13192" y="0"/>
                  <a:pt x="21600" y="0"/>
                </a:cubicBezTo>
                <a:lnTo>
                  <a:pt x="21600" y="21600"/>
                </a:lnTo>
                <a:lnTo>
                  <a:pt x="0" y="8133"/>
                </a:lnTo>
                <a:close/>
              </a:path>
            </a:pathLst>
          </a:custGeom>
          <a:solidFill>
            <a:srgbClr val="414455"/>
          </a:solidFill>
          <a:ln w="25400">
            <a:solidFill>
              <a:srgbClr val="FFFFFF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42" name="椭圆 34"/>
          <p:cNvSpPr/>
          <p:nvPr/>
        </p:nvSpPr>
        <p:spPr>
          <a:xfrm>
            <a:off x="2374899" y="2659063"/>
            <a:ext cx="506416" cy="506413"/>
          </a:xfrm>
          <a:prstGeom prst="ellipse">
            <a:avLst/>
          </a:prstGeom>
          <a:solidFill>
            <a:srgbClr val="414455"/>
          </a:solidFill>
          <a:ln w="2540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43" name="TextBox 35"/>
          <p:cNvSpPr txBox="1"/>
          <p:nvPr/>
        </p:nvSpPr>
        <p:spPr>
          <a:xfrm>
            <a:off x="2438399" y="2292350"/>
            <a:ext cx="404815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06</a:t>
            </a:r>
          </a:p>
        </p:txBody>
      </p:sp>
      <p:sp>
        <p:nvSpPr>
          <p:cNvPr id="1244" name="TextBox 36"/>
          <p:cNvSpPr txBox="1"/>
          <p:nvPr/>
        </p:nvSpPr>
        <p:spPr>
          <a:xfrm>
            <a:off x="2063749" y="2433638"/>
            <a:ext cx="404815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05</a:t>
            </a:r>
          </a:p>
        </p:txBody>
      </p:sp>
      <p:sp>
        <p:nvSpPr>
          <p:cNvPr id="1245" name="TextBox 37"/>
          <p:cNvSpPr txBox="1"/>
          <p:nvPr/>
        </p:nvSpPr>
        <p:spPr>
          <a:xfrm>
            <a:off x="1987549" y="2803525"/>
            <a:ext cx="404815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04</a:t>
            </a:r>
          </a:p>
        </p:txBody>
      </p:sp>
      <p:sp>
        <p:nvSpPr>
          <p:cNvPr id="1246" name="TextBox 38"/>
          <p:cNvSpPr txBox="1"/>
          <p:nvPr/>
        </p:nvSpPr>
        <p:spPr>
          <a:xfrm>
            <a:off x="2205038" y="3106738"/>
            <a:ext cx="404813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03</a:t>
            </a:r>
          </a:p>
        </p:txBody>
      </p:sp>
      <p:sp>
        <p:nvSpPr>
          <p:cNvPr id="1247" name="TextBox 39"/>
          <p:cNvSpPr txBox="1"/>
          <p:nvPr/>
        </p:nvSpPr>
        <p:spPr>
          <a:xfrm>
            <a:off x="2586038" y="3140074"/>
            <a:ext cx="404813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02</a:t>
            </a:r>
          </a:p>
        </p:txBody>
      </p:sp>
      <p:sp>
        <p:nvSpPr>
          <p:cNvPr id="1248" name="TextBox 40"/>
          <p:cNvSpPr txBox="1"/>
          <p:nvPr/>
        </p:nvSpPr>
        <p:spPr>
          <a:xfrm>
            <a:off x="2870199" y="2836863"/>
            <a:ext cx="404815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01</a:t>
            </a:r>
          </a:p>
        </p:txBody>
      </p:sp>
      <p:sp>
        <p:nvSpPr>
          <p:cNvPr id="1249" name="TextBox 41"/>
          <p:cNvSpPr txBox="1"/>
          <p:nvPr/>
        </p:nvSpPr>
        <p:spPr>
          <a:xfrm>
            <a:off x="2222500" y="1176337"/>
            <a:ext cx="868363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您的内容打在这里或者复制</a:t>
            </a:r>
          </a:p>
        </p:txBody>
      </p:sp>
      <p:sp>
        <p:nvSpPr>
          <p:cNvPr id="1250" name="TextBox 42"/>
          <p:cNvSpPr txBox="1"/>
          <p:nvPr/>
        </p:nvSpPr>
        <p:spPr>
          <a:xfrm>
            <a:off x="892175" y="2667000"/>
            <a:ext cx="820738" cy="868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您的内容打在这里或者复制</a:t>
            </a:r>
          </a:p>
        </p:txBody>
      </p:sp>
      <p:sp>
        <p:nvSpPr>
          <p:cNvPr id="1251" name="TextBox 43"/>
          <p:cNvSpPr txBox="1"/>
          <p:nvPr/>
        </p:nvSpPr>
        <p:spPr>
          <a:xfrm>
            <a:off x="1590675" y="3602037"/>
            <a:ext cx="865188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您的内容打在这里或者复制</a:t>
            </a:r>
          </a:p>
        </p:txBody>
      </p:sp>
      <p:sp>
        <p:nvSpPr>
          <p:cNvPr id="1252" name="TextBox 44"/>
          <p:cNvSpPr txBox="1"/>
          <p:nvPr/>
        </p:nvSpPr>
        <p:spPr>
          <a:xfrm>
            <a:off x="1249362" y="1677988"/>
            <a:ext cx="839788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您的内容打在这里或者复制</a:t>
            </a:r>
          </a:p>
        </p:txBody>
      </p:sp>
      <p:sp>
        <p:nvSpPr>
          <p:cNvPr id="1253" name="TextBox 45"/>
          <p:cNvSpPr txBox="1"/>
          <p:nvPr/>
        </p:nvSpPr>
        <p:spPr>
          <a:xfrm>
            <a:off x="2662238" y="3665537"/>
            <a:ext cx="825501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您的内容打在这里或者复制</a:t>
            </a:r>
          </a:p>
        </p:txBody>
      </p:sp>
      <p:sp>
        <p:nvSpPr>
          <p:cNvPr id="1254" name="TextBox 46"/>
          <p:cNvSpPr txBox="1"/>
          <p:nvPr/>
        </p:nvSpPr>
        <p:spPr>
          <a:xfrm>
            <a:off x="3335337" y="2767013"/>
            <a:ext cx="811213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您的内容打在这里或者复制</a:t>
            </a:r>
          </a:p>
        </p:txBody>
      </p:sp>
      <p:sp>
        <p:nvSpPr>
          <p:cNvPr id="1255" name="TextBox 47"/>
          <p:cNvSpPr txBox="1"/>
          <p:nvPr/>
        </p:nvSpPr>
        <p:spPr>
          <a:xfrm>
            <a:off x="4687887" y="998537"/>
            <a:ext cx="3484563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研究结论</a:t>
            </a:r>
          </a:p>
        </p:txBody>
      </p:sp>
      <p:sp>
        <p:nvSpPr>
          <p:cNvPr id="1256" name="TextBox 48"/>
          <p:cNvSpPr txBox="1"/>
          <p:nvPr/>
        </p:nvSpPr>
        <p:spPr>
          <a:xfrm>
            <a:off x="4684712" y="1568450"/>
            <a:ext cx="3271838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点击添加文字内容，点击添加文字内容</a:t>
            </a:r>
          </a:p>
        </p:txBody>
      </p:sp>
      <p:sp>
        <p:nvSpPr>
          <p:cNvPr id="1257" name="直接连接符 49"/>
          <p:cNvSpPr/>
          <p:nvPr/>
        </p:nvSpPr>
        <p:spPr>
          <a:xfrm>
            <a:off x="3898900" y="1587500"/>
            <a:ext cx="3730626" cy="0"/>
          </a:xfrm>
          <a:prstGeom prst="line">
            <a:avLst/>
          </a:prstGeom>
          <a:ln w="19050">
            <a:solidFill>
              <a:srgbClr val="414455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8" name="矩形 54"/>
          <p:cNvSpPr txBox="1"/>
          <p:nvPr/>
        </p:nvSpPr>
        <p:spPr>
          <a:xfrm>
            <a:off x="4729162" y="2139949"/>
            <a:ext cx="3730626" cy="221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50000"/>
              </a:lnSpc>
              <a:defRPr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您的内容打在这里，或者通过复制您的文本后，在此框中选择粘贴，并选择只保留文字。您的内容打在这里，或者通过复制您的文本后您的内容打在这里，您的内容打在这里，或者通过复制您的文本后，在此框中选择粘贴，并选择只保留文字。您的内容打在这里，或者通过复制您的文本后您的内容打在这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fill="hold" grpId="3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9" presetClass="entr" fill="hold" grpId="4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9" presetClass="entr" fill="hold" grpId="5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9" presetClass="entr" fill="hold" grpId="6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9" presetClass="entr" fill="hold" grpId="7" nodeType="afterEffect">
                                  <p:stCondLst>
                                    <p:cond delay="1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750"/>
                            </p:stCondLst>
                            <p:childTnLst>
                              <p:par>
                                <p:cTn id="32" presetID="9" presetClass="entr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250"/>
                            </p:stCondLst>
                            <p:childTnLst>
                              <p:par>
                                <p:cTn id="36" presetID="9" presetClass="entr" fill="hold" grpId="9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0"/>
                            </p:stCondLst>
                            <p:childTnLst>
                              <p:par>
                                <p:cTn id="40" presetID="9" presetClass="entr" fill="hold" grpId="1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9" presetClass="entr" fill="hold" grpId="11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250"/>
                            </p:stCondLst>
                            <p:childTnLst>
                              <p:par>
                                <p:cTn id="48" presetID="9" presetClass="entr" fill="hold" grpId="12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1750"/>
                            </p:stCondLst>
                            <p:childTnLst>
                              <p:par>
                                <p:cTn id="52" presetID="9" presetClass="entr" fill="hold" grpId="13" nodeType="afterEffect">
                                  <p:stCondLst>
                                    <p:cond delay="1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500"/>
                            </p:stCondLst>
                            <p:childTnLst>
                              <p:par>
                                <p:cTn id="56" presetID="15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4500"/>
                            </p:stCondLst>
                            <p:childTnLst>
                              <p:par>
                                <p:cTn id="63" presetID="15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0"/>
                            </p:stCondLst>
                            <p:childTnLst>
                              <p:par>
                                <p:cTn id="70" presetID="15" presetClass="entr" presetSubtype="0" fill="hold" grpId="16" nodeType="afterEffect">
                                  <p:stCondLst>
                                    <p:cond delay="2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750"/>
                            </p:stCondLst>
                            <p:childTnLst>
                              <p:par>
                                <p:cTn id="77" presetID="15" presetClass="entr" presetSubtype="0" fill="hold" grpId="17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6750"/>
                            </p:stCondLst>
                            <p:childTnLst>
                              <p:par>
                                <p:cTn id="84" presetID="15" presetClass="entr" presetSubtype="0" fill="hold" grpId="18" nodeType="afterEffect">
                                  <p:stCondLst>
                                    <p:cond delay="75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8000"/>
                            </p:stCondLst>
                            <p:childTnLst>
                              <p:par>
                                <p:cTn id="91" presetID="15" presetClass="entr" presetSubtype="0" fill="hold" grpId="19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9500"/>
                            </p:stCondLst>
                            <p:childTnLst>
                              <p:par>
                                <p:cTn id="98" presetID="22" presetClass="entr" presetSubtype="2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2" presetID="2" presetClass="entr" presetSubtype="4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7" presetID="2" presetClass="entr" presetSubtype="1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2" presetID="18" presetClass="entr" presetSubtype="6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1000"/>
                                        <p:tgtEl>
                                          <p:spTgt spid="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6" grpId="7" animBg="1" advAuto="0"/>
      <p:bldP spid="1237" grpId="6" animBg="1" advAuto="0"/>
      <p:bldP spid="1238" grpId="5" animBg="1" advAuto="0"/>
      <p:bldP spid="1239" grpId="4" animBg="1" advAuto="0"/>
      <p:bldP spid="1240" grpId="3" animBg="1" advAuto="0"/>
      <p:bldP spid="1241" grpId="2" animBg="1" advAuto="0"/>
      <p:bldP spid="1242" grpId="1" animBg="1" advAuto="0"/>
      <p:bldP spid="1243" grpId="13" animBg="1" advAuto="0"/>
      <p:bldP spid="1244" grpId="12" animBg="1" advAuto="0"/>
      <p:bldP spid="1245" grpId="11" animBg="1" advAuto="0"/>
      <p:bldP spid="1246" grpId="10" animBg="1" advAuto="0"/>
      <p:bldP spid="1247" grpId="9" animBg="1" advAuto="0"/>
      <p:bldP spid="1248" grpId="8" animBg="1" advAuto="0"/>
      <p:bldP spid="1249" grpId="14" animBg="1" advAuto="0"/>
      <p:bldP spid="1250" grpId="16" animBg="1" advAuto="0"/>
      <p:bldP spid="1251" grpId="17" animBg="1" advAuto="0"/>
      <p:bldP spid="1252" grpId="15" animBg="1" advAuto="0"/>
      <p:bldP spid="1253" grpId="18" animBg="1" advAuto="0"/>
      <p:bldP spid="1254" grpId="19" animBg="1" advAuto="0"/>
      <p:bldP spid="1255" grpId="21" animBg="1" advAuto="0"/>
      <p:bldP spid="1256" grpId="22" animBg="1" advAuto="0"/>
      <p:bldP spid="1257" grpId="20" animBg="1" advAuto="0"/>
      <p:bldP spid="1258" grpId="23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矩形 1"/>
          <p:cNvSpPr/>
          <p:nvPr/>
        </p:nvSpPr>
        <p:spPr>
          <a:xfrm>
            <a:off x="0" y="1350962"/>
            <a:ext cx="3228975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61" name="文本框 2"/>
          <p:cNvSpPr txBox="1"/>
          <p:nvPr/>
        </p:nvSpPr>
        <p:spPr>
          <a:xfrm>
            <a:off x="1352549" y="1663700"/>
            <a:ext cx="1605281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90" tIns="34290" rIns="34290" bIns="34290">
            <a:spAutoFit/>
          </a:bodyPr>
          <a:lstStyle>
            <a:lvl1pPr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第六部分</a:t>
            </a:r>
          </a:p>
        </p:txBody>
      </p:sp>
      <p:grpSp>
        <p:nvGrpSpPr>
          <p:cNvPr id="1264" name="组合 11"/>
          <p:cNvGrpSpPr/>
          <p:nvPr/>
        </p:nvGrpSpPr>
        <p:grpSpPr>
          <a:xfrm>
            <a:off x="3773487" y="1577974"/>
            <a:ext cx="3524568" cy="622620"/>
            <a:chOff x="0" y="0"/>
            <a:chExt cx="3524566" cy="622618"/>
          </a:xfrm>
        </p:grpSpPr>
        <p:sp>
          <p:nvSpPr>
            <p:cNvPr id="1262" name="TextBox 4"/>
            <p:cNvSpPr txBox="1"/>
            <p:nvPr/>
          </p:nvSpPr>
          <p:spPr>
            <a:xfrm>
              <a:off x="0" y="0"/>
              <a:ext cx="1998981" cy="5638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3200">
                  <a:solidFill>
                    <a:srgbClr val="00B0F0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r>
                <a:t>References</a:t>
              </a:r>
            </a:p>
          </p:txBody>
        </p:sp>
        <p:sp>
          <p:nvSpPr>
            <p:cNvPr id="1263" name="文本框 8"/>
            <p:cNvSpPr txBox="1"/>
            <p:nvPr/>
          </p:nvSpPr>
          <p:spPr>
            <a:xfrm>
              <a:off x="2020886" y="46038"/>
              <a:ext cx="1503681" cy="5765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4290" tIns="34290" rIns="34290" bIns="34290" numCol="1" anchor="t">
              <a:spAutoFit/>
            </a:bodyPr>
            <a:lstStyle>
              <a:lvl1pPr>
                <a:defRPr sz="2800" b="1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参考文献</a:t>
              </a:r>
            </a:p>
          </p:txBody>
        </p:sp>
      </p:grpSp>
      <p:sp>
        <p:nvSpPr>
          <p:cNvPr id="1265" name="矩形 9"/>
          <p:cNvSpPr/>
          <p:nvPr/>
        </p:nvSpPr>
        <p:spPr>
          <a:xfrm>
            <a:off x="3825875" y="2932113"/>
            <a:ext cx="5319713" cy="200026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66" name="矩形 10"/>
          <p:cNvSpPr/>
          <p:nvPr/>
        </p:nvSpPr>
        <p:spPr>
          <a:xfrm>
            <a:off x="3301999" y="1350962"/>
            <a:ext cx="306390" cy="1187451"/>
          </a:xfrm>
          <a:prstGeom prst="rect">
            <a:avLst/>
          </a:prstGeom>
          <a:solidFill>
            <a:srgbClr val="41445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" grpId="1" animBg="1" advAuto="0"/>
      <p:bldP spid="1264" grpId="3" animBg="1" advAuto="0"/>
      <p:bldP spid="1265" grpId="4" animBg="1" advAuto="0"/>
      <p:bldP spid="1266" grpId="2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0" name="组合 1"/>
          <p:cNvGrpSpPr/>
          <p:nvPr/>
        </p:nvGrpSpPr>
        <p:grpSpPr>
          <a:xfrm>
            <a:off x="395288" y="850899"/>
            <a:ext cx="8212136" cy="3460117"/>
            <a:chOff x="0" y="0"/>
            <a:chExt cx="8212135" cy="3460115"/>
          </a:xfrm>
        </p:grpSpPr>
        <p:sp>
          <p:nvSpPr>
            <p:cNvPr id="1268" name="TextBox 30"/>
            <p:cNvSpPr txBox="1"/>
            <p:nvPr/>
          </p:nvSpPr>
          <p:spPr>
            <a:xfrm>
              <a:off x="312737" y="0"/>
              <a:ext cx="1323341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参考文献资料</a:t>
              </a:r>
            </a:p>
          </p:txBody>
        </p:sp>
        <p:sp>
          <p:nvSpPr>
            <p:cNvPr id="1269" name="TextBox 29"/>
            <p:cNvSpPr txBox="1"/>
            <p:nvPr/>
          </p:nvSpPr>
          <p:spPr>
            <a:xfrm>
              <a:off x="0" y="352425"/>
              <a:ext cx="8212136" cy="31076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4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[1] 这里填写你要填写的文本，这里填写你要填写的文本，这里填写你要填写的文本，这里填写你要填写的文本，这里填写你要填写的文本，这里填写你要填写的文本。</a:t>
              </a:r>
            </a:p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0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4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[2] 这里填写你要填写的文本，这里填写你要填写的文本，填写你要填写的文本。</a:t>
              </a:r>
            </a:p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0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4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[1] Type something here type something here type something here type something here type something here type something here type something here type something here.</a:t>
              </a:r>
            </a:p>
            <a:p>
              <a:pPr>
                <a:lnSpc>
                  <a:spcPct val="150000"/>
                </a:lnSpc>
                <a:defRPr sz="10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4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[2] Type something here type something here type something here type something here type something here.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750"/>
                                        <p:tgtEl>
                                          <p:spTgt spid="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" grpId="1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4" name="组合 1"/>
          <p:cNvGrpSpPr/>
          <p:nvPr/>
        </p:nvGrpSpPr>
        <p:grpSpPr>
          <a:xfrm>
            <a:off x="395288" y="850899"/>
            <a:ext cx="8212136" cy="3460117"/>
            <a:chOff x="0" y="0"/>
            <a:chExt cx="8212135" cy="3460115"/>
          </a:xfrm>
        </p:grpSpPr>
        <p:sp>
          <p:nvSpPr>
            <p:cNvPr id="1272" name="TextBox 30"/>
            <p:cNvSpPr txBox="1"/>
            <p:nvPr/>
          </p:nvSpPr>
          <p:spPr>
            <a:xfrm>
              <a:off x="312737" y="0"/>
              <a:ext cx="1323341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r>
                <a:t>参考文献资料</a:t>
              </a:r>
            </a:p>
          </p:txBody>
        </p:sp>
        <p:sp>
          <p:nvSpPr>
            <p:cNvPr id="1273" name="TextBox 29"/>
            <p:cNvSpPr txBox="1"/>
            <p:nvPr/>
          </p:nvSpPr>
          <p:spPr>
            <a:xfrm>
              <a:off x="0" y="352425"/>
              <a:ext cx="8212136" cy="31076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4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[3] 这里填写你要填写的文本，这里填写你要填写的文本，这里填写你要填写的文本，这里填写你要填写的文本，这里填写你要填写的文本，这里填写你要填写的文本。</a:t>
              </a:r>
            </a:p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0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4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[4] 这里填写你要填写的文本，这里填写你要填写的文本，填写你要填写的文本。</a:t>
              </a:r>
            </a:p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0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4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[3] Type something here type something here type something here type something here type something here type something here type something here type something here.</a:t>
              </a:r>
            </a:p>
            <a:p>
              <a:pPr>
                <a:lnSpc>
                  <a:spcPct val="150000"/>
                </a:lnSpc>
                <a:defRPr sz="10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/>
            </a:p>
            <a:p>
              <a:pPr marL="285750" indent="-285750">
                <a:lnSpc>
                  <a:spcPct val="150000"/>
                </a:lnSpc>
                <a:buSzPct val="100000"/>
                <a:buFont typeface="Arial"/>
                <a:buChar char="•"/>
                <a:defRPr sz="1400">
                  <a:solidFill>
                    <a:srgbClr val="26262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t>[4] Type something here type something here type something here type something here type something here.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:wip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750"/>
                                        <p:tgtEl>
                                          <p:spTgt spid="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4" grpId="1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矩形 23"/>
          <p:cNvSpPr txBox="1"/>
          <p:nvPr/>
        </p:nvSpPr>
        <p:spPr>
          <a:xfrm>
            <a:off x="2916238" y="555625"/>
            <a:ext cx="3551238" cy="1120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6600">
                <a:solidFill>
                  <a:srgbClr val="414455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t>THANKS!</a:t>
            </a:r>
          </a:p>
        </p:txBody>
      </p:sp>
      <p:sp>
        <p:nvSpPr>
          <p:cNvPr id="1277" name="矩形 24"/>
          <p:cNvSpPr txBox="1"/>
          <p:nvPr/>
        </p:nvSpPr>
        <p:spPr>
          <a:xfrm>
            <a:off x="1331912" y="1995488"/>
            <a:ext cx="6435726" cy="225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         大学生活即将结束，在此，我要感谢所有教导我的老师和陪伴我一齐成长的同学，他们在我的大学生涯给予了很大的帮助。本论文能够顺利完成，要特别感谢我的导师XXX老师，XXX老师对该论文从选题，构思到最后定稿的各个环节给予细心指引与教导,使我得以最终完成毕业论文设计！</a:t>
            </a:r>
          </a:p>
          <a:p>
            <a:pPr>
              <a:lnSpc>
                <a:spcPct val="150000"/>
              </a:lnSpc>
              <a:defRPr sz="14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        最后，我要向百忙之中抽时间对本文进行审阅，评议和参与本人论文答辩的各位老师表示感谢！</a:t>
            </a:r>
          </a:p>
        </p:txBody>
      </p:sp>
      <p:sp>
        <p:nvSpPr>
          <p:cNvPr id="1278" name="矩形 25"/>
          <p:cNvSpPr txBox="1"/>
          <p:nvPr/>
        </p:nvSpPr>
        <p:spPr>
          <a:xfrm>
            <a:off x="3070225" y="4087812"/>
            <a:ext cx="304800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2000">
                <a:solidFill>
                  <a:srgbClr val="414455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恳请各位老师批评指正！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5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9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3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0"/>
                            </p:stCondLst>
                            <p:childTnLst>
                              <p:par>
                                <p:cTn id="14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" grpId="1" animBg="1" advAuto="0"/>
      <p:bldP spid="1277" grpId="2" animBg="1" advAuto="0"/>
      <p:bldP spid="1278" grpId="4" animBg="1" advAuto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1076</Words>
  <Application>Microsoft Office PowerPoint</Application>
  <PresentationFormat>全屏显示(16:9)</PresentationFormat>
  <Paragraphs>314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等线</vt:lpstr>
      <vt:lpstr>等线 Light</vt:lpstr>
      <vt:lpstr>方正姚体</vt:lpstr>
      <vt:lpstr>华文楷体</vt:lpstr>
      <vt:lpstr>微软雅黑</vt:lpstr>
      <vt:lpstr>Arial</vt:lpstr>
      <vt:lpstr>Calibri</vt:lpstr>
      <vt:lpstr>Impact</vt:lpstr>
      <vt:lpstr>Segoe UI</vt:lpstr>
      <vt:lpstr>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青岛若英</cp:lastModifiedBy>
  <cp:revision>2</cp:revision>
  <dcterms:modified xsi:type="dcterms:W3CDTF">2022-03-04T05:56:11Z</dcterms:modified>
</cp:coreProperties>
</file>