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258" r:id="rId5"/>
    <p:sldId id="259" r:id="rId6"/>
    <p:sldId id="263" r:id="rId7"/>
    <p:sldId id="264" r:id="rId8"/>
    <p:sldId id="257" r:id="rId9"/>
    <p:sldId id="260" r:id="rId10"/>
    <p:sldId id="265" r:id="rId11"/>
    <p:sldId id="266" r:id="rId12"/>
    <p:sldId id="268" r:id="rId13"/>
    <p:sldId id="261" r:id="rId14"/>
    <p:sldId id="267" r:id="rId15"/>
    <p:sldId id="269" r:id="rId16"/>
    <p:sldId id="270" r:id="rId17"/>
    <p:sldId id="262" r:id="rId18"/>
    <p:sldId id="271" r:id="rId19"/>
    <p:sldId id="272" r:id="rId20"/>
    <p:sldId id="273" r:id="rId21"/>
    <p:sldId id="274" r:id="rId22"/>
  </p:sldIdLst>
  <p:sldSz cx="12192000" cy="6858000"/>
  <p:notesSz cx="6858000" cy="9144000"/>
  <p:embeddedFontLst>
    <p:embeddedFont>
      <p:font typeface="思源黑体 CN Light" panose="020B0300000000000000" charset="-122"/>
      <p:regular r:id="rId27"/>
    </p:embeddedFont>
    <p:embeddedFont>
      <p:font typeface="庞门正道标题体3.0" panose="02010600030101010101" charset="-122"/>
      <p:regular r:id="rId28"/>
    </p:embeddedFont>
    <p:embeddedFont>
      <p:font typeface="思源黑体 CN Medium" panose="020B0600000000000000" charset="-122"/>
      <p:regular r:id="rId29"/>
    </p:embeddedFont>
  </p:embeddedFontLst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9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57395"/>
    <a:srgbClr val="A378A6"/>
    <a:srgbClr val="F3706A"/>
    <a:srgbClr val="F13D68"/>
    <a:srgbClr val="906093"/>
    <a:srgbClr val="EA4742"/>
    <a:srgbClr val="A8A9E0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9"/>
        <p:guide pos="383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314.xml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A378A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A8A9E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3706A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输入内容</c:v>
                </c:pt>
                <c:pt idx="1">
                  <c:v>输入内容</c:v>
                </c:pt>
                <c:pt idx="2">
                  <c:v>第四季度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8.2</c:v>
                </c:pt>
                <c:pt idx="1">
                  <c:v>3.2</c:v>
                </c:pt>
                <c:pt idx="2">
                  <c:v>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庞门正道标题体3.0" panose="02010600030101010101" charset="-122"/>
                <a:sym typeface="庞门正道标题体3.0" panose="02010600030101010101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庞门正道标题体3.0" panose="02010600030101010101" charset="-122"/>
                <a:sym typeface="庞门正道标题体3.0" panose="02010600030101010101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庞门正道标题体3.0" panose="02010600030101010101" charset="-122"/>
                <a:sym typeface="庞门正道标题体3.0" panose="02010600030101010101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>
                  <a:lumMod val="85000"/>
                  <a:lumOff val="15000"/>
                </a:schemeClr>
              </a:solidFill>
              <a:latin typeface="庞门正道标题体3.0" panose="02010600030101010101" charset="-122"/>
              <a:ea typeface="庞门正道标题体3.0" panose="02010600030101010101" charset="-122"/>
              <a:cs typeface="庞门正道标题体3.0" panose="02010600030101010101" charset="-122"/>
              <a:sym typeface="庞门正道标题体3.0" panose="02010600030101010101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160ef98-3a2d-43ae-a9c6-d9901f2722e5}"/>
      </c:ext>
    </c:extLst>
  </c:chart>
  <c:spPr>
    <a:noFill/>
    <a:ln>
      <a:noFill/>
    </a:ln>
    <a:effectLst/>
  </c:spPr>
  <c:txPr>
    <a:bodyPr/>
    <a:lstStyle/>
    <a:p>
      <a:pPr>
        <a:defRPr lang="zh-CN" sz="1600">
          <a:solidFill>
            <a:schemeClr val="tx1">
              <a:lumMod val="85000"/>
              <a:lumOff val="15000"/>
            </a:schemeClr>
          </a:solidFill>
          <a:latin typeface="庞门正道标题体3.0" panose="02010600030101010101" charset="-122"/>
          <a:ea typeface="庞门正道标题体3.0" panose="02010600030101010101" charset="-122"/>
          <a:cs typeface="庞门正道标题体3.0" panose="02010600030101010101" charset="-122"/>
          <a:sym typeface="庞门正道标题体3.0" panose="02010600030101010101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思源黑体 CN Medium" panose="020B0600000000000000" charset="-122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A378A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F5739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194586"/>
        <c:axId val="775652657"/>
      </c:barChart>
      <c:catAx>
        <c:axId val="61919458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775652657"/>
        <c:crosses val="autoZero"/>
        <c:auto val="1"/>
        <c:lblAlgn val="ctr"/>
        <c:lblOffset val="100"/>
        <c:noMultiLvlLbl val="0"/>
      </c:catAx>
      <c:valAx>
        <c:axId val="77565265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61919458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思源黑体 CN Medium" panose="020B06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abc767c-1fe4-4374-9fb6-a3d8727d36a8}"/>
      </c:ext>
    </c:extLst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rPr>
            </a:fld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rPr>
            </a:fld>
            <a:endParaRPr lang="zh-CN" altLang="en-US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黑体 CN Light" panose="020B0300000000000000" charset="-122"/>
        <a:cs typeface="思源黑体 CN Light" panose="020B03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思源黑体 CN Light" panose="020B0300000000000000" charset="-122"/>
          <a:ea typeface="思源黑体 CN Light" panose="020B0300000000000000" charset="-122"/>
          <a:cs typeface="思源黑体 CN Light" panose="020B03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image" Target="../media/image7.png"/><Relationship Id="rId12" Type="http://schemas.openxmlformats.org/officeDocument/2006/relationships/tags" Target="../tags/tag14.xml"/><Relationship Id="rId11" Type="http://schemas.openxmlformats.org/officeDocument/2006/relationships/image" Target="../media/image6.png"/><Relationship Id="rId10" Type="http://schemas.openxmlformats.org/officeDocument/2006/relationships/tags" Target="../tags/tag13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../media/image4.png"/><Relationship Id="rId3" Type="http://schemas.openxmlformats.org/officeDocument/2006/relationships/tags" Target="../tags/tag17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9" Type="http://schemas.openxmlformats.org/officeDocument/2006/relationships/tags" Target="../tags/tag30.xml"/><Relationship Id="rId18" Type="http://schemas.openxmlformats.org/officeDocument/2006/relationships/image" Target="../media/image5.png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image" Target="../media/image7.png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7.png"/><Relationship Id="rId5" Type="http://schemas.openxmlformats.org/officeDocument/2006/relationships/tags" Target="../tags/tag32.xml"/><Relationship Id="rId4" Type="http://schemas.openxmlformats.org/officeDocument/2006/relationships/image" Target="../media/image4.png"/><Relationship Id="rId3" Type="http://schemas.openxmlformats.org/officeDocument/2006/relationships/tags" Target="../tags/tag31.xml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image" Target="../media/image6.png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image" Target="../media/image8.png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image" Target="../media/image7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image" Target="../media/image7.png"/><Relationship Id="rId3" Type="http://schemas.openxmlformats.org/officeDocument/2006/relationships/tags" Target="../tags/tag55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77.xml"/><Relationship Id="rId25" Type="http://schemas.openxmlformats.org/officeDocument/2006/relationships/tags" Target="../tags/tag76.xml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tags" Target="../tags/tag73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tags" Target="../tags/tag54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image" Target="../media/image7.png"/><Relationship Id="rId30" Type="http://schemas.openxmlformats.org/officeDocument/2006/relationships/notesSlide" Target="../notesSlides/notesSlide5.xml"/><Relationship Id="rId3" Type="http://schemas.openxmlformats.org/officeDocument/2006/relationships/tags" Target="../tags/tag80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98.xml"/><Relationship Id="rId27" Type="http://schemas.openxmlformats.org/officeDocument/2006/relationships/tags" Target="../tags/tag97.xml"/><Relationship Id="rId26" Type="http://schemas.openxmlformats.org/officeDocument/2006/relationships/tags" Target="../tags/tag96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tags" Target="../tags/tag92.xml"/><Relationship Id="rId21" Type="http://schemas.openxmlformats.org/officeDocument/2006/relationships/image" Target="../media/image13.svg"/><Relationship Id="rId20" Type="http://schemas.openxmlformats.org/officeDocument/2006/relationships/image" Target="../media/image12.png"/><Relationship Id="rId2" Type="http://schemas.openxmlformats.org/officeDocument/2006/relationships/tags" Target="../tags/tag79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image" Target="../media/image8.png"/><Relationship Id="rId16" Type="http://schemas.openxmlformats.org/officeDocument/2006/relationships/tags" Target="../tags/tag89.xml"/><Relationship Id="rId15" Type="http://schemas.openxmlformats.org/officeDocument/2006/relationships/image" Target="../media/image11.png"/><Relationship Id="rId14" Type="http://schemas.openxmlformats.org/officeDocument/2006/relationships/tags" Target="../tags/tag88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image" Target="../media/image7.png"/><Relationship Id="rId5" Type="http://schemas.openxmlformats.org/officeDocument/2006/relationships/tags" Target="../tags/tag100.xml"/><Relationship Id="rId4" Type="http://schemas.openxmlformats.org/officeDocument/2006/relationships/image" Target="../media/image4.png"/><Relationship Id="rId3" Type="http://schemas.openxmlformats.org/officeDocument/2006/relationships/tags" Target="../tags/tag99.xml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image" Target="../media/image6.png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image" Target="../media/image14.png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image" Target="../media/image7.png"/><Relationship Id="rId3" Type="http://schemas.openxmlformats.org/officeDocument/2006/relationships/tags" Target="../tags/tag111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11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image" Target="../media/image7.png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25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image" Target="../media/image7.png"/><Relationship Id="rId3" Type="http://schemas.openxmlformats.org/officeDocument/2006/relationships/tags" Target="../tags/tag148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5.xml"/><Relationship Id="rId23" Type="http://schemas.openxmlformats.org/officeDocument/2006/relationships/tags" Target="../tags/tag164.xml"/><Relationship Id="rId22" Type="http://schemas.openxmlformats.org/officeDocument/2006/relationships/tags" Target="../tags/tag163.xml"/><Relationship Id="rId21" Type="http://schemas.openxmlformats.org/officeDocument/2006/relationships/tags" Target="../tags/tag162.xml"/><Relationship Id="rId20" Type="http://schemas.openxmlformats.org/officeDocument/2006/relationships/image" Target="../media/image17.png"/><Relationship Id="rId2" Type="http://schemas.openxmlformats.org/officeDocument/2006/relationships/tags" Target="../tags/tag147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tags" Target="../tags/tag159.xml"/><Relationship Id="rId16" Type="http://schemas.openxmlformats.org/officeDocument/2006/relationships/tags" Target="../tags/tag158.xml"/><Relationship Id="rId15" Type="http://schemas.openxmlformats.org/officeDocument/2006/relationships/image" Target="../media/image16.png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image" Target="../media/image15.png"/><Relationship Id="rId1" Type="http://schemas.openxmlformats.org/officeDocument/2006/relationships/tags" Target="../tags/tag1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image" Target="../media/image7.png"/><Relationship Id="rId5" Type="http://schemas.openxmlformats.org/officeDocument/2006/relationships/tags" Target="../tags/tag167.xml"/><Relationship Id="rId4" Type="http://schemas.openxmlformats.org/officeDocument/2006/relationships/image" Target="../media/image4.png"/><Relationship Id="rId3" Type="http://schemas.openxmlformats.org/officeDocument/2006/relationships/tags" Target="../tags/tag166.xml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image" Target="../media/image6.png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image" Target="../media/image18.png"/><Relationship Id="rId5" Type="http://schemas.openxmlformats.org/officeDocument/2006/relationships/tags" Target="../tags/tag179.xml"/><Relationship Id="rId4" Type="http://schemas.openxmlformats.org/officeDocument/2006/relationships/image" Target="../media/image7.png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90.xml"/><Relationship Id="rId16" Type="http://schemas.openxmlformats.org/officeDocument/2006/relationships/tags" Target="../tags/tag189.xml"/><Relationship Id="rId15" Type="http://schemas.openxmlformats.org/officeDocument/2006/relationships/tags" Target="../tags/tag188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tags" Target="../tags/tag17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image" Target="../media/image7.png"/><Relationship Id="rId3" Type="http://schemas.openxmlformats.org/officeDocument/2006/relationships/tags" Target="../tags/tag193.xml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92.xml"/><Relationship Id="rId19" Type="http://schemas.openxmlformats.org/officeDocument/2006/relationships/tags" Target="../tags/tag208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image" Target="../media/image7.png"/><Relationship Id="rId30" Type="http://schemas.openxmlformats.org/officeDocument/2006/relationships/notesSlide" Target="../notesSlides/notesSlide13.xml"/><Relationship Id="rId3" Type="http://schemas.openxmlformats.org/officeDocument/2006/relationships/tags" Target="../tags/tag211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35.xml"/><Relationship Id="rId27" Type="http://schemas.openxmlformats.org/officeDocument/2006/relationships/tags" Target="../tags/tag234.xml"/><Relationship Id="rId26" Type="http://schemas.openxmlformats.org/officeDocument/2006/relationships/tags" Target="../tags/tag233.xml"/><Relationship Id="rId25" Type="http://schemas.openxmlformats.org/officeDocument/2006/relationships/tags" Target="../tags/tag232.xml"/><Relationship Id="rId24" Type="http://schemas.openxmlformats.org/officeDocument/2006/relationships/tags" Target="../tags/tag231.xml"/><Relationship Id="rId23" Type="http://schemas.openxmlformats.org/officeDocument/2006/relationships/tags" Target="../tags/tag230.xml"/><Relationship Id="rId22" Type="http://schemas.openxmlformats.org/officeDocument/2006/relationships/tags" Target="../tags/tag229.xml"/><Relationship Id="rId21" Type="http://schemas.openxmlformats.org/officeDocument/2006/relationships/tags" Target="../tags/tag228.xml"/><Relationship Id="rId20" Type="http://schemas.openxmlformats.org/officeDocument/2006/relationships/tags" Target="../tags/tag227.xml"/><Relationship Id="rId2" Type="http://schemas.openxmlformats.org/officeDocument/2006/relationships/tags" Target="../tags/tag210.xml"/><Relationship Id="rId19" Type="http://schemas.openxmlformats.org/officeDocument/2006/relationships/tags" Target="../tags/tag226.xml"/><Relationship Id="rId18" Type="http://schemas.openxmlformats.org/officeDocument/2006/relationships/tags" Target="../tags/tag225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0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image" Target="../media/image7.png"/><Relationship Id="rId5" Type="http://schemas.openxmlformats.org/officeDocument/2006/relationships/tags" Target="../tags/tag237.xml"/><Relationship Id="rId4" Type="http://schemas.openxmlformats.org/officeDocument/2006/relationships/image" Target="../media/image4.png"/><Relationship Id="rId3" Type="http://schemas.openxmlformats.org/officeDocument/2006/relationships/tags" Target="../tags/tag236.xml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45.xml"/><Relationship Id="rId15" Type="http://schemas.openxmlformats.org/officeDocument/2006/relationships/tags" Target="../tags/tag244.xml"/><Relationship Id="rId14" Type="http://schemas.openxmlformats.org/officeDocument/2006/relationships/tags" Target="../tags/tag243.xml"/><Relationship Id="rId13" Type="http://schemas.openxmlformats.org/officeDocument/2006/relationships/image" Target="../media/image6.png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image" Target="../media/image19.png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image" Target="../media/image7.png"/><Relationship Id="rId3" Type="http://schemas.openxmlformats.org/officeDocument/2006/relationships/tags" Target="../tags/tag248.xml"/><Relationship Id="rId25" Type="http://schemas.openxmlformats.org/officeDocument/2006/relationships/notesSlide" Target="../notesSlides/notesSlide15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64.xml"/><Relationship Id="rId22" Type="http://schemas.openxmlformats.org/officeDocument/2006/relationships/tags" Target="../tags/tag263.xml"/><Relationship Id="rId21" Type="http://schemas.openxmlformats.org/officeDocument/2006/relationships/tags" Target="../tags/tag262.xml"/><Relationship Id="rId20" Type="http://schemas.openxmlformats.org/officeDocument/2006/relationships/tags" Target="../tags/tag261.xml"/><Relationship Id="rId2" Type="http://schemas.openxmlformats.org/officeDocument/2006/relationships/tags" Target="../tags/tag247.xml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image" Target="../media/image21.png"/><Relationship Id="rId16" Type="http://schemas.openxmlformats.org/officeDocument/2006/relationships/tags" Target="../tags/tag258.xml"/><Relationship Id="rId15" Type="http://schemas.openxmlformats.org/officeDocument/2006/relationships/tags" Target="../tags/tag257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image" Target="../media/image20.png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tags" Target="../tags/tag24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9.png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image" Target="../media/image7.png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0" Type="http://schemas.openxmlformats.org/officeDocument/2006/relationships/notesSlide" Target="../notesSlides/notesSlide16.xml"/><Relationship Id="rId2" Type="http://schemas.openxmlformats.org/officeDocument/2006/relationships/tags" Target="../tags/tag265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image" Target="../media/image7.png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9" Type="http://schemas.openxmlformats.org/officeDocument/2006/relationships/notesSlide" Target="../notesSlides/notesSlide17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304.xml"/><Relationship Id="rId26" Type="http://schemas.openxmlformats.org/officeDocument/2006/relationships/tags" Target="../tags/tag303.xml"/><Relationship Id="rId25" Type="http://schemas.openxmlformats.org/officeDocument/2006/relationships/tags" Target="../tags/tag302.xml"/><Relationship Id="rId24" Type="http://schemas.openxmlformats.org/officeDocument/2006/relationships/tags" Target="../tags/tag301.xml"/><Relationship Id="rId23" Type="http://schemas.openxmlformats.org/officeDocument/2006/relationships/tags" Target="../tags/tag300.xml"/><Relationship Id="rId22" Type="http://schemas.openxmlformats.org/officeDocument/2006/relationships/tags" Target="../tags/tag299.xml"/><Relationship Id="rId21" Type="http://schemas.openxmlformats.org/officeDocument/2006/relationships/tags" Target="../tags/tag298.xml"/><Relationship Id="rId20" Type="http://schemas.openxmlformats.org/officeDocument/2006/relationships/tags" Target="../tags/tag297.xml"/><Relationship Id="rId2" Type="http://schemas.openxmlformats.org/officeDocument/2006/relationships/tags" Target="../tags/tag280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image" Target="../media/image4.png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18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13.xml"/><Relationship Id="rId14" Type="http://schemas.openxmlformats.org/officeDocument/2006/relationships/tags" Target="../tags/tag312.xml"/><Relationship Id="rId13" Type="http://schemas.openxmlformats.org/officeDocument/2006/relationships/image" Target="../media/image7.png"/><Relationship Id="rId12" Type="http://schemas.openxmlformats.org/officeDocument/2006/relationships/tags" Target="../tags/tag311.xml"/><Relationship Id="rId11" Type="http://schemas.openxmlformats.org/officeDocument/2006/relationships/image" Target="../media/image6.png"/><Relationship Id="rId10" Type="http://schemas.openxmlformats.org/officeDocument/2006/relationships/tags" Target="../tags/tag310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1560"/>
            <a:ext cx="12192000" cy="580517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2188845" y="3404235"/>
            <a:ext cx="7590790" cy="55626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18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64615" y="1772920"/>
            <a:ext cx="95230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</a:t>
            </a:r>
            <a:endParaRPr lang="zh-CN" altLang="en-US" sz="11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111" name="图片 110"/>
          <p:cNvPicPr/>
          <p:nvPr>
            <p:custDataLst>
              <p:tags r:id="rId4"/>
            </p:custDataLst>
          </p:nvPr>
        </p:nvPicPr>
        <p:blipFill>
          <a:blip r:embed="rId5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圆角矩形 10"/>
          <p:cNvSpPr/>
          <p:nvPr/>
        </p:nvSpPr>
        <p:spPr>
          <a:xfrm>
            <a:off x="3514090" y="5074285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3629025" y="5130165"/>
            <a:ext cx="15836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汇报人：稻小壳</a:t>
            </a:r>
            <a:endParaRPr lang="zh-CN" altLang="en-US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04110" y="3475355"/>
            <a:ext cx="71647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-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简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约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大气党政风党建党课主题教育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ppt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模板</a:t>
            </a:r>
            <a:r>
              <a:rPr lang="en-US" altLang="zh-CN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-</a:t>
            </a:r>
            <a:endParaRPr lang="en-US" altLang="zh-CN" sz="20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73120" y="1249045"/>
            <a:ext cx="5276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8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不忘初心</a:t>
            </a:r>
            <a:r>
              <a:rPr lang="en-US" altLang="zh-CN" sz="28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</a:t>
            </a:r>
            <a:r>
              <a:rPr lang="zh-CN" altLang="en-US" sz="28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牢记使命</a:t>
            </a:r>
            <a:endParaRPr lang="zh-CN" altLang="en-US" sz="2800" b="1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485890" y="5074285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6539230" y="5130165"/>
            <a:ext cx="1698625" cy="321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dist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汇报时间：</a:t>
            </a: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月</a:t>
            </a: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日</a:t>
            </a:r>
            <a:endParaRPr lang="zh-CN" altLang="en-US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15" name="图片 14"/>
          <p:cNvPicPr/>
          <p:nvPr>
            <p:custDataLst>
              <p:tags r:id="rId8"/>
            </p:custDataLst>
          </p:nvPr>
        </p:nvPicPr>
        <p:blipFill>
          <a:blip r:embed="rId9">
            <a:alphaModFix amt="66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图片 18" descr="000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77458"/>
          <a:stretch>
            <a:fillRect/>
          </a:stretch>
        </p:blipFill>
        <p:spPr>
          <a:xfrm>
            <a:off x="7620" y="5396547"/>
            <a:ext cx="12192000" cy="1475105"/>
          </a:xfrm>
          <a:prstGeom prst="rect">
            <a:avLst/>
          </a:prstGeom>
        </p:spPr>
      </p:pic>
      <p:pic>
        <p:nvPicPr>
          <p:cNvPr id="29" name="图片 28"/>
          <p:cNvPicPr/>
          <p:nvPr>
            <p:custDataLst>
              <p:tags r:id="rId12"/>
            </p:custDataLst>
          </p:nvPr>
        </p:nvPicPr>
        <p:blipFill>
          <a:blip r:embed="rId13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14"/>
            </p:custDataLst>
          </p:nvPr>
        </p:nvPicPr>
        <p:blipFill>
          <a:blip r:embed="rId13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>
            <a:alphaModFix amt="36000"/>
          </a:blip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2830"/>
            <a:ext cx="12192000" cy="580517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1733550" y="1205865"/>
            <a:ext cx="879792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 cap="all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cont</a:t>
            </a:r>
            <a:r>
              <a:rPr lang="en-US" altLang="zh-CN" sz="1400" cap="all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   </a:t>
            </a:r>
            <a:r>
              <a:rPr lang="zh-CN" altLang="en-US" sz="1400" cap="all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ents</a:t>
            </a:r>
            <a:endParaRPr lang="zh-CN" altLang="en-US" sz="1400" cap="all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48230" y="789305"/>
            <a:ext cx="75933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66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目</a:t>
            </a:r>
            <a:r>
              <a:rPr lang="en-US" altLang="zh-CN" sz="66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 </a:t>
            </a:r>
            <a:r>
              <a:rPr lang="zh-CN" altLang="en-US" sz="66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录</a:t>
            </a:r>
            <a:endParaRPr lang="zh-CN" altLang="en-US" sz="66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图片 17"/>
          <p:cNvPicPr/>
          <p:nvPr>
            <p:custDataLst>
              <p:tags r:id="rId5"/>
            </p:custDataLst>
          </p:nvPr>
        </p:nvPicPr>
        <p:blipFill>
          <a:blip r:embed="rId4"/>
          <a:srcRect t="11093"/>
          <a:stretch>
            <a:fillRect/>
          </a:stretch>
        </p:blipFill>
        <p:spPr>
          <a:xfrm flipH="1" flipV="1">
            <a:off x="0" y="6157595"/>
            <a:ext cx="4005580" cy="6972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9655" y="2633345"/>
            <a:ext cx="3502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</a:rPr>
              <a:t>现代化的概念</a:t>
            </a:r>
            <a:endParaRPr lang="zh-CN" altLang="en-US" sz="3200" b="1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</a:endParaRPr>
          </a:p>
        </p:txBody>
      </p:sp>
      <p:sp>
        <p:nvSpPr>
          <p:cNvPr id="7" name="椭圆 6"/>
          <p:cNvSpPr/>
          <p:nvPr>
            <p:custDataLst>
              <p:tags r:id="rId6"/>
            </p:custDataLst>
          </p:nvPr>
        </p:nvSpPr>
        <p:spPr>
          <a:xfrm>
            <a:off x="1419225" y="2698115"/>
            <a:ext cx="733425" cy="73342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1</a:t>
            </a: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7"/>
            </p:custDataLst>
          </p:nvPr>
        </p:nvSpPr>
        <p:spPr>
          <a:xfrm>
            <a:off x="2347595" y="3112135"/>
            <a:ext cx="39497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的阐述观点。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47330" y="2633345"/>
            <a:ext cx="3502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现代化的来源</a:t>
            </a:r>
            <a:endParaRPr lang="zh-CN" altLang="en-US" sz="3200" b="1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8"/>
            </p:custDataLst>
          </p:nvPr>
        </p:nvSpPr>
        <p:spPr>
          <a:xfrm>
            <a:off x="6946900" y="2698115"/>
            <a:ext cx="733425" cy="73342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</a:t>
            </a: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7875270" y="3112135"/>
            <a:ext cx="39497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的阐述观点。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19655" y="4055110"/>
            <a:ext cx="3502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现代化的目标</a:t>
            </a:r>
            <a:endParaRPr lang="zh-CN" altLang="en-US" sz="3200" b="1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10"/>
            </p:custDataLst>
          </p:nvPr>
        </p:nvSpPr>
        <p:spPr>
          <a:xfrm>
            <a:off x="1419225" y="4119880"/>
            <a:ext cx="733425" cy="73342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</a:t>
            </a: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2347595" y="4533900"/>
            <a:ext cx="39497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的阐述观点。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47330" y="4055110"/>
            <a:ext cx="3819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现代化如何实现</a:t>
            </a:r>
            <a:endParaRPr lang="zh-CN" altLang="en-US" sz="3200" b="1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7" name="椭圆 26"/>
          <p:cNvSpPr/>
          <p:nvPr>
            <p:custDataLst>
              <p:tags r:id="rId12"/>
            </p:custDataLst>
          </p:nvPr>
        </p:nvSpPr>
        <p:spPr>
          <a:xfrm>
            <a:off x="6946900" y="4119880"/>
            <a:ext cx="733425" cy="73342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4</a:t>
            </a: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7875270" y="4533900"/>
            <a:ext cx="39497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的阐述观点。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14"/>
            </p:custDataLst>
          </p:nvPr>
        </p:nvPicPr>
        <p:blipFill>
          <a:blip r:embed="rId15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16"/>
            </p:custDataLst>
          </p:nvPr>
        </p:nvPicPr>
        <p:blipFill>
          <a:blip r:embed="rId15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2"/>
          <p:cNvPicPr/>
          <p:nvPr>
            <p:custDataLst>
              <p:tags r:id="rId17"/>
            </p:custDataLst>
          </p:nvPr>
        </p:nvPicPr>
        <p:blipFill>
          <a:blip r:embed="rId18">
            <a:alphaModFix amt="49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>
            <a:alphaModFix amt="36000"/>
          </a:blip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2830"/>
            <a:ext cx="12192000" cy="5805170"/>
          </a:xfrm>
          <a:prstGeom prst="rect">
            <a:avLst/>
          </a:prstGeom>
        </p:spPr>
      </p:pic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图片 28"/>
          <p:cNvPicPr/>
          <p:nvPr>
            <p:custDataLst>
              <p:tags r:id="rId5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7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2"/>
          <p:cNvPicPr/>
          <p:nvPr>
            <p:custDataLst>
              <p:tags r:id="rId8"/>
            </p:custDataLst>
          </p:nvPr>
        </p:nvPicPr>
        <p:blipFill>
          <a:blip r:embed="rId9">
            <a:alphaModFix amt="49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文本框 82"/>
          <p:cNvSpPr txBox="1"/>
          <p:nvPr>
            <p:custDataLst>
              <p:tags r:id="rId10"/>
            </p:custDataLst>
          </p:nvPr>
        </p:nvSpPr>
        <p:spPr>
          <a:xfrm>
            <a:off x="2291715" y="3615055"/>
            <a:ext cx="760857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5580" y="71437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01</a:t>
            </a:r>
            <a:endParaRPr lang="zh-CN" altLang="en-US" sz="9600" dirty="0">
              <a:gradFill>
                <a:gsLst>
                  <a:gs pos="0">
                    <a:srgbClr val="E83D39">
                      <a:alpha val="78000"/>
                    </a:srgbClr>
                  </a:gs>
                  <a:gs pos="80000">
                    <a:srgbClr val="8B6295">
                      <a:alpha val="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46555" y="2416175"/>
            <a:ext cx="89852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7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中国式现代化的概念</a:t>
            </a:r>
            <a:endParaRPr lang="zh-CN" altLang="en-US" sz="7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3457575" y="2077720"/>
            <a:ext cx="5276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不忘初心</a:t>
            </a:r>
            <a:r>
              <a:rPr lang="en-US" altLang="zh-CN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</a:t>
            </a:r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牢记使命</a:t>
            </a:r>
            <a:endParaRPr lang="zh-CN" altLang="en-US" sz="2000" b="1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11" name="图片 10" descr="000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77458"/>
          <a:stretch>
            <a:fillRect/>
          </a:stretch>
        </p:blipFill>
        <p:spPr>
          <a:xfrm>
            <a:off x="0" y="5447982"/>
            <a:ext cx="12192000" cy="1475105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5104765" y="5085080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5219700" y="5140960"/>
            <a:ext cx="15836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PART ONE</a:t>
            </a:r>
            <a:endParaRPr lang="en-US" altLang="zh-CN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01.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中国式现代化的概念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" name="圆角矩形 70"/>
          <p:cNvSpPr/>
          <p:nvPr>
            <p:custDataLst>
              <p:tags r:id="rId6"/>
            </p:custDataLst>
          </p:nvPr>
        </p:nvSpPr>
        <p:spPr>
          <a:xfrm>
            <a:off x="4197985" y="2059305"/>
            <a:ext cx="7310120" cy="3985895"/>
          </a:xfrm>
          <a:prstGeom prst="roundRect">
            <a:avLst>
              <a:gd name="adj" fmla="val 6974"/>
            </a:avLst>
          </a:prstGeom>
          <a:blipFill rotWithShape="1">
            <a:blip r:embed="rId7"/>
            <a:stretch>
              <a:fillRect/>
            </a:stretch>
          </a:blipFill>
          <a:ln>
            <a:gradFill>
              <a:gsLst>
                <a:gs pos="0">
                  <a:srgbClr val="F8C8CA">
                    <a:alpha val="38000"/>
                  </a:srgbClr>
                </a:gs>
                <a:gs pos="100000">
                  <a:srgbClr val="506AA3">
                    <a:alpha val="3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72" name="任意多边形 71"/>
          <p:cNvSpPr/>
          <p:nvPr>
            <p:custDataLst>
              <p:tags r:id="rId8"/>
            </p:custDataLst>
          </p:nvPr>
        </p:nvSpPr>
        <p:spPr>
          <a:xfrm>
            <a:off x="4197985" y="4934104"/>
            <a:ext cx="7310120" cy="1111096"/>
          </a:xfrm>
          <a:custGeom>
            <a:avLst/>
            <a:gdLst>
              <a:gd name="adj" fmla="val 6974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512" h="1750">
                <a:moveTo>
                  <a:pt x="0" y="0"/>
                </a:moveTo>
                <a:cubicBezTo>
                  <a:pt x="0" y="242"/>
                  <a:pt x="196" y="438"/>
                  <a:pt x="438" y="438"/>
                </a:cubicBezTo>
                <a:lnTo>
                  <a:pt x="11074" y="438"/>
                </a:lnTo>
                <a:cubicBezTo>
                  <a:pt x="11316" y="438"/>
                  <a:pt x="11512" y="242"/>
                  <a:pt x="11512" y="0"/>
                </a:cubicBezTo>
                <a:lnTo>
                  <a:pt x="11512" y="1312"/>
                </a:lnTo>
                <a:cubicBezTo>
                  <a:pt x="11512" y="1554"/>
                  <a:pt x="11316" y="1750"/>
                  <a:pt x="11074" y="1750"/>
                </a:cubicBezTo>
                <a:lnTo>
                  <a:pt x="438" y="1750"/>
                </a:lnTo>
                <a:cubicBezTo>
                  <a:pt x="196" y="1750"/>
                  <a:pt x="0" y="1554"/>
                  <a:pt x="0" y="131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9"/>
            </p:custDataLst>
          </p:nvPr>
        </p:nvSpPr>
        <p:spPr>
          <a:xfrm>
            <a:off x="5133975" y="5398770"/>
            <a:ext cx="581850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0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单击此处输入你的正文，文字是您思想的提炼。</a:t>
            </a:r>
            <a:endParaRPr lang="zh-CN" altLang="en-US" sz="200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3" name="文本框 82"/>
          <p:cNvSpPr txBox="1"/>
          <p:nvPr>
            <p:custDataLst>
              <p:tags r:id="rId10"/>
            </p:custDataLst>
          </p:nvPr>
        </p:nvSpPr>
        <p:spPr>
          <a:xfrm>
            <a:off x="648335" y="3661410"/>
            <a:ext cx="309181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648335" y="4933950"/>
            <a:ext cx="309181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648335" y="1941195"/>
            <a:ext cx="2975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请单击此处输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45490" y="2985770"/>
            <a:ext cx="2785110" cy="0"/>
          </a:xfrm>
          <a:prstGeom prst="line">
            <a:avLst/>
          </a:pr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648335" y="3244850"/>
            <a:ext cx="2525395" cy="349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dist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请单击此处输入副标题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8335" y="2301240"/>
            <a:ext cx="3091180" cy="482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入标题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01.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中国式现代化的概念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圆角矩形 24"/>
          <p:cNvSpPr/>
          <p:nvPr>
            <p:custDataLst>
              <p:tags r:id="rId6"/>
            </p:custDataLst>
          </p:nvPr>
        </p:nvSpPr>
        <p:spPr>
          <a:xfrm>
            <a:off x="6363335" y="1798320"/>
            <a:ext cx="5136515" cy="2004695"/>
          </a:xfrm>
          <a:prstGeom prst="roundRect">
            <a:avLst>
              <a:gd name="adj" fmla="val 7812"/>
            </a:avLst>
          </a:prstGeom>
          <a:solidFill>
            <a:schemeClr val="bg1"/>
          </a:solidFill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Medium" panose="020B06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6588760" y="2053590"/>
            <a:ext cx="211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</a:t>
            </a: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输入标题</a:t>
            </a:r>
            <a:endParaRPr lang="en-US" altLang="zh-CN" sz="24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6617970" y="2868295"/>
            <a:ext cx="467931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6601460" y="2425700"/>
            <a:ext cx="21024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请在此单击输入副标题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10226675" y="1946275"/>
            <a:ext cx="10706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54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02</a:t>
            </a:r>
            <a:endParaRPr lang="zh-CN" altLang="en-US" sz="5400" dirty="0">
              <a:gradFill>
                <a:gsLst>
                  <a:gs pos="0">
                    <a:srgbClr val="E83D39">
                      <a:alpha val="78000"/>
                    </a:srgbClr>
                  </a:gs>
                  <a:gs pos="80000">
                    <a:srgbClr val="8B6295">
                      <a:alpha val="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1"/>
            </p:custDataLst>
          </p:nvPr>
        </p:nvSpPr>
        <p:spPr>
          <a:xfrm>
            <a:off x="659765" y="1818005"/>
            <a:ext cx="5093335" cy="2031365"/>
          </a:xfrm>
          <a:prstGeom prst="roundRect">
            <a:avLst>
              <a:gd name="adj" fmla="val 7812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  <a:effectLst>
            <a:reflection blurRad="6350" stA="18000" endA="300" endPos="1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12"/>
            </p:custDataLst>
          </p:nvPr>
        </p:nvSpPr>
        <p:spPr>
          <a:xfrm>
            <a:off x="885190" y="2045335"/>
            <a:ext cx="2101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Medium" panose="020B0600000000000000" charset="-122"/>
                <a:sym typeface="+mn-ea"/>
              </a:rPr>
              <a:t>单击输入标题</a:t>
            </a:r>
            <a:endParaRPr lang="zh-CN" altLang="en-US" sz="240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13"/>
            </p:custDataLst>
          </p:nvPr>
        </p:nvSpPr>
        <p:spPr>
          <a:xfrm>
            <a:off x="900430" y="2860040"/>
            <a:ext cx="464883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bg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14"/>
            </p:custDataLst>
          </p:nvPr>
        </p:nvSpPr>
        <p:spPr>
          <a:xfrm>
            <a:off x="897890" y="2389505"/>
            <a:ext cx="2422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请在此单击输入副标题</a:t>
            </a:r>
            <a:endParaRPr lang="zh-CN" altLang="en-US" sz="1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631690" y="1938020"/>
            <a:ext cx="78867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5400">
                <a:solidFill>
                  <a:schemeClr val="bg1">
                    <a:alpha val="20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Medium" panose="020B0600000000000000" charset="-122"/>
              </a:rPr>
              <a:t>01</a:t>
            </a:r>
            <a:endParaRPr lang="en-US" altLang="zh-CN" sz="5400">
              <a:solidFill>
                <a:schemeClr val="bg1">
                  <a:alpha val="20000"/>
                </a:schemeClr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Medium" panose="020B0600000000000000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1019175" y="2814955"/>
            <a:ext cx="20256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6407150" y="4314825"/>
            <a:ext cx="5093335" cy="2031365"/>
            <a:chOff x="1039" y="2863"/>
            <a:chExt cx="8021" cy="3199"/>
          </a:xfrm>
        </p:grpSpPr>
        <p:sp>
          <p:nvSpPr>
            <p:cNvPr id="58" name="圆角矩形 57"/>
            <p:cNvSpPr/>
            <p:nvPr>
              <p:custDataLst>
                <p:tags r:id="rId16"/>
              </p:custDataLst>
            </p:nvPr>
          </p:nvSpPr>
          <p:spPr>
            <a:xfrm>
              <a:off x="1039" y="2863"/>
              <a:ext cx="8021" cy="3199"/>
            </a:xfrm>
            <a:prstGeom prst="roundRect">
              <a:avLst>
                <a:gd name="adj" fmla="val 7812"/>
              </a:avLst>
            </a:prstGeom>
            <a:gradFill>
              <a:gsLst>
                <a:gs pos="0">
                  <a:srgbClr val="EA4742">
                    <a:alpha val="61000"/>
                  </a:srgbClr>
                </a:gs>
                <a:gs pos="17000">
                  <a:srgbClr val="F3706A"/>
                </a:gs>
                <a:gs pos="49000">
                  <a:srgbClr val="F13D68">
                    <a:alpha val="78000"/>
                  </a:srgbClr>
                </a:gs>
                <a:gs pos="100000">
                  <a:srgbClr val="906093">
                    <a:alpha val="77000"/>
                  </a:srgbClr>
                </a:gs>
              </a:gsLst>
              <a:lin ang="2880000" scaled="0"/>
            </a:gradFill>
            <a:ln>
              <a:noFill/>
            </a:ln>
            <a:effectLst>
              <a:reflection blurRad="6350" stA="18000" endA="300" endPos="14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17"/>
              </p:custDataLst>
            </p:nvPr>
          </p:nvSpPr>
          <p:spPr>
            <a:xfrm>
              <a:off x="1394" y="3221"/>
              <a:ext cx="331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400">
                  <a:solidFill>
                    <a:schemeClr val="bg1"/>
                  </a:solidFill>
                  <a:latin typeface="庞门正道标题体3.0" panose="02010600030101010101" charset="-122"/>
                  <a:ea typeface="庞门正道标题体3.0" panose="02010600030101010101" charset="-122"/>
                  <a:cs typeface="思源黑体 CN Medium" panose="020B0600000000000000" charset="-122"/>
                  <a:sym typeface="+mn-ea"/>
                </a:rPr>
                <a:t>单击输入标题</a:t>
              </a:r>
              <a:endParaRPr lang="zh-CN" altLang="en-US" sz="24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>
              <a:off x="1418" y="4504"/>
              <a:ext cx="7321" cy="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思源黑体 CN Light" panose="020B0300000000000000" charset="-122"/>
                  <a:ea typeface="思源黑体 CN Light" panose="020B0300000000000000" charset="-122"/>
                  <a:cs typeface="思源黑体 CN Light" panose="020B0300000000000000" charset="-122"/>
                  <a:sym typeface="+mn-ea"/>
                </a:rPr>
                <a:t>单击此处输入你的正文，文字是您思想的提炼，为了最终演示发布的良好效果，请尽量言简意赅的阐述观点；</a:t>
              </a:r>
              <a:endParaRPr lang="zh-CN" altLang="en-US" sz="1400" dirty="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414" y="3763"/>
              <a:ext cx="381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思源黑体 CN Medium" panose="020B0600000000000000" charset="-122"/>
                  <a:sym typeface="+mn-ea"/>
                </a:rPr>
                <a:t>请在此单击输入副标题</a:t>
              </a:r>
              <a:endParaRPr lang="zh-CN" altLang="en-US" sz="1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20"/>
              </p:custDataLst>
            </p:nvPr>
          </p:nvSpPr>
          <p:spPr>
            <a:xfrm>
              <a:off x="7022" y="3074"/>
              <a:ext cx="1717" cy="14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5400">
                  <a:solidFill>
                    <a:schemeClr val="bg1">
                      <a:alpha val="20000"/>
                    </a:schemeClr>
                  </a:solidFill>
                  <a:latin typeface="庞门正道标题体3.0" panose="02010600030101010101" charset="-122"/>
                  <a:ea typeface="庞门正道标题体3.0" panose="02010600030101010101" charset="-122"/>
                  <a:cs typeface="思源黑体 CN Medium" panose="020B0600000000000000" charset="-122"/>
                </a:rPr>
                <a:t>04</a:t>
              </a:r>
              <a:endParaRPr lang="en-US" altLang="zh-CN" sz="5400">
                <a:solidFill>
                  <a:schemeClr val="bg1">
                    <a:alpha val="20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Medium" panose="020B0600000000000000" charset="-122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1605" y="4433"/>
              <a:ext cx="319" cy="0"/>
            </a:xfrm>
            <a:prstGeom prst="line">
              <a:avLst/>
            </a:prstGeom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接连接符 63"/>
          <p:cNvCxnSpPr/>
          <p:nvPr/>
        </p:nvCxnSpPr>
        <p:spPr>
          <a:xfrm>
            <a:off x="6731000" y="2800350"/>
            <a:ext cx="20256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>
            <p:custDataLst>
              <p:tags r:id="rId21"/>
            </p:custDataLst>
          </p:nvPr>
        </p:nvSpPr>
        <p:spPr>
          <a:xfrm>
            <a:off x="616585" y="4323715"/>
            <a:ext cx="5136515" cy="2004695"/>
          </a:xfrm>
          <a:prstGeom prst="roundRect">
            <a:avLst>
              <a:gd name="adj" fmla="val 7812"/>
            </a:avLst>
          </a:prstGeom>
          <a:solidFill>
            <a:schemeClr val="bg1"/>
          </a:solidFill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Medium" panose="020B06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2"/>
            </p:custDataLst>
          </p:nvPr>
        </p:nvSpPr>
        <p:spPr>
          <a:xfrm>
            <a:off x="842010" y="4578985"/>
            <a:ext cx="211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</a:t>
            </a: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输入标题</a:t>
            </a:r>
            <a:endParaRPr lang="en-US" altLang="zh-CN" sz="24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7" name="文本框 66"/>
          <p:cNvSpPr txBox="1"/>
          <p:nvPr>
            <p:custDataLst>
              <p:tags r:id="rId23"/>
            </p:custDataLst>
          </p:nvPr>
        </p:nvSpPr>
        <p:spPr>
          <a:xfrm>
            <a:off x="871220" y="5393690"/>
            <a:ext cx="467931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8" name="文本框 67"/>
          <p:cNvSpPr txBox="1"/>
          <p:nvPr>
            <p:custDataLst>
              <p:tags r:id="rId24"/>
            </p:custDataLst>
          </p:nvPr>
        </p:nvSpPr>
        <p:spPr>
          <a:xfrm>
            <a:off x="854710" y="4951095"/>
            <a:ext cx="21024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请在此单击输入副标题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25"/>
            </p:custDataLst>
          </p:nvPr>
        </p:nvSpPr>
        <p:spPr>
          <a:xfrm>
            <a:off x="4479925" y="4471670"/>
            <a:ext cx="10706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54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</a:t>
            </a:r>
            <a:r>
              <a:rPr lang="en-US" altLang="zh-CN" sz="54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</a:t>
            </a:r>
            <a:endParaRPr lang="en-US" altLang="zh-CN" sz="5400" dirty="0">
              <a:gradFill>
                <a:gsLst>
                  <a:gs pos="0">
                    <a:srgbClr val="E83D39">
                      <a:alpha val="78000"/>
                    </a:srgbClr>
                  </a:gs>
                  <a:gs pos="80000">
                    <a:srgbClr val="8B6295">
                      <a:alpha val="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984250" y="5325745"/>
            <a:ext cx="20256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01.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中国式现代化的概念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" name="圆角矩形 87"/>
          <p:cNvSpPr/>
          <p:nvPr>
            <p:custDataLst>
              <p:tags r:id="rId6"/>
            </p:custDataLst>
          </p:nvPr>
        </p:nvSpPr>
        <p:spPr>
          <a:xfrm>
            <a:off x="8347075" y="2088515"/>
            <a:ext cx="3065780" cy="3962400"/>
          </a:xfrm>
          <a:prstGeom prst="roundRect">
            <a:avLst>
              <a:gd name="adj" fmla="val 6974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  <a:effectLst>
            <a:reflection blurRad="6350" stA="18000" endA="300" endPos="1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9" name="文本框 88"/>
          <p:cNvSpPr txBox="1"/>
          <p:nvPr>
            <p:custDataLst>
              <p:tags r:id="rId7"/>
            </p:custDataLst>
          </p:nvPr>
        </p:nvSpPr>
        <p:spPr>
          <a:xfrm>
            <a:off x="8557260" y="4476115"/>
            <a:ext cx="264795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bg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8"/>
            </p:custDataLst>
          </p:nvPr>
        </p:nvSpPr>
        <p:spPr>
          <a:xfrm>
            <a:off x="8848725" y="3963035"/>
            <a:ext cx="2062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</a:rPr>
              <a:t>单击输入标题</a:t>
            </a:r>
            <a:endParaRPr lang="zh-CN" altLang="en-US" sz="240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 rot="0">
            <a:off x="9270365" y="2400935"/>
            <a:ext cx="1219200" cy="1218565"/>
            <a:chOff x="7719" y="3584"/>
            <a:chExt cx="3764" cy="3762"/>
          </a:xfrm>
        </p:grpSpPr>
        <p:sp>
          <p:nvSpPr>
            <p:cNvPr id="92" name="椭圆 91"/>
            <p:cNvSpPr/>
            <p:nvPr>
              <p:custDataLst>
                <p:tags r:id="rId9"/>
              </p:custDataLst>
            </p:nvPr>
          </p:nvSpPr>
          <p:spPr>
            <a:xfrm>
              <a:off x="8020" y="3879"/>
              <a:ext cx="3169" cy="3168"/>
            </a:xfrm>
            <a:prstGeom prst="ellipse">
              <a:avLst/>
            </a:prstGeom>
            <a:solidFill>
              <a:srgbClr val="FFFFFF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 sz="7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  <p:sp>
          <p:nvSpPr>
            <p:cNvPr id="93" name="椭圆 92"/>
            <p:cNvSpPr/>
            <p:nvPr>
              <p:custDataLst>
                <p:tags r:id="rId10"/>
              </p:custDataLst>
            </p:nvPr>
          </p:nvSpPr>
          <p:spPr>
            <a:xfrm>
              <a:off x="7719" y="3584"/>
              <a:ext cx="3764" cy="3763"/>
            </a:xfrm>
            <a:prstGeom prst="ellipse">
              <a:avLst/>
            </a:prstGeom>
            <a:noFill/>
            <a:ln w="12700">
              <a:solidFill>
                <a:schemeClr val="bg1">
                  <a:alpha val="3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 sz="72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endParaRPr>
            </a:p>
          </p:txBody>
        </p:sp>
      </p:grpSp>
      <p:pic>
        <p:nvPicPr>
          <p:cNvPr id="94" name="图片 93" descr="all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80245" y="2710815"/>
            <a:ext cx="598805" cy="598805"/>
          </a:xfrm>
          <a:prstGeom prst="rect">
            <a:avLst/>
          </a:prstGeom>
        </p:spPr>
      </p:pic>
      <p:sp>
        <p:nvSpPr>
          <p:cNvPr id="105" name="圆角矩形 104"/>
          <p:cNvSpPr/>
          <p:nvPr>
            <p:custDataLst>
              <p:tags r:id="rId14"/>
            </p:custDataLst>
          </p:nvPr>
        </p:nvSpPr>
        <p:spPr>
          <a:xfrm>
            <a:off x="648335" y="2088515"/>
            <a:ext cx="3437255" cy="1874520"/>
          </a:xfrm>
          <a:prstGeom prst="roundRect">
            <a:avLst>
              <a:gd name="adj" fmla="val 6974"/>
            </a:avLst>
          </a:prstGeom>
          <a:blipFill rotWithShape="1">
            <a:blip r:embed="rId15"/>
            <a:stretch>
              <a:fillRect/>
            </a:stretch>
          </a:blipFill>
          <a:ln>
            <a:gradFill>
              <a:gsLst>
                <a:gs pos="0">
                  <a:srgbClr val="F8C8CA">
                    <a:alpha val="38000"/>
                  </a:srgbClr>
                </a:gs>
                <a:gs pos="100000">
                  <a:srgbClr val="506AA3">
                    <a:alpha val="3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106" name="圆角矩形 105"/>
          <p:cNvSpPr/>
          <p:nvPr>
            <p:custDataLst>
              <p:tags r:id="rId16"/>
            </p:custDataLst>
          </p:nvPr>
        </p:nvSpPr>
        <p:spPr>
          <a:xfrm>
            <a:off x="4611370" y="2088515"/>
            <a:ext cx="3437255" cy="1874520"/>
          </a:xfrm>
          <a:prstGeom prst="roundRect">
            <a:avLst>
              <a:gd name="adj" fmla="val 6974"/>
            </a:avLst>
          </a:prstGeom>
          <a:blipFill rotWithShape="1">
            <a:blip r:embed="rId17"/>
            <a:stretch>
              <a:fillRect/>
            </a:stretch>
          </a:blipFill>
          <a:ln>
            <a:gradFill>
              <a:gsLst>
                <a:gs pos="0">
                  <a:srgbClr val="F8C8CA">
                    <a:alpha val="38000"/>
                  </a:srgbClr>
                </a:gs>
                <a:gs pos="100000">
                  <a:srgbClr val="506AA3">
                    <a:alpha val="3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1911985" y="3620135"/>
            <a:ext cx="732790" cy="732790"/>
            <a:chOff x="2468" y="6749"/>
            <a:chExt cx="1154" cy="1154"/>
          </a:xfrm>
        </p:grpSpPr>
        <p:sp>
          <p:nvSpPr>
            <p:cNvPr id="107" name="椭圆 106"/>
            <p:cNvSpPr/>
            <p:nvPr>
              <p:custDataLst>
                <p:tags r:id="rId18"/>
              </p:custDataLst>
            </p:nvPr>
          </p:nvSpPr>
          <p:spPr>
            <a:xfrm>
              <a:off x="2468" y="6749"/>
              <a:ext cx="1155" cy="1155"/>
            </a:xfrm>
            <a:prstGeom prst="ellipse">
              <a:avLst/>
            </a:prstGeom>
            <a:gradFill>
              <a:gsLst>
                <a:gs pos="0">
                  <a:srgbClr val="EA4742">
                    <a:alpha val="61000"/>
                  </a:srgbClr>
                </a:gs>
                <a:gs pos="17000">
                  <a:srgbClr val="F3706A"/>
                </a:gs>
                <a:gs pos="49000">
                  <a:srgbClr val="F13D68">
                    <a:alpha val="78000"/>
                  </a:srgbClr>
                </a:gs>
                <a:gs pos="100000">
                  <a:srgbClr val="906093">
                    <a:alpha val="77000"/>
                  </a:srgbClr>
                </a:gs>
              </a:gsLst>
              <a:lin ang="288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endParaRPr>
            </a:p>
          </p:txBody>
        </p:sp>
        <p:pic>
          <p:nvPicPr>
            <p:cNvPr id="108" name="图片 107" descr="all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00" y="6829"/>
              <a:ext cx="943" cy="943"/>
            </a:xfrm>
            <a:prstGeom prst="rect">
              <a:avLst/>
            </a:prstGeom>
          </p:spPr>
        </p:pic>
      </p:grpSp>
      <p:sp>
        <p:nvSpPr>
          <p:cNvPr id="109" name="文本框 108"/>
          <p:cNvSpPr txBox="1"/>
          <p:nvPr>
            <p:custDataLst>
              <p:tags r:id="rId22"/>
            </p:custDataLst>
          </p:nvPr>
        </p:nvSpPr>
        <p:spPr>
          <a:xfrm>
            <a:off x="749300" y="4949190"/>
            <a:ext cx="309181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23"/>
            </p:custDataLst>
          </p:nvPr>
        </p:nvSpPr>
        <p:spPr>
          <a:xfrm>
            <a:off x="1327785" y="4525645"/>
            <a:ext cx="190119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5963285" y="3620135"/>
            <a:ext cx="732790" cy="732790"/>
            <a:chOff x="2468" y="6749"/>
            <a:chExt cx="1154" cy="1154"/>
          </a:xfrm>
        </p:grpSpPr>
        <p:sp>
          <p:nvSpPr>
            <p:cNvPr id="114" name="椭圆 113"/>
            <p:cNvSpPr/>
            <p:nvPr>
              <p:custDataLst>
                <p:tags r:id="rId24"/>
              </p:custDataLst>
            </p:nvPr>
          </p:nvSpPr>
          <p:spPr>
            <a:xfrm>
              <a:off x="2468" y="6749"/>
              <a:ext cx="1155" cy="1155"/>
            </a:xfrm>
            <a:prstGeom prst="ellipse">
              <a:avLst/>
            </a:prstGeom>
            <a:gradFill>
              <a:gsLst>
                <a:gs pos="0">
                  <a:srgbClr val="EA4742">
                    <a:alpha val="61000"/>
                  </a:srgbClr>
                </a:gs>
                <a:gs pos="17000">
                  <a:srgbClr val="F3706A"/>
                </a:gs>
                <a:gs pos="49000">
                  <a:srgbClr val="F13D68">
                    <a:alpha val="78000"/>
                  </a:srgbClr>
                </a:gs>
                <a:gs pos="100000">
                  <a:srgbClr val="906093">
                    <a:alpha val="77000"/>
                  </a:srgbClr>
                </a:gs>
              </a:gsLst>
              <a:lin ang="288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32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endParaRPr>
            </a:p>
          </p:txBody>
        </p:sp>
        <p:pic>
          <p:nvPicPr>
            <p:cNvPr id="115" name="图片 114" descr="all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600" y="6829"/>
              <a:ext cx="943" cy="943"/>
            </a:xfrm>
            <a:prstGeom prst="rect">
              <a:avLst/>
            </a:prstGeom>
          </p:spPr>
        </p:pic>
      </p:grpSp>
      <p:sp>
        <p:nvSpPr>
          <p:cNvPr id="116" name="文本框 115"/>
          <p:cNvSpPr txBox="1"/>
          <p:nvPr>
            <p:custDataLst>
              <p:tags r:id="rId26"/>
            </p:custDataLst>
          </p:nvPr>
        </p:nvSpPr>
        <p:spPr>
          <a:xfrm>
            <a:off x="4800600" y="4949190"/>
            <a:ext cx="309181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7" name="文本框 116"/>
          <p:cNvSpPr txBox="1"/>
          <p:nvPr>
            <p:custDataLst>
              <p:tags r:id="rId27"/>
            </p:custDataLst>
          </p:nvPr>
        </p:nvSpPr>
        <p:spPr>
          <a:xfrm>
            <a:off x="5379085" y="4525645"/>
            <a:ext cx="190119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>
            <a:alphaModFix amt="36000"/>
          </a:blip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2830"/>
            <a:ext cx="12192000" cy="5805170"/>
          </a:xfrm>
          <a:prstGeom prst="rect">
            <a:avLst/>
          </a:prstGeom>
        </p:spPr>
      </p:pic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图片 28"/>
          <p:cNvPicPr/>
          <p:nvPr>
            <p:custDataLst>
              <p:tags r:id="rId5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7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2"/>
          <p:cNvPicPr/>
          <p:nvPr>
            <p:custDataLst>
              <p:tags r:id="rId8"/>
            </p:custDataLst>
          </p:nvPr>
        </p:nvPicPr>
        <p:blipFill>
          <a:blip r:embed="rId9">
            <a:alphaModFix amt="49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文本框 82"/>
          <p:cNvSpPr txBox="1"/>
          <p:nvPr>
            <p:custDataLst>
              <p:tags r:id="rId10"/>
            </p:custDataLst>
          </p:nvPr>
        </p:nvSpPr>
        <p:spPr>
          <a:xfrm>
            <a:off x="2291715" y="3615055"/>
            <a:ext cx="760857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5580" y="71437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</a:t>
            </a:r>
            <a:r>
              <a:rPr lang="en-US" altLang="zh-CN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</a:t>
            </a:r>
            <a:endParaRPr lang="en-US" altLang="zh-CN" sz="9600" dirty="0">
              <a:gradFill>
                <a:gsLst>
                  <a:gs pos="0">
                    <a:srgbClr val="E83D39">
                      <a:alpha val="78000"/>
                    </a:srgbClr>
                  </a:gs>
                  <a:gs pos="80000">
                    <a:srgbClr val="8B6295">
                      <a:alpha val="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46555" y="2416175"/>
            <a:ext cx="89852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7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中国式现代化的来源</a:t>
            </a:r>
            <a:endParaRPr lang="en-US" altLang="zh-CN" sz="7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3457575" y="2077720"/>
            <a:ext cx="5276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不忘初心</a:t>
            </a:r>
            <a:r>
              <a:rPr lang="en-US" altLang="zh-CN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</a:t>
            </a:r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牢记使命</a:t>
            </a:r>
            <a:endParaRPr lang="zh-CN" altLang="en-US" sz="2000" b="1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11" name="图片 10" descr="000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77458"/>
          <a:stretch>
            <a:fillRect/>
          </a:stretch>
        </p:blipFill>
        <p:spPr>
          <a:xfrm>
            <a:off x="0" y="5447982"/>
            <a:ext cx="12192000" cy="1475105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5104765" y="5085080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5219700" y="5140960"/>
            <a:ext cx="15836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PART TWO</a:t>
            </a:r>
            <a:endParaRPr lang="en-US" altLang="zh-CN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02.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中国式现代化的来源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/>
          <p:cNvSpPr/>
          <p:nvPr>
            <p:custDataLst>
              <p:tags r:id="rId6"/>
            </p:custDataLst>
          </p:nvPr>
        </p:nvSpPr>
        <p:spPr>
          <a:xfrm>
            <a:off x="648335" y="1830705"/>
            <a:ext cx="10867390" cy="2018665"/>
          </a:xfrm>
          <a:prstGeom prst="roundRect">
            <a:avLst>
              <a:gd name="adj" fmla="val 6974"/>
            </a:avLst>
          </a:prstGeom>
          <a:blipFill rotWithShape="1">
            <a:blip r:embed="rId7"/>
            <a:stretch>
              <a:fillRect/>
            </a:stretch>
          </a:blipFill>
          <a:ln>
            <a:gradFill>
              <a:gsLst>
                <a:gs pos="0">
                  <a:srgbClr val="F8C8CA">
                    <a:alpha val="38000"/>
                  </a:srgbClr>
                </a:gs>
                <a:gs pos="100000">
                  <a:srgbClr val="506AA3">
                    <a:alpha val="3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8"/>
            </p:custDataLst>
          </p:nvPr>
        </p:nvSpPr>
        <p:spPr>
          <a:xfrm>
            <a:off x="648335" y="1830705"/>
            <a:ext cx="10865485" cy="2018665"/>
          </a:xfrm>
          <a:prstGeom prst="roundRect">
            <a:avLst>
              <a:gd name="adj" fmla="val 6974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31000"/>
                </a:srgbClr>
              </a:gs>
              <a:gs pos="100000">
                <a:srgbClr val="906093">
                  <a:alpha val="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3" name="文本框 82"/>
          <p:cNvSpPr txBox="1"/>
          <p:nvPr>
            <p:custDataLst>
              <p:tags r:id="rId9"/>
            </p:custDataLst>
          </p:nvPr>
        </p:nvSpPr>
        <p:spPr>
          <a:xfrm>
            <a:off x="1168400" y="2299335"/>
            <a:ext cx="9692005" cy="835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单击此处输入你的正文，请尽量言简意赅的阐述观点;根据需要可酌情增减文字。</a:t>
            </a:r>
            <a:endParaRPr lang="zh-CN" altLang="en-US" sz="2400" dirty="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" name="椭圆 3"/>
          <p:cNvSpPr/>
          <p:nvPr>
            <p:custDataLst>
              <p:tags r:id="rId10"/>
            </p:custDataLst>
          </p:nvPr>
        </p:nvSpPr>
        <p:spPr>
          <a:xfrm>
            <a:off x="820420" y="4415790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1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1503045" y="4358005"/>
            <a:ext cx="418655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2"/>
            </p:custDataLst>
          </p:nvPr>
        </p:nvSpPr>
        <p:spPr>
          <a:xfrm>
            <a:off x="820420" y="5512435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3"/>
            </p:custDataLst>
          </p:nvPr>
        </p:nvSpPr>
        <p:spPr>
          <a:xfrm>
            <a:off x="1503045" y="5454650"/>
            <a:ext cx="407098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14"/>
            </p:custDataLst>
          </p:nvPr>
        </p:nvSpPr>
        <p:spPr>
          <a:xfrm>
            <a:off x="6621780" y="4410710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7304405" y="4352925"/>
            <a:ext cx="418655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16"/>
            </p:custDataLst>
          </p:nvPr>
        </p:nvSpPr>
        <p:spPr>
          <a:xfrm>
            <a:off x="6621780" y="5507355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4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7304405" y="5449570"/>
            <a:ext cx="410019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02.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中国式现代化的来源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4"/>
            </p:custDataLst>
          </p:nvPr>
        </p:nvPicPr>
        <p:blipFill>
          <a:blip r:embed="rId5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6"/>
            </p:custDataLst>
          </p:nvPr>
        </p:nvPicPr>
        <p:blipFill>
          <a:blip r:embed="rId5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图表 3"/>
          <p:cNvGraphicFramePr/>
          <p:nvPr>
            <p:custDataLst>
              <p:tags r:id="rId7"/>
            </p:custDataLst>
          </p:nvPr>
        </p:nvGraphicFramePr>
        <p:xfrm>
          <a:off x="-226060" y="1503680"/>
          <a:ext cx="6151880" cy="4613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6041390" y="3147695"/>
            <a:ext cx="1195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40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65</a:t>
            </a:r>
            <a:r>
              <a:rPr lang="zh-CN" altLang="en-US" sz="28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%</a:t>
            </a:r>
            <a:endParaRPr lang="zh-CN" altLang="en-US" sz="28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>
                      <a:alpha val="10000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7447915" y="3244850"/>
            <a:ext cx="37369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200" dirty="0">
              <a:solidFill>
                <a:schemeClr val="tx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10"/>
            </p:custDataLst>
          </p:nvPr>
        </p:nvCxnSpPr>
        <p:spPr>
          <a:xfrm>
            <a:off x="6073140" y="4029710"/>
            <a:ext cx="5363210" cy="0"/>
          </a:xfrm>
          <a:prstGeom prst="line">
            <a:avLst/>
          </a:pr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6040120" y="4135755"/>
            <a:ext cx="1194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40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25</a:t>
            </a:r>
            <a:r>
              <a:rPr lang="en-US" altLang="zh-CN" sz="28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%</a:t>
            </a:r>
            <a:endParaRPr lang="en-US" altLang="zh-CN" sz="28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>
                      <a:alpha val="10000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7446645" y="4232910"/>
            <a:ext cx="37369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200" dirty="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3"/>
            </p:custDataLst>
          </p:nvPr>
        </p:nvCxnSpPr>
        <p:spPr>
          <a:xfrm>
            <a:off x="6071870" y="5017770"/>
            <a:ext cx="5363210" cy="0"/>
          </a:xfrm>
          <a:prstGeom prst="line">
            <a:avLst/>
          </a:pr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6040755" y="5147945"/>
            <a:ext cx="1125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40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10</a:t>
            </a:r>
            <a:r>
              <a:rPr lang="en-US" altLang="zh-CN" sz="28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%</a:t>
            </a:r>
            <a:endParaRPr lang="en-US" altLang="zh-CN" sz="28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>
                      <a:alpha val="10000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15"/>
            </p:custDataLst>
          </p:nvPr>
        </p:nvSpPr>
        <p:spPr>
          <a:xfrm>
            <a:off x="7447280" y="5245100"/>
            <a:ext cx="373697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200" dirty="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6"/>
            </p:custDataLst>
          </p:nvPr>
        </p:nvCxnSpPr>
        <p:spPr>
          <a:xfrm>
            <a:off x="6072505" y="6029960"/>
            <a:ext cx="5363210" cy="0"/>
          </a:xfrm>
          <a:prstGeom prst="line">
            <a:avLst/>
          </a:pr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17"/>
            </p:custDataLst>
          </p:nvPr>
        </p:nvCxnSpPr>
        <p:spPr>
          <a:xfrm>
            <a:off x="6096000" y="3051175"/>
            <a:ext cx="5363210" cy="0"/>
          </a:xfrm>
          <a:prstGeom prst="line">
            <a:avLst/>
          </a:pr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6071870" y="1974215"/>
            <a:ext cx="2975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8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8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9"/>
            </p:custDataLst>
          </p:nvPr>
        </p:nvSpPr>
        <p:spPr>
          <a:xfrm>
            <a:off x="6098540" y="2411095"/>
            <a:ext cx="5086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0"/>
            </p:custDataLst>
          </p:nvPr>
        </p:nvSpPr>
        <p:spPr>
          <a:xfrm>
            <a:off x="3096895" y="3710940"/>
            <a:ext cx="1195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65</a:t>
            </a:r>
            <a:r>
              <a:rPr lang="zh-CN" altLang="en-US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%</a:t>
            </a:r>
            <a:endParaRPr lang="zh-CN" altLang="en-US" dirty="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1"/>
            </p:custDataLst>
          </p:nvPr>
        </p:nvSpPr>
        <p:spPr>
          <a:xfrm>
            <a:off x="1219835" y="3147695"/>
            <a:ext cx="1194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25</a:t>
            </a:r>
            <a:r>
              <a:rPr lang="en-US" altLang="zh-CN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%</a:t>
            </a:r>
            <a:endParaRPr lang="en-US" altLang="zh-CN" dirty="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2"/>
            </p:custDataLst>
          </p:nvPr>
        </p:nvSpPr>
        <p:spPr>
          <a:xfrm>
            <a:off x="1854835" y="1934845"/>
            <a:ext cx="1125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10</a:t>
            </a:r>
            <a:r>
              <a:rPr lang="en-US" altLang="zh-CN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%</a:t>
            </a:r>
            <a:endParaRPr lang="en-US" altLang="zh-CN" dirty="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02.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中国式现代化的来源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" name="圆角矩形 87"/>
          <p:cNvSpPr/>
          <p:nvPr>
            <p:custDataLst>
              <p:tags r:id="rId6"/>
            </p:custDataLst>
          </p:nvPr>
        </p:nvSpPr>
        <p:spPr>
          <a:xfrm>
            <a:off x="4694555" y="1850390"/>
            <a:ext cx="3104515" cy="4371975"/>
          </a:xfrm>
          <a:prstGeom prst="roundRect">
            <a:avLst>
              <a:gd name="adj" fmla="val 6974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  <a:effectLst>
            <a:reflection blurRad="6350" stA="18000" endA="300" endPos="1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9" name="文本框 88"/>
          <p:cNvSpPr txBox="1"/>
          <p:nvPr>
            <p:custDataLst>
              <p:tags r:id="rId7"/>
            </p:custDataLst>
          </p:nvPr>
        </p:nvSpPr>
        <p:spPr>
          <a:xfrm>
            <a:off x="4838065" y="4697095"/>
            <a:ext cx="277939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bg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8"/>
            </p:custDataLst>
          </p:nvPr>
        </p:nvSpPr>
        <p:spPr>
          <a:xfrm>
            <a:off x="5107940" y="4236720"/>
            <a:ext cx="2239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</a:rPr>
              <a:t>单击输入标题</a:t>
            </a:r>
            <a:endParaRPr lang="zh-CN" altLang="en-US" sz="240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</a:endParaRPr>
          </a:p>
        </p:txBody>
      </p:sp>
      <p:sp>
        <p:nvSpPr>
          <p:cNvPr id="92" name="椭圆 91"/>
          <p:cNvSpPr/>
          <p:nvPr>
            <p:custDataLst>
              <p:tags r:id="rId9"/>
            </p:custDataLst>
          </p:nvPr>
        </p:nvSpPr>
        <p:spPr>
          <a:xfrm>
            <a:off x="5440045" y="2288540"/>
            <a:ext cx="1576070" cy="1602105"/>
          </a:xfrm>
          <a:prstGeom prst="ellipse">
            <a:avLst/>
          </a:prstGeom>
          <a:blipFill rotWithShape="1">
            <a:blip r:embed="rId10"/>
            <a:stretch>
              <a:fillRect/>
            </a:stretch>
          </a:blip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72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11"/>
            </p:custDataLst>
          </p:nvPr>
        </p:nvSpPr>
        <p:spPr>
          <a:xfrm>
            <a:off x="826135" y="1850390"/>
            <a:ext cx="3237230" cy="4371975"/>
          </a:xfrm>
          <a:prstGeom prst="roundRect">
            <a:avLst>
              <a:gd name="adj" fmla="val 6974"/>
            </a:avLst>
          </a:prstGeom>
          <a:solidFill>
            <a:schemeClr val="bg1"/>
          </a:solidFill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Medium" panose="020B06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046480" y="4697095"/>
            <a:ext cx="277939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316355" y="4236720"/>
            <a:ext cx="2239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/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</a:rPr>
              <a:t>单击输入标题</a:t>
            </a:r>
            <a:endParaRPr lang="zh-CN" altLang="en-US" sz="240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/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</a:endParaRPr>
          </a:p>
        </p:txBody>
      </p:sp>
      <p:sp>
        <p:nvSpPr>
          <p:cNvPr id="14" name="椭圆 13"/>
          <p:cNvSpPr/>
          <p:nvPr>
            <p:custDataLst>
              <p:tags r:id="rId14"/>
            </p:custDataLst>
          </p:nvPr>
        </p:nvSpPr>
        <p:spPr>
          <a:xfrm>
            <a:off x="1666875" y="2306955"/>
            <a:ext cx="1539240" cy="1564640"/>
          </a:xfrm>
          <a:prstGeom prst="ellipse">
            <a:avLst/>
          </a:prstGeom>
          <a:blipFill rotWithShape="1">
            <a:blip r:embed="rId15"/>
            <a:stretch>
              <a:fillRect/>
            </a:stretch>
          </a:blip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72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16"/>
            </p:custDataLst>
          </p:nvPr>
        </p:nvSpPr>
        <p:spPr>
          <a:xfrm>
            <a:off x="8430260" y="1850390"/>
            <a:ext cx="3181985" cy="4371975"/>
          </a:xfrm>
          <a:prstGeom prst="roundRect">
            <a:avLst>
              <a:gd name="adj" fmla="val 6974"/>
            </a:avLst>
          </a:prstGeom>
          <a:solidFill>
            <a:schemeClr val="bg1"/>
          </a:solidFill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Medium" panose="020B0600000000000000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8631555" y="4697095"/>
            <a:ext cx="277939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8901430" y="4236720"/>
            <a:ext cx="2239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/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</a:rPr>
              <a:t>单击输入标题</a:t>
            </a:r>
            <a:endParaRPr lang="zh-CN" altLang="en-US" sz="240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/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</a:endParaRPr>
          </a:p>
        </p:txBody>
      </p:sp>
      <p:sp>
        <p:nvSpPr>
          <p:cNvPr id="20" name="椭圆 19"/>
          <p:cNvSpPr/>
          <p:nvPr>
            <p:custDataLst>
              <p:tags r:id="rId19"/>
            </p:custDataLst>
          </p:nvPr>
        </p:nvSpPr>
        <p:spPr>
          <a:xfrm>
            <a:off x="9251950" y="2319655"/>
            <a:ext cx="1535430" cy="1560830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72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5" name="椭圆 34"/>
          <p:cNvSpPr/>
          <p:nvPr>
            <p:custDataLst>
              <p:tags r:id="rId21"/>
            </p:custDataLst>
          </p:nvPr>
        </p:nvSpPr>
        <p:spPr>
          <a:xfrm>
            <a:off x="1454150" y="2101850"/>
            <a:ext cx="1964690" cy="1997075"/>
          </a:xfrm>
          <a:prstGeom prst="ellipse">
            <a:avLst/>
          </a:prstGeom>
          <a:noFill/>
          <a:ln w="0">
            <a:gradFill>
              <a:gsLst>
                <a:gs pos="67000">
                  <a:srgbClr val="A8A9E0"/>
                </a:gs>
                <a:gs pos="31000">
                  <a:srgbClr val="F3706A">
                    <a:alpha val="27000"/>
                  </a:srgbClr>
                </a:gs>
                <a:gs pos="0">
                  <a:srgbClr val="F13D68">
                    <a:alpha val="12000"/>
                  </a:srgbClr>
                </a:gs>
                <a:gs pos="100000">
                  <a:srgbClr val="906093">
                    <a:alpha val="22000"/>
                  </a:srgbClr>
                </a:gs>
              </a:gsLst>
              <a:lin ang="48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72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9" name="椭圆 38"/>
          <p:cNvSpPr/>
          <p:nvPr>
            <p:custDataLst>
              <p:tags r:id="rId22"/>
            </p:custDataLst>
          </p:nvPr>
        </p:nvSpPr>
        <p:spPr>
          <a:xfrm>
            <a:off x="9035415" y="2101850"/>
            <a:ext cx="1964690" cy="1997075"/>
          </a:xfrm>
          <a:prstGeom prst="ellipse">
            <a:avLst/>
          </a:prstGeom>
          <a:noFill/>
          <a:ln w="0">
            <a:gradFill>
              <a:gsLst>
                <a:gs pos="67000">
                  <a:srgbClr val="A8A9E0"/>
                </a:gs>
                <a:gs pos="31000">
                  <a:srgbClr val="F3706A">
                    <a:alpha val="27000"/>
                  </a:srgbClr>
                </a:gs>
                <a:gs pos="0">
                  <a:srgbClr val="F13D68">
                    <a:alpha val="12000"/>
                  </a:srgbClr>
                </a:gs>
                <a:gs pos="100000">
                  <a:srgbClr val="906093">
                    <a:alpha val="22000"/>
                  </a:srgbClr>
                </a:gs>
              </a:gsLst>
              <a:lin ang="48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72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23"/>
            </p:custDataLst>
          </p:nvPr>
        </p:nvSpPr>
        <p:spPr>
          <a:xfrm>
            <a:off x="5245735" y="2101850"/>
            <a:ext cx="1964690" cy="1997075"/>
          </a:xfrm>
          <a:prstGeom prst="ellipse">
            <a:avLst/>
          </a:prstGeom>
          <a:noFill/>
          <a:ln w="0"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72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>
            <a:alphaModFix amt="36000"/>
          </a:blip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2830"/>
            <a:ext cx="12192000" cy="5805170"/>
          </a:xfrm>
          <a:prstGeom prst="rect">
            <a:avLst/>
          </a:prstGeom>
        </p:spPr>
      </p:pic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图片 28"/>
          <p:cNvPicPr/>
          <p:nvPr>
            <p:custDataLst>
              <p:tags r:id="rId5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7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2"/>
          <p:cNvPicPr/>
          <p:nvPr>
            <p:custDataLst>
              <p:tags r:id="rId8"/>
            </p:custDataLst>
          </p:nvPr>
        </p:nvPicPr>
        <p:blipFill>
          <a:blip r:embed="rId9">
            <a:alphaModFix amt="49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文本框 82"/>
          <p:cNvSpPr txBox="1"/>
          <p:nvPr>
            <p:custDataLst>
              <p:tags r:id="rId10"/>
            </p:custDataLst>
          </p:nvPr>
        </p:nvSpPr>
        <p:spPr>
          <a:xfrm>
            <a:off x="2291715" y="3615055"/>
            <a:ext cx="760857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5580" y="71437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</a:t>
            </a:r>
            <a:r>
              <a:rPr lang="en-US" altLang="zh-CN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</a:t>
            </a:r>
            <a:endParaRPr lang="en-US" altLang="zh-CN" sz="9600" dirty="0">
              <a:gradFill>
                <a:gsLst>
                  <a:gs pos="0">
                    <a:srgbClr val="E83D39">
                      <a:alpha val="78000"/>
                    </a:srgbClr>
                  </a:gs>
                  <a:gs pos="80000">
                    <a:srgbClr val="8B6295">
                      <a:alpha val="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46555" y="2416175"/>
            <a:ext cx="89852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7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中国式现代化的目标</a:t>
            </a:r>
            <a:endParaRPr lang="en-US" altLang="zh-CN" sz="7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3457575" y="2077720"/>
            <a:ext cx="5276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不忘初心</a:t>
            </a:r>
            <a:r>
              <a:rPr lang="en-US" altLang="zh-CN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</a:t>
            </a:r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牢记使命</a:t>
            </a:r>
            <a:endParaRPr lang="zh-CN" altLang="en-US" sz="2000" b="1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11" name="图片 10" descr="000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77458"/>
          <a:stretch>
            <a:fillRect/>
          </a:stretch>
        </p:blipFill>
        <p:spPr>
          <a:xfrm>
            <a:off x="0" y="5447982"/>
            <a:ext cx="12192000" cy="1475105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5104765" y="5085080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5219700" y="5140960"/>
            <a:ext cx="15836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PART THREE</a:t>
            </a:r>
            <a:endParaRPr lang="en-US" altLang="zh-CN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03.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中国式现代化的目标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单圆角矩形 1"/>
          <p:cNvSpPr/>
          <p:nvPr/>
        </p:nvSpPr>
        <p:spPr>
          <a:xfrm>
            <a:off x="835660" y="1846580"/>
            <a:ext cx="4817110" cy="3147695"/>
          </a:xfrm>
          <a:prstGeom prst="round1Rect">
            <a:avLst>
              <a:gd name="adj" fmla="val 50000"/>
            </a:avLst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Medium" panose="020B06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371725" y="5368290"/>
            <a:ext cx="335216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单击此处输入你的正文，文字是你思想的提炼，为了最终演示发布的良好效果，请尽量言简意赅的阐述观点。</a:t>
            </a:r>
            <a:endParaRPr lang="zh-CN" altLang="en-US" sz="1200" dirty="0">
              <a:solidFill>
                <a:schemeClr val="tx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942340" y="5386070"/>
            <a:ext cx="14643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</a:t>
            </a:r>
            <a:endParaRPr lang="zh-CN" altLang="en-US" sz="2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入标题</a:t>
            </a:r>
            <a:endParaRPr lang="zh-CN" altLang="en-US" sz="2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835660" y="5490845"/>
            <a:ext cx="0" cy="542925"/>
          </a:xfrm>
          <a:prstGeom prst="line">
            <a:avLst/>
          </a:prstGeom>
          <a:ln w="47625"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/>
        </p:nvSpPr>
        <p:spPr>
          <a:xfrm>
            <a:off x="6373495" y="2201545"/>
            <a:ext cx="623570" cy="281940"/>
          </a:xfrm>
          <a:prstGeom prst="homePlate">
            <a:avLst/>
          </a:pr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11000"/>
                </a:srgbClr>
              </a:gs>
              <a:gs pos="49000">
                <a:srgbClr val="F13D68">
                  <a:alpha val="25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0" name="椭圆 19"/>
          <p:cNvSpPr/>
          <p:nvPr>
            <p:custDataLst>
              <p:tags r:id="rId9"/>
            </p:custDataLst>
          </p:nvPr>
        </p:nvSpPr>
        <p:spPr>
          <a:xfrm>
            <a:off x="7307580" y="2112645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1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7919085" y="1983740"/>
            <a:ext cx="366204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6373495" y="3303905"/>
            <a:ext cx="623570" cy="281940"/>
          </a:xfrm>
          <a:prstGeom prst="homePlate">
            <a:avLst/>
          </a:pr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11000"/>
                </a:srgbClr>
              </a:gs>
              <a:gs pos="49000">
                <a:srgbClr val="F13D68">
                  <a:alpha val="25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8" name="椭圆 27"/>
          <p:cNvSpPr/>
          <p:nvPr>
            <p:custDataLst>
              <p:tags r:id="rId11"/>
            </p:custDataLst>
          </p:nvPr>
        </p:nvSpPr>
        <p:spPr>
          <a:xfrm>
            <a:off x="7307580" y="3215005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12"/>
            </p:custDataLst>
          </p:nvPr>
        </p:nvSpPr>
        <p:spPr>
          <a:xfrm>
            <a:off x="7919085" y="3086100"/>
            <a:ext cx="366204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9" name="五边形 38"/>
          <p:cNvSpPr/>
          <p:nvPr/>
        </p:nvSpPr>
        <p:spPr>
          <a:xfrm>
            <a:off x="6373495" y="4406265"/>
            <a:ext cx="623570" cy="281940"/>
          </a:xfrm>
          <a:prstGeom prst="homePlate">
            <a:avLst/>
          </a:pr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11000"/>
                </a:srgbClr>
              </a:gs>
              <a:gs pos="49000">
                <a:srgbClr val="F13D68">
                  <a:alpha val="25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13"/>
            </p:custDataLst>
          </p:nvPr>
        </p:nvSpPr>
        <p:spPr>
          <a:xfrm>
            <a:off x="7307580" y="4317365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14"/>
            </p:custDataLst>
          </p:nvPr>
        </p:nvSpPr>
        <p:spPr>
          <a:xfrm>
            <a:off x="7919085" y="4188460"/>
            <a:ext cx="366204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2" name="五边形 41"/>
          <p:cNvSpPr/>
          <p:nvPr/>
        </p:nvSpPr>
        <p:spPr>
          <a:xfrm>
            <a:off x="6373495" y="5508625"/>
            <a:ext cx="623570" cy="281940"/>
          </a:xfrm>
          <a:prstGeom prst="homePlate">
            <a:avLst/>
          </a:pr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11000"/>
                </a:srgbClr>
              </a:gs>
              <a:gs pos="49000">
                <a:srgbClr val="F13D68">
                  <a:alpha val="25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3" name="椭圆 42"/>
          <p:cNvSpPr/>
          <p:nvPr>
            <p:custDataLst>
              <p:tags r:id="rId15"/>
            </p:custDataLst>
          </p:nvPr>
        </p:nvSpPr>
        <p:spPr>
          <a:xfrm>
            <a:off x="7307580" y="5419725"/>
            <a:ext cx="431800" cy="43370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4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16"/>
            </p:custDataLst>
          </p:nvPr>
        </p:nvSpPr>
        <p:spPr>
          <a:xfrm>
            <a:off x="7919085" y="5290820"/>
            <a:ext cx="366204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单击此处输入你的正文，为了最终演示发布的良好效果，请尽量言简意赅的阐述观点。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03.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中国式现代化的目标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任意多边形 3"/>
          <p:cNvSpPr/>
          <p:nvPr/>
        </p:nvSpPr>
        <p:spPr>
          <a:xfrm>
            <a:off x="401955" y="3715385"/>
            <a:ext cx="11388090" cy="2543175"/>
          </a:xfrm>
          <a:custGeom>
            <a:avLst/>
            <a:gdLst>
              <a:gd name="connsiteX0" fmla="*/ 0 w 5432"/>
              <a:gd name="connsiteY0" fmla="*/ 1033 h 1213"/>
              <a:gd name="connsiteX1" fmla="*/ 1254 w 5432"/>
              <a:gd name="connsiteY1" fmla="*/ 1164 h 1213"/>
              <a:gd name="connsiteX2" fmla="*/ 2846 w 5432"/>
              <a:gd name="connsiteY2" fmla="*/ 1018 h 1213"/>
              <a:gd name="connsiteX3" fmla="*/ 4615 w 5432"/>
              <a:gd name="connsiteY3" fmla="*/ 429 h 1213"/>
              <a:gd name="connsiteX4" fmla="*/ 5166 w 5432"/>
              <a:gd name="connsiteY4" fmla="*/ 107 h 1213"/>
              <a:gd name="connsiteX5" fmla="*/ 5095 w 5432"/>
              <a:gd name="connsiteY5" fmla="*/ 0 h 1213"/>
              <a:gd name="connsiteX6" fmla="*/ 5432 w 5432"/>
              <a:gd name="connsiteY6" fmla="*/ 31 h 1213"/>
              <a:gd name="connsiteX7" fmla="*/ 5333 w 5432"/>
              <a:gd name="connsiteY7" fmla="*/ 299 h 1213"/>
              <a:gd name="connsiteX8" fmla="*/ 5241 w 5432"/>
              <a:gd name="connsiteY8" fmla="*/ 192 h 1213"/>
              <a:gd name="connsiteX9" fmla="*/ 4116 w 5432"/>
              <a:gd name="connsiteY9" fmla="*/ 750 h 1213"/>
              <a:gd name="connsiteX10" fmla="*/ 2303 w 5432"/>
              <a:gd name="connsiteY10" fmla="*/ 1164 h 1213"/>
              <a:gd name="connsiteX11" fmla="*/ 666 w 5432"/>
              <a:gd name="connsiteY11" fmla="*/ 1148 h 1213"/>
              <a:gd name="connsiteX12" fmla="*/ 0 w 5432"/>
              <a:gd name="connsiteY12" fmla="*/ 1033 h 1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32" h="1213">
                <a:moveTo>
                  <a:pt x="0" y="1033"/>
                </a:moveTo>
                <a:cubicBezTo>
                  <a:pt x="9" y="1033"/>
                  <a:pt x="679" y="1152"/>
                  <a:pt x="1254" y="1164"/>
                </a:cubicBezTo>
                <a:cubicBezTo>
                  <a:pt x="1829" y="1176"/>
                  <a:pt x="2209" y="1140"/>
                  <a:pt x="2846" y="1018"/>
                </a:cubicBezTo>
                <a:cubicBezTo>
                  <a:pt x="3483" y="896"/>
                  <a:pt x="4125" y="666"/>
                  <a:pt x="4615" y="429"/>
                </a:cubicBezTo>
                <a:cubicBezTo>
                  <a:pt x="4852" y="306"/>
                  <a:pt x="4977" y="222"/>
                  <a:pt x="5166" y="107"/>
                </a:cubicBezTo>
                <a:lnTo>
                  <a:pt x="5095" y="0"/>
                </a:lnTo>
                <a:lnTo>
                  <a:pt x="5432" y="31"/>
                </a:lnTo>
                <a:lnTo>
                  <a:pt x="5333" y="299"/>
                </a:lnTo>
                <a:lnTo>
                  <a:pt x="5241" y="192"/>
                </a:lnTo>
                <a:cubicBezTo>
                  <a:pt x="5243" y="192"/>
                  <a:pt x="4721" y="546"/>
                  <a:pt x="4116" y="750"/>
                </a:cubicBezTo>
                <a:cubicBezTo>
                  <a:pt x="3511" y="954"/>
                  <a:pt x="2996" y="1084"/>
                  <a:pt x="2303" y="1164"/>
                </a:cubicBezTo>
                <a:cubicBezTo>
                  <a:pt x="1610" y="1244"/>
                  <a:pt x="1148" y="1217"/>
                  <a:pt x="666" y="1148"/>
                </a:cubicBezTo>
                <a:cubicBezTo>
                  <a:pt x="184" y="1079"/>
                  <a:pt x="10" y="1033"/>
                  <a:pt x="0" y="1033"/>
                </a:cubicBezTo>
                <a:close/>
              </a:path>
            </a:pathLst>
          </a:cu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31000"/>
                </a:srgbClr>
              </a:gs>
              <a:gs pos="100000">
                <a:srgbClr val="906093">
                  <a:alpha val="100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847725" y="3342005"/>
            <a:ext cx="0" cy="2566670"/>
          </a:xfrm>
          <a:prstGeom prst="line">
            <a:avLst/>
          </a:prstGeom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6"/>
            </p:custDataLst>
          </p:nvPr>
        </p:nvSpPr>
        <p:spPr>
          <a:xfrm>
            <a:off x="788670" y="3289935"/>
            <a:ext cx="123825" cy="12446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100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045845" y="3255010"/>
            <a:ext cx="211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输入标题</a:t>
            </a:r>
            <a:endParaRPr lang="en-US" altLang="zh-CN" sz="24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1075055" y="3715385"/>
            <a:ext cx="17964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8" name="直接连接符 7"/>
          <p:cNvCxnSpPr>
            <a:endCxn id="9" idx="4"/>
          </p:cNvCxnSpPr>
          <p:nvPr/>
        </p:nvCxnSpPr>
        <p:spPr>
          <a:xfrm flipV="1">
            <a:off x="3452495" y="3057525"/>
            <a:ext cx="3175" cy="3129280"/>
          </a:xfrm>
          <a:prstGeom prst="line">
            <a:avLst/>
          </a:prstGeom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>
            <p:custDataLst>
              <p:tags r:id="rId9"/>
            </p:custDataLst>
          </p:nvPr>
        </p:nvSpPr>
        <p:spPr>
          <a:xfrm>
            <a:off x="3393440" y="2933065"/>
            <a:ext cx="123825" cy="12446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100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3679825" y="2788920"/>
            <a:ext cx="211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输入标题</a:t>
            </a:r>
            <a:endParaRPr lang="en-US" altLang="zh-CN" sz="24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3709035" y="3249295"/>
            <a:ext cx="17964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15" name="直接连接符 14"/>
          <p:cNvCxnSpPr>
            <a:endCxn id="16" idx="4"/>
          </p:cNvCxnSpPr>
          <p:nvPr/>
        </p:nvCxnSpPr>
        <p:spPr>
          <a:xfrm flipH="1" flipV="1">
            <a:off x="6148070" y="2517775"/>
            <a:ext cx="2540" cy="3351530"/>
          </a:xfrm>
          <a:prstGeom prst="line">
            <a:avLst/>
          </a:prstGeom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>
            <p:custDataLst>
              <p:tags r:id="rId12"/>
            </p:custDataLst>
          </p:nvPr>
        </p:nvSpPr>
        <p:spPr>
          <a:xfrm>
            <a:off x="6085840" y="2393315"/>
            <a:ext cx="123825" cy="12446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100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6372225" y="2249170"/>
            <a:ext cx="211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输入标题</a:t>
            </a:r>
            <a:endParaRPr lang="en-US" altLang="zh-CN" sz="24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6401435" y="2709545"/>
            <a:ext cx="17964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20" name="直接连接符 19"/>
          <p:cNvCxnSpPr>
            <a:endCxn id="21" idx="4"/>
          </p:cNvCxnSpPr>
          <p:nvPr/>
        </p:nvCxnSpPr>
        <p:spPr>
          <a:xfrm flipH="1" flipV="1">
            <a:off x="8981440" y="1913255"/>
            <a:ext cx="2540" cy="3217545"/>
          </a:xfrm>
          <a:prstGeom prst="line">
            <a:avLst/>
          </a:prstGeom>
          <a:ln>
            <a:gradFill>
              <a:gsLst>
                <a:gs pos="67000">
                  <a:srgbClr val="A8A9E0"/>
                </a:gs>
                <a:gs pos="25000">
                  <a:srgbClr val="F3706A"/>
                </a:gs>
                <a:gs pos="0">
                  <a:srgbClr val="F13D68"/>
                </a:gs>
                <a:gs pos="100000">
                  <a:srgbClr val="906093"/>
                </a:gs>
              </a:gsLst>
              <a:lin ang="48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>
            <p:custDataLst>
              <p:tags r:id="rId15"/>
            </p:custDataLst>
          </p:nvPr>
        </p:nvSpPr>
        <p:spPr>
          <a:xfrm>
            <a:off x="8919210" y="1788795"/>
            <a:ext cx="123825" cy="12446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100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9205595" y="1644650"/>
            <a:ext cx="211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4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输入标题</a:t>
            </a:r>
            <a:endParaRPr lang="en-US" altLang="zh-CN" sz="24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9234805" y="2105025"/>
            <a:ext cx="17964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3" name="文本框 82"/>
          <p:cNvSpPr txBox="1"/>
          <p:nvPr>
            <p:custDataLst>
              <p:tags r:id="rId18"/>
            </p:custDataLst>
          </p:nvPr>
        </p:nvSpPr>
        <p:spPr>
          <a:xfrm>
            <a:off x="787400" y="1810385"/>
            <a:ext cx="4905375" cy="835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/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单击此处输入你的正文，请尽量言简意赅的阐述观点;根据需要可酌情增减文字。</a:t>
            </a:r>
            <a:endParaRPr lang="zh-CN" altLang="en-US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/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03.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中国式现代化的目标</a:t>
            </a:r>
            <a:endParaRPr lang="zh-CN" altLang="en-US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" name="任意多边形 94"/>
          <p:cNvSpPr/>
          <p:nvPr>
            <p:custDataLst>
              <p:tags r:id="rId6"/>
            </p:custDataLst>
          </p:nvPr>
        </p:nvSpPr>
        <p:spPr>
          <a:xfrm rot="5400000">
            <a:off x="3796030" y="1761490"/>
            <a:ext cx="4533265" cy="4559300"/>
          </a:xfrm>
          <a:custGeom>
            <a:avLst/>
            <a:gdLst>
              <a:gd name="connsiteX0" fmla="*/ 4203 w 8329"/>
              <a:gd name="connsiteY0" fmla="*/ 0 h 7910"/>
              <a:gd name="connsiteX1" fmla="*/ 2257 w 8329"/>
              <a:gd name="connsiteY1" fmla="*/ 1856 h 7910"/>
              <a:gd name="connsiteX2" fmla="*/ 3164 w 8329"/>
              <a:gd name="connsiteY2" fmla="*/ 1842 h 7910"/>
              <a:gd name="connsiteX3" fmla="*/ 2527 w 8329"/>
              <a:gd name="connsiteY3" fmla="*/ 5129 h 7910"/>
              <a:gd name="connsiteX4" fmla="*/ 299 w 8329"/>
              <a:gd name="connsiteY4" fmla="*/ 7732 h 7910"/>
              <a:gd name="connsiteX5" fmla="*/ 0 w 8329"/>
              <a:gd name="connsiteY5" fmla="*/ 7821 h 7910"/>
              <a:gd name="connsiteX6" fmla="*/ 8329 w 8329"/>
              <a:gd name="connsiteY6" fmla="*/ 7909 h 7910"/>
              <a:gd name="connsiteX7" fmla="*/ 5991 w 8329"/>
              <a:gd name="connsiteY7" fmla="*/ 5173 h 7910"/>
              <a:gd name="connsiteX8" fmla="*/ 5348 w 8329"/>
              <a:gd name="connsiteY8" fmla="*/ 1864 h 7910"/>
              <a:gd name="connsiteX9" fmla="*/ 6244 w 8329"/>
              <a:gd name="connsiteY9" fmla="*/ 1887 h 7910"/>
              <a:gd name="connsiteX10" fmla="*/ 4203 w 8329"/>
              <a:gd name="connsiteY10" fmla="*/ 0 h 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29" h="7910">
                <a:moveTo>
                  <a:pt x="4203" y="0"/>
                </a:moveTo>
                <a:cubicBezTo>
                  <a:pt x="4266" y="0"/>
                  <a:pt x="2288" y="1919"/>
                  <a:pt x="2257" y="1856"/>
                </a:cubicBezTo>
                <a:lnTo>
                  <a:pt x="3164" y="1842"/>
                </a:lnTo>
                <a:cubicBezTo>
                  <a:pt x="3108" y="2490"/>
                  <a:pt x="3133" y="3942"/>
                  <a:pt x="2527" y="5129"/>
                </a:cubicBezTo>
                <a:cubicBezTo>
                  <a:pt x="1921" y="6316"/>
                  <a:pt x="387" y="7741"/>
                  <a:pt x="299" y="7732"/>
                </a:cubicBezTo>
                <a:lnTo>
                  <a:pt x="0" y="7821"/>
                </a:lnTo>
                <a:lnTo>
                  <a:pt x="8329" y="7909"/>
                </a:lnTo>
                <a:cubicBezTo>
                  <a:pt x="8266" y="7971"/>
                  <a:pt x="6580" y="6068"/>
                  <a:pt x="5991" y="5173"/>
                </a:cubicBezTo>
                <a:cubicBezTo>
                  <a:pt x="5343" y="3969"/>
                  <a:pt x="5332" y="1908"/>
                  <a:pt x="5348" y="1864"/>
                </a:cubicBezTo>
                <a:cubicBezTo>
                  <a:pt x="5574" y="1864"/>
                  <a:pt x="6181" y="1856"/>
                  <a:pt x="6244" y="1887"/>
                </a:cubicBezTo>
                <a:cubicBezTo>
                  <a:pt x="6275" y="1887"/>
                  <a:pt x="4266" y="63"/>
                  <a:pt x="4203" y="0"/>
                </a:cubicBezTo>
                <a:close/>
              </a:path>
            </a:pathLst>
          </a:cu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0"/>
                </a:srgbClr>
              </a:gs>
              <a:gs pos="77000">
                <a:srgbClr val="F13D68">
                  <a:alpha val="11000"/>
                </a:srgbClr>
              </a:gs>
              <a:gs pos="100000">
                <a:srgbClr val="906093">
                  <a:alpha val="15000"/>
                </a:srgbClr>
              </a:gs>
            </a:gsLst>
            <a:lin ang="15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4" name="椭圆 73"/>
          <p:cNvSpPr/>
          <p:nvPr>
            <p:custDataLst>
              <p:tags r:id="rId7"/>
            </p:custDataLst>
          </p:nvPr>
        </p:nvSpPr>
        <p:spPr>
          <a:xfrm>
            <a:off x="5023485" y="2969260"/>
            <a:ext cx="2144395" cy="2144395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  <a:effectLst>
            <a:reflection blurRad="6350" stA="18000" endA="300" endPos="1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4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输入</a:t>
            </a:r>
            <a:endParaRPr lang="zh-CN" altLang="en-US" sz="4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4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内容</a:t>
            </a:r>
            <a:endParaRPr lang="zh-CN" altLang="en-US" sz="4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6" name="圆角矩形 75"/>
          <p:cNvSpPr/>
          <p:nvPr>
            <p:custDataLst>
              <p:tags r:id="rId8"/>
            </p:custDataLst>
          </p:nvPr>
        </p:nvSpPr>
        <p:spPr>
          <a:xfrm>
            <a:off x="1799590" y="2196465"/>
            <a:ext cx="3474720" cy="755650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22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77" name="椭圆 76"/>
          <p:cNvSpPr/>
          <p:nvPr>
            <p:custDataLst>
              <p:tags r:id="rId9"/>
            </p:custDataLst>
          </p:nvPr>
        </p:nvSpPr>
        <p:spPr>
          <a:xfrm>
            <a:off x="1908175" y="2253615"/>
            <a:ext cx="641350" cy="64135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1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10"/>
            </p:custDataLst>
          </p:nvPr>
        </p:nvSpPr>
        <p:spPr>
          <a:xfrm>
            <a:off x="2787650" y="2277745"/>
            <a:ext cx="248729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0" name="圆角矩形 79"/>
          <p:cNvSpPr/>
          <p:nvPr>
            <p:custDataLst>
              <p:tags r:id="rId11"/>
            </p:custDataLst>
          </p:nvPr>
        </p:nvSpPr>
        <p:spPr>
          <a:xfrm>
            <a:off x="1819275" y="5122545"/>
            <a:ext cx="3474720" cy="755650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22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81" name="椭圆 80"/>
          <p:cNvSpPr/>
          <p:nvPr>
            <p:custDataLst>
              <p:tags r:id="rId12"/>
            </p:custDataLst>
          </p:nvPr>
        </p:nvSpPr>
        <p:spPr>
          <a:xfrm>
            <a:off x="1927860" y="5179695"/>
            <a:ext cx="641350" cy="64135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13"/>
            </p:custDataLst>
          </p:nvPr>
        </p:nvSpPr>
        <p:spPr>
          <a:xfrm>
            <a:off x="2807335" y="5239385"/>
            <a:ext cx="231711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4" name="圆角矩形 83"/>
          <p:cNvSpPr/>
          <p:nvPr>
            <p:custDataLst>
              <p:tags r:id="rId14"/>
            </p:custDataLst>
          </p:nvPr>
        </p:nvSpPr>
        <p:spPr>
          <a:xfrm flipH="1">
            <a:off x="7054850" y="2162175"/>
            <a:ext cx="3474720" cy="755650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22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85" name="椭圆 84"/>
          <p:cNvSpPr/>
          <p:nvPr>
            <p:custDataLst>
              <p:tags r:id="rId15"/>
            </p:custDataLst>
          </p:nvPr>
        </p:nvSpPr>
        <p:spPr>
          <a:xfrm flipH="1">
            <a:off x="9779635" y="2219325"/>
            <a:ext cx="641350" cy="64135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A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6" name="文本框 85"/>
          <p:cNvSpPr txBox="1"/>
          <p:nvPr>
            <p:custDataLst>
              <p:tags r:id="rId16"/>
            </p:custDataLst>
          </p:nvPr>
        </p:nvSpPr>
        <p:spPr>
          <a:xfrm flipH="1">
            <a:off x="7371080" y="2279015"/>
            <a:ext cx="233426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8" name="圆角矩形 87"/>
          <p:cNvSpPr/>
          <p:nvPr>
            <p:custDataLst>
              <p:tags r:id="rId17"/>
            </p:custDataLst>
          </p:nvPr>
        </p:nvSpPr>
        <p:spPr>
          <a:xfrm flipH="1">
            <a:off x="8237855" y="3663315"/>
            <a:ext cx="3474720" cy="755650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22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89" name="椭圆 88"/>
          <p:cNvSpPr/>
          <p:nvPr>
            <p:custDataLst>
              <p:tags r:id="rId18"/>
            </p:custDataLst>
          </p:nvPr>
        </p:nvSpPr>
        <p:spPr>
          <a:xfrm flipH="1">
            <a:off x="10962640" y="3720465"/>
            <a:ext cx="641350" cy="64135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B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19"/>
            </p:custDataLst>
          </p:nvPr>
        </p:nvSpPr>
        <p:spPr>
          <a:xfrm flipH="1">
            <a:off x="8451850" y="3780155"/>
            <a:ext cx="232600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2" name="圆角矩形 91"/>
          <p:cNvSpPr/>
          <p:nvPr>
            <p:custDataLst>
              <p:tags r:id="rId20"/>
            </p:custDataLst>
          </p:nvPr>
        </p:nvSpPr>
        <p:spPr>
          <a:xfrm flipH="1">
            <a:off x="7075170" y="5088255"/>
            <a:ext cx="3474720" cy="755650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22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93" name="椭圆 92"/>
          <p:cNvSpPr/>
          <p:nvPr>
            <p:custDataLst>
              <p:tags r:id="rId21"/>
            </p:custDataLst>
          </p:nvPr>
        </p:nvSpPr>
        <p:spPr>
          <a:xfrm flipH="1">
            <a:off x="9799955" y="5145405"/>
            <a:ext cx="641350" cy="64135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C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4" name="文本框 93"/>
          <p:cNvSpPr txBox="1"/>
          <p:nvPr>
            <p:custDataLst>
              <p:tags r:id="rId22"/>
            </p:custDataLst>
          </p:nvPr>
        </p:nvSpPr>
        <p:spPr>
          <a:xfrm flipH="1">
            <a:off x="7260590" y="5205095"/>
            <a:ext cx="2410460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6" name="任意多边形 95"/>
          <p:cNvSpPr/>
          <p:nvPr>
            <p:custDataLst>
              <p:tags r:id="rId23"/>
            </p:custDataLst>
          </p:nvPr>
        </p:nvSpPr>
        <p:spPr>
          <a:xfrm rot="5400000">
            <a:off x="5638800" y="1863725"/>
            <a:ext cx="934085" cy="939800"/>
          </a:xfrm>
          <a:custGeom>
            <a:avLst/>
            <a:gdLst>
              <a:gd name="connsiteX0" fmla="*/ 4203 w 8329"/>
              <a:gd name="connsiteY0" fmla="*/ 0 h 7910"/>
              <a:gd name="connsiteX1" fmla="*/ 2257 w 8329"/>
              <a:gd name="connsiteY1" fmla="*/ 1856 h 7910"/>
              <a:gd name="connsiteX2" fmla="*/ 3164 w 8329"/>
              <a:gd name="connsiteY2" fmla="*/ 1842 h 7910"/>
              <a:gd name="connsiteX3" fmla="*/ 2527 w 8329"/>
              <a:gd name="connsiteY3" fmla="*/ 5129 h 7910"/>
              <a:gd name="connsiteX4" fmla="*/ 299 w 8329"/>
              <a:gd name="connsiteY4" fmla="*/ 7732 h 7910"/>
              <a:gd name="connsiteX5" fmla="*/ 0 w 8329"/>
              <a:gd name="connsiteY5" fmla="*/ 7821 h 7910"/>
              <a:gd name="connsiteX6" fmla="*/ 8329 w 8329"/>
              <a:gd name="connsiteY6" fmla="*/ 7909 h 7910"/>
              <a:gd name="connsiteX7" fmla="*/ 5991 w 8329"/>
              <a:gd name="connsiteY7" fmla="*/ 5173 h 7910"/>
              <a:gd name="connsiteX8" fmla="*/ 5348 w 8329"/>
              <a:gd name="connsiteY8" fmla="*/ 1864 h 7910"/>
              <a:gd name="connsiteX9" fmla="*/ 6244 w 8329"/>
              <a:gd name="connsiteY9" fmla="*/ 1887 h 7910"/>
              <a:gd name="connsiteX10" fmla="*/ 4203 w 8329"/>
              <a:gd name="connsiteY10" fmla="*/ 0 h 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29" h="7910">
                <a:moveTo>
                  <a:pt x="4203" y="0"/>
                </a:moveTo>
                <a:cubicBezTo>
                  <a:pt x="4266" y="0"/>
                  <a:pt x="2288" y="1919"/>
                  <a:pt x="2257" y="1856"/>
                </a:cubicBezTo>
                <a:lnTo>
                  <a:pt x="3164" y="1842"/>
                </a:lnTo>
                <a:cubicBezTo>
                  <a:pt x="3108" y="2490"/>
                  <a:pt x="3133" y="3942"/>
                  <a:pt x="2527" y="5129"/>
                </a:cubicBezTo>
                <a:cubicBezTo>
                  <a:pt x="1921" y="6316"/>
                  <a:pt x="387" y="7741"/>
                  <a:pt x="299" y="7732"/>
                </a:cubicBezTo>
                <a:lnTo>
                  <a:pt x="0" y="7821"/>
                </a:lnTo>
                <a:lnTo>
                  <a:pt x="8329" y="7909"/>
                </a:lnTo>
                <a:cubicBezTo>
                  <a:pt x="8266" y="7971"/>
                  <a:pt x="6580" y="6068"/>
                  <a:pt x="5991" y="5173"/>
                </a:cubicBezTo>
                <a:cubicBezTo>
                  <a:pt x="5343" y="3969"/>
                  <a:pt x="5332" y="1908"/>
                  <a:pt x="5348" y="1864"/>
                </a:cubicBezTo>
                <a:cubicBezTo>
                  <a:pt x="5574" y="1864"/>
                  <a:pt x="6181" y="1856"/>
                  <a:pt x="6244" y="1887"/>
                </a:cubicBezTo>
                <a:cubicBezTo>
                  <a:pt x="6275" y="1887"/>
                  <a:pt x="4266" y="63"/>
                  <a:pt x="4203" y="0"/>
                </a:cubicBezTo>
                <a:close/>
              </a:path>
            </a:pathLst>
          </a:cu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0"/>
                </a:srgbClr>
              </a:gs>
              <a:gs pos="77000">
                <a:srgbClr val="F13D68">
                  <a:alpha val="25000"/>
                </a:srgbClr>
              </a:gs>
              <a:gs pos="100000">
                <a:srgbClr val="906093">
                  <a:alpha val="77000"/>
                </a:srgbClr>
              </a:gs>
            </a:gsLst>
            <a:lin ang="15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7" name="任意多边形 96"/>
          <p:cNvSpPr/>
          <p:nvPr>
            <p:custDataLst>
              <p:tags r:id="rId24"/>
            </p:custDataLst>
          </p:nvPr>
        </p:nvSpPr>
        <p:spPr>
          <a:xfrm rot="5400000">
            <a:off x="5666740" y="5098415"/>
            <a:ext cx="934085" cy="939800"/>
          </a:xfrm>
          <a:custGeom>
            <a:avLst/>
            <a:gdLst>
              <a:gd name="connsiteX0" fmla="*/ 4203 w 8329"/>
              <a:gd name="connsiteY0" fmla="*/ 0 h 7910"/>
              <a:gd name="connsiteX1" fmla="*/ 2257 w 8329"/>
              <a:gd name="connsiteY1" fmla="*/ 1856 h 7910"/>
              <a:gd name="connsiteX2" fmla="*/ 3164 w 8329"/>
              <a:gd name="connsiteY2" fmla="*/ 1842 h 7910"/>
              <a:gd name="connsiteX3" fmla="*/ 2527 w 8329"/>
              <a:gd name="connsiteY3" fmla="*/ 5129 h 7910"/>
              <a:gd name="connsiteX4" fmla="*/ 299 w 8329"/>
              <a:gd name="connsiteY4" fmla="*/ 7732 h 7910"/>
              <a:gd name="connsiteX5" fmla="*/ 0 w 8329"/>
              <a:gd name="connsiteY5" fmla="*/ 7821 h 7910"/>
              <a:gd name="connsiteX6" fmla="*/ 8329 w 8329"/>
              <a:gd name="connsiteY6" fmla="*/ 7909 h 7910"/>
              <a:gd name="connsiteX7" fmla="*/ 5991 w 8329"/>
              <a:gd name="connsiteY7" fmla="*/ 5173 h 7910"/>
              <a:gd name="connsiteX8" fmla="*/ 5348 w 8329"/>
              <a:gd name="connsiteY8" fmla="*/ 1864 h 7910"/>
              <a:gd name="connsiteX9" fmla="*/ 6244 w 8329"/>
              <a:gd name="connsiteY9" fmla="*/ 1887 h 7910"/>
              <a:gd name="connsiteX10" fmla="*/ 4203 w 8329"/>
              <a:gd name="connsiteY10" fmla="*/ 0 h 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29" h="7910">
                <a:moveTo>
                  <a:pt x="4203" y="0"/>
                </a:moveTo>
                <a:cubicBezTo>
                  <a:pt x="4266" y="0"/>
                  <a:pt x="2288" y="1919"/>
                  <a:pt x="2257" y="1856"/>
                </a:cubicBezTo>
                <a:lnTo>
                  <a:pt x="3164" y="1842"/>
                </a:lnTo>
                <a:cubicBezTo>
                  <a:pt x="3108" y="2490"/>
                  <a:pt x="3133" y="3942"/>
                  <a:pt x="2527" y="5129"/>
                </a:cubicBezTo>
                <a:cubicBezTo>
                  <a:pt x="1921" y="6316"/>
                  <a:pt x="387" y="7741"/>
                  <a:pt x="299" y="7732"/>
                </a:cubicBezTo>
                <a:lnTo>
                  <a:pt x="0" y="7821"/>
                </a:lnTo>
                <a:lnTo>
                  <a:pt x="8329" y="7909"/>
                </a:lnTo>
                <a:cubicBezTo>
                  <a:pt x="8266" y="7971"/>
                  <a:pt x="6580" y="6068"/>
                  <a:pt x="5991" y="5173"/>
                </a:cubicBezTo>
                <a:cubicBezTo>
                  <a:pt x="5343" y="3969"/>
                  <a:pt x="5332" y="1908"/>
                  <a:pt x="5348" y="1864"/>
                </a:cubicBezTo>
                <a:cubicBezTo>
                  <a:pt x="5574" y="1864"/>
                  <a:pt x="6181" y="1856"/>
                  <a:pt x="6244" y="1887"/>
                </a:cubicBezTo>
                <a:cubicBezTo>
                  <a:pt x="6275" y="1887"/>
                  <a:pt x="4266" y="63"/>
                  <a:pt x="4203" y="0"/>
                </a:cubicBezTo>
                <a:close/>
              </a:path>
            </a:pathLst>
          </a:custGeom>
          <a:gradFill>
            <a:gsLst>
              <a:gs pos="0">
                <a:srgbClr val="EA4742">
                  <a:alpha val="0"/>
                </a:srgbClr>
              </a:gs>
              <a:gs pos="24000">
                <a:srgbClr val="F3706A">
                  <a:alpha val="0"/>
                </a:srgbClr>
              </a:gs>
              <a:gs pos="77000">
                <a:srgbClr val="F13D68">
                  <a:alpha val="25000"/>
                </a:srgbClr>
              </a:gs>
              <a:gs pos="100000">
                <a:srgbClr val="906093">
                  <a:alpha val="77000"/>
                </a:srgbClr>
              </a:gs>
            </a:gsLst>
            <a:lin ang="157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2" name="圆角矩形 101"/>
          <p:cNvSpPr/>
          <p:nvPr>
            <p:custDataLst>
              <p:tags r:id="rId25"/>
            </p:custDataLst>
          </p:nvPr>
        </p:nvSpPr>
        <p:spPr>
          <a:xfrm>
            <a:off x="594360" y="3709035"/>
            <a:ext cx="3474720" cy="755650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22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103" name="椭圆 102"/>
          <p:cNvSpPr/>
          <p:nvPr>
            <p:custDataLst>
              <p:tags r:id="rId26"/>
            </p:custDataLst>
          </p:nvPr>
        </p:nvSpPr>
        <p:spPr>
          <a:xfrm>
            <a:off x="702945" y="3766185"/>
            <a:ext cx="641350" cy="641350"/>
          </a:xfrm>
          <a:prstGeom prst="ellipse">
            <a:avLst/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400"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</a:t>
            </a:r>
            <a:endParaRPr lang="en-US" altLang="zh-CN" sz="24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4" name="文本框 103"/>
          <p:cNvSpPr txBox="1"/>
          <p:nvPr>
            <p:custDataLst>
              <p:tags r:id="rId27"/>
            </p:custDataLst>
          </p:nvPr>
        </p:nvSpPr>
        <p:spPr>
          <a:xfrm>
            <a:off x="1582420" y="3825875"/>
            <a:ext cx="248793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  <a:p>
            <a: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120390" y="2174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cs typeface="思源黑体 CN Light" panose="020B0300000000000000" charset="-122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>
            <a:alphaModFix amt="36000"/>
          </a:blip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2830"/>
            <a:ext cx="12192000" cy="5805170"/>
          </a:xfrm>
          <a:prstGeom prst="rect">
            <a:avLst/>
          </a:prstGeom>
        </p:spPr>
      </p:pic>
      <p:pic>
        <p:nvPicPr>
          <p:cNvPr id="111" name="图片 110"/>
          <p:cNvPicPr/>
          <p:nvPr>
            <p:custDataLst>
              <p:tags r:id="rId3"/>
            </p:custDataLst>
          </p:nvPr>
        </p:nvPicPr>
        <p:blipFill>
          <a:blip r:embed="rId4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图片 28"/>
          <p:cNvPicPr/>
          <p:nvPr>
            <p:custDataLst>
              <p:tags r:id="rId5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7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图片 42"/>
          <p:cNvPicPr/>
          <p:nvPr>
            <p:custDataLst>
              <p:tags r:id="rId8"/>
            </p:custDataLst>
          </p:nvPr>
        </p:nvPicPr>
        <p:blipFill>
          <a:blip r:embed="rId9">
            <a:alphaModFix amt="49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文本框 82"/>
          <p:cNvSpPr txBox="1"/>
          <p:nvPr>
            <p:custDataLst>
              <p:tags r:id="rId10"/>
            </p:custDataLst>
          </p:nvPr>
        </p:nvSpPr>
        <p:spPr>
          <a:xfrm>
            <a:off x="2291715" y="3615055"/>
            <a:ext cx="760857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单击此处输入你的正文，文字是你思想的提炼，为了最终演示发布的良好效果，请尽量言简意赅的阐述观点;根据需要可酌情增减文字。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5580" y="71437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</a:t>
            </a:r>
            <a:r>
              <a:rPr lang="en-US" altLang="zh-CN" sz="96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80000">
                      <a:srgbClr val="8B6295">
                        <a:alpha val="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4</a:t>
            </a:r>
            <a:endParaRPr lang="en-US" altLang="zh-CN" sz="9600" dirty="0">
              <a:gradFill>
                <a:gsLst>
                  <a:gs pos="0">
                    <a:srgbClr val="E83D39">
                      <a:alpha val="78000"/>
                    </a:srgbClr>
                  </a:gs>
                  <a:gs pos="80000">
                    <a:srgbClr val="8B6295">
                      <a:alpha val="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45870" y="2416175"/>
            <a:ext cx="96456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7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中国式现代化如何实现</a:t>
            </a:r>
            <a:endParaRPr lang="en-US" altLang="zh-CN" sz="7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3457575" y="2077720"/>
            <a:ext cx="5276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不忘初心</a:t>
            </a:r>
            <a:r>
              <a:rPr lang="en-US" altLang="zh-CN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</a:t>
            </a:r>
            <a:r>
              <a:rPr lang="zh-CN" altLang="en-US" sz="20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牢记使命</a:t>
            </a:r>
            <a:endParaRPr lang="zh-CN" altLang="en-US" sz="2000" b="1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11" name="图片 10" descr="000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t="77458"/>
          <a:stretch>
            <a:fillRect/>
          </a:stretch>
        </p:blipFill>
        <p:spPr>
          <a:xfrm>
            <a:off x="0" y="5447982"/>
            <a:ext cx="12192000" cy="1475105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5104765" y="5085080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5219700" y="5140960"/>
            <a:ext cx="15836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PART FOUR</a:t>
            </a:r>
            <a:endParaRPr lang="en-US" altLang="zh-CN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04.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中国式现代化如何实现</a:t>
            </a:r>
            <a:endParaRPr lang="en-US" altLang="zh-CN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3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5"/>
            </p:custDataLst>
          </p:nvPr>
        </p:nvPicPr>
        <p:blipFill>
          <a:blip r:embed="rId4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 1"/>
          <p:cNvSpPr/>
          <p:nvPr>
            <p:custDataLst>
              <p:tags r:id="rId6"/>
            </p:custDataLst>
          </p:nvPr>
        </p:nvSpPr>
        <p:spPr>
          <a:xfrm>
            <a:off x="710565" y="1884680"/>
            <a:ext cx="3282950" cy="2297430"/>
          </a:xfrm>
          <a:prstGeom prst="roundRect">
            <a:avLst>
              <a:gd name="adj" fmla="val 4580"/>
            </a:avLst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611505" y="5102225"/>
            <a:ext cx="3377565" cy="1558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400" dirty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单击此处输入你的正文，文字是您思想的提炼，根据需要可酌情增减文字，以便观者可以准确理解您所传达的信息。</a:t>
            </a:r>
            <a:endParaRPr lang="zh-CN" altLang="en-US" sz="14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644525" y="4500880"/>
            <a:ext cx="713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01</a:t>
            </a:r>
            <a:r>
              <a:rPr lang="en-US" altLang="zh-CN" sz="32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.</a:t>
            </a:r>
            <a:endParaRPr lang="en-US" altLang="zh-CN" sz="32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>
                      <a:alpha val="10000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" name="任意多边形 7"/>
          <p:cNvSpPr/>
          <p:nvPr>
            <p:custDataLst>
              <p:tags r:id="rId10"/>
            </p:custDataLst>
          </p:nvPr>
        </p:nvSpPr>
        <p:spPr>
          <a:xfrm>
            <a:off x="710565" y="6110605"/>
            <a:ext cx="3245485" cy="168275"/>
          </a:xfrm>
          <a:custGeom>
            <a:avLst/>
            <a:gdLst>
              <a:gd name="connisteX0" fmla="*/ 0 w 3877945"/>
              <a:gd name="connsiteY0" fmla="*/ 187325 h 187325"/>
              <a:gd name="connisteX1" fmla="*/ 3877945 w 3877945"/>
              <a:gd name="connsiteY1" fmla="*/ 187325 h 187325"/>
              <a:gd name="connisteX2" fmla="*/ 3724910 w 3877945"/>
              <a:gd name="connsiteY2" fmla="*/ 0 h 1873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77945" h="187325">
                <a:moveTo>
                  <a:pt x="0" y="187325"/>
                </a:moveTo>
                <a:lnTo>
                  <a:pt x="3877945" y="187325"/>
                </a:lnTo>
                <a:lnTo>
                  <a:pt x="3724910" y="0"/>
                </a:lnTo>
              </a:path>
            </a:pathLst>
          </a:cu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11"/>
            </p:custDataLst>
          </p:nvPr>
        </p:nvSpPr>
        <p:spPr>
          <a:xfrm>
            <a:off x="4533900" y="1852930"/>
            <a:ext cx="3282950" cy="2297430"/>
          </a:xfrm>
          <a:prstGeom prst="roundRect">
            <a:avLst>
              <a:gd name="adj" fmla="val 4580"/>
            </a:avLst>
          </a:prstGeom>
          <a:blipFill rotWithShape="1"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4434840" y="5070475"/>
            <a:ext cx="3377565" cy="1558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400" dirty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单击此处输入你的正文，文字是您思想的提炼，根据需要可酌情增减文字，以便观者可以准确理解您所传达的信息。</a:t>
            </a:r>
            <a:endParaRPr lang="zh-CN" altLang="en-US" sz="14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14"/>
            </p:custDataLst>
          </p:nvPr>
        </p:nvSpPr>
        <p:spPr>
          <a:xfrm>
            <a:off x="4467860" y="4469130"/>
            <a:ext cx="713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</a:t>
            </a:r>
            <a:r>
              <a:rPr lang="en-US" altLang="zh-CN" sz="32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2.</a:t>
            </a:r>
            <a:endParaRPr lang="en-US" altLang="zh-CN" sz="32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>
                      <a:alpha val="10000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5" name="任意多边形 44"/>
          <p:cNvSpPr/>
          <p:nvPr>
            <p:custDataLst>
              <p:tags r:id="rId15"/>
            </p:custDataLst>
          </p:nvPr>
        </p:nvSpPr>
        <p:spPr>
          <a:xfrm>
            <a:off x="4533900" y="6078855"/>
            <a:ext cx="3245485" cy="168275"/>
          </a:xfrm>
          <a:custGeom>
            <a:avLst/>
            <a:gdLst>
              <a:gd name="connisteX0" fmla="*/ 0 w 3877945"/>
              <a:gd name="connsiteY0" fmla="*/ 187325 h 187325"/>
              <a:gd name="connisteX1" fmla="*/ 3877945 w 3877945"/>
              <a:gd name="connsiteY1" fmla="*/ 187325 h 187325"/>
              <a:gd name="connisteX2" fmla="*/ 3724910 w 3877945"/>
              <a:gd name="connsiteY2" fmla="*/ 0 h 1873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77945" h="187325">
                <a:moveTo>
                  <a:pt x="0" y="187325"/>
                </a:moveTo>
                <a:lnTo>
                  <a:pt x="3877945" y="187325"/>
                </a:lnTo>
                <a:lnTo>
                  <a:pt x="3724910" y="0"/>
                </a:lnTo>
              </a:path>
            </a:pathLst>
          </a:cu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8357235" y="1884680"/>
            <a:ext cx="3282950" cy="2297430"/>
          </a:xfrm>
          <a:prstGeom prst="roundRect">
            <a:avLst>
              <a:gd name="adj" fmla="val 4580"/>
            </a:avLst>
          </a:prstGeom>
          <a:blipFill rotWithShape="1">
            <a:blip r:embed="rId1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8"/>
            </p:custDataLst>
          </p:nvPr>
        </p:nvSpPr>
        <p:spPr>
          <a:xfrm>
            <a:off x="8258175" y="5102225"/>
            <a:ext cx="3377565" cy="1558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400" dirty="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单击此处输入你的正文，文字是您思想的提炼，根据需要可酌情增减文字，以便观者可以准确理解您所传达的信息。</a:t>
            </a:r>
            <a:endParaRPr lang="zh-CN" altLang="en-US" sz="14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8" name="文本框 47"/>
          <p:cNvSpPr txBox="1"/>
          <p:nvPr>
            <p:custDataLst>
              <p:tags r:id="rId19"/>
            </p:custDataLst>
          </p:nvPr>
        </p:nvSpPr>
        <p:spPr>
          <a:xfrm>
            <a:off x="8291195" y="4500880"/>
            <a:ext cx="7543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</a:t>
            </a:r>
            <a:r>
              <a:rPr lang="en-US" altLang="zh-CN" sz="32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>
                        <a:alpha val="100000"/>
                      </a:srgbClr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3.</a:t>
            </a:r>
            <a:endParaRPr lang="en-US" altLang="zh-CN" sz="32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>
                      <a:alpha val="100000"/>
                    </a:srgbClr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9" name="任意多边形 48"/>
          <p:cNvSpPr/>
          <p:nvPr>
            <p:custDataLst>
              <p:tags r:id="rId20"/>
            </p:custDataLst>
          </p:nvPr>
        </p:nvSpPr>
        <p:spPr>
          <a:xfrm>
            <a:off x="8357235" y="6110605"/>
            <a:ext cx="3245485" cy="168275"/>
          </a:xfrm>
          <a:custGeom>
            <a:avLst/>
            <a:gdLst>
              <a:gd name="connisteX0" fmla="*/ 0 w 3877945"/>
              <a:gd name="connsiteY0" fmla="*/ 187325 h 187325"/>
              <a:gd name="connisteX1" fmla="*/ 3877945 w 3877945"/>
              <a:gd name="connsiteY1" fmla="*/ 187325 h 187325"/>
              <a:gd name="connisteX2" fmla="*/ 3724910 w 3877945"/>
              <a:gd name="connsiteY2" fmla="*/ 0 h 1873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877945" h="187325">
                <a:moveTo>
                  <a:pt x="0" y="187325"/>
                </a:moveTo>
                <a:lnTo>
                  <a:pt x="3877945" y="187325"/>
                </a:lnTo>
                <a:lnTo>
                  <a:pt x="3724910" y="0"/>
                </a:lnTo>
              </a:path>
            </a:pathLst>
          </a:custGeom>
          <a:ln>
            <a:gradFill>
              <a:gsLst>
                <a:gs pos="0">
                  <a:srgbClr val="F8C8CA">
                    <a:alpha val="100000"/>
                  </a:srgbClr>
                </a:gs>
                <a:gs pos="100000">
                  <a:srgbClr val="506AA3">
                    <a:alpha val="10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21"/>
            </p:custDataLst>
          </p:nvPr>
        </p:nvSpPr>
        <p:spPr>
          <a:xfrm>
            <a:off x="4533900" y="1835150"/>
            <a:ext cx="3282950" cy="2358390"/>
          </a:xfrm>
          <a:prstGeom prst="roundRect">
            <a:avLst>
              <a:gd name="adj" fmla="val 4580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2"/>
            </p:custDataLst>
          </p:nvPr>
        </p:nvSpPr>
        <p:spPr>
          <a:xfrm>
            <a:off x="4855845" y="2435860"/>
            <a:ext cx="2639060" cy="724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单击此处输入你的正文，请尽量言简意赅的阐述观点；</a:t>
            </a:r>
            <a:endParaRPr lang="zh-CN" altLang="en-US" sz="2000" dirty="0">
              <a:solidFill>
                <a:schemeClr val="bg1"/>
              </a:soli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04.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中国式现代化如何实现</a:t>
            </a:r>
            <a:endParaRPr lang="en-US" altLang="zh-CN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4"/>
            </p:custDataLst>
          </p:nvPr>
        </p:nvPicPr>
        <p:blipFill>
          <a:blip r:embed="rId5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6"/>
            </p:custDataLst>
          </p:nvPr>
        </p:nvPicPr>
        <p:blipFill>
          <a:blip r:embed="rId5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" name="图片 93" descr="all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435" y="2136140"/>
            <a:ext cx="544195" cy="544195"/>
          </a:xfrm>
          <a:prstGeom prst="rect">
            <a:avLst/>
          </a:prstGeom>
        </p:spPr>
      </p:pic>
      <p:sp>
        <p:nvSpPr>
          <p:cNvPr id="116" name="文本框 115"/>
          <p:cNvSpPr txBox="1"/>
          <p:nvPr>
            <p:custDataLst>
              <p:tags r:id="rId10"/>
            </p:custDataLst>
          </p:nvPr>
        </p:nvSpPr>
        <p:spPr>
          <a:xfrm>
            <a:off x="1396365" y="2489835"/>
            <a:ext cx="3404870" cy="673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单击此处输入你的正文，请尽量言简意赅的阐述观点;根据需要可酌情增减文字。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17" name="文本框 116"/>
          <p:cNvSpPr txBox="1"/>
          <p:nvPr>
            <p:custDataLst>
              <p:tags r:id="rId11"/>
            </p:custDataLst>
          </p:nvPr>
        </p:nvSpPr>
        <p:spPr>
          <a:xfrm>
            <a:off x="1396365" y="2082800"/>
            <a:ext cx="251269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/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/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" name="图片 1" descr="all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435" y="3617595"/>
            <a:ext cx="544195" cy="54419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3"/>
            </p:custDataLst>
          </p:nvPr>
        </p:nvSpPr>
        <p:spPr>
          <a:xfrm>
            <a:off x="1396365" y="3898265"/>
            <a:ext cx="340423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单击此处输入你的正文，请尽量言简意赅的阐述观点;根据需要可酌情增减文字。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4"/>
            </p:custDataLst>
          </p:nvPr>
        </p:nvSpPr>
        <p:spPr>
          <a:xfrm>
            <a:off x="1396365" y="3564255"/>
            <a:ext cx="251269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/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/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6" name="图片 5" descr="all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435" y="5099050"/>
            <a:ext cx="544195" cy="5441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6"/>
            </p:custDataLst>
          </p:nvPr>
        </p:nvSpPr>
        <p:spPr>
          <a:xfrm>
            <a:off x="1396365" y="5379720"/>
            <a:ext cx="340487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单击此处输入你的正文，请尽量言简意赅的阐述观点;根据需要可酌情增减文字。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1396365" y="5045710"/>
            <a:ext cx="2512695" cy="422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gradFill>
                  <a:gsLst>
                    <a:gs pos="0">
                      <a:srgbClr val="E83D39">
                        <a:alpha val="78000"/>
                      </a:srgbClr>
                    </a:gs>
                    <a:gs pos="100000">
                      <a:srgbClr val="8B6295"/>
                    </a:gs>
                  </a:gsLst>
                  <a:lin ang="540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400" dirty="0">
              <a:gradFill>
                <a:gsLst>
                  <a:gs pos="0">
                    <a:srgbClr val="E83D39">
                      <a:alpha val="78000"/>
                    </a:srgbClr>
                  </a:gs>
                  <a:gs pos="100000">
                    <a:srgbClr val="8B6295"/>
                  </a:gs>
                </a:gsLst>
                <a:lin ang="540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5156200" y="1614170"/>
          <a:ext cx="6294120" cy="501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圆角矩形 7"/>
          <p:cNvSpPr/>
          <p:nvPr>
            <p:custDataLst>
              <p:tags r:id="rId1"/>
            </p:custDataLst>
          </p:nvPr>
        </p:nvSpPr>
        <p:spPr>
          <a:xfrm>
            <a:off x="4260850" y="1830705"/>
            <a:ext cx="7151370" cy="1252220"/>
          </a:xfrm>
          <a:prstGeom prst="roundRect">
            <a:avLst>
              <a:gd name="adj" fmla="val 14858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  <a:effectLst>
            <a:reflection blurRad="6350" stA="18000" endA="300" endPos="1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772795" y="1830705"/>
            <a:ext cx="3487420" cy="1252220"/>
          </a:xfrm>
          <a:prstGeom prst="roundRect">
            <a:avLst>
              <a:gd name="adj" fmla="val 14858"/>
            </a:avLst>
          </a:prstGeom>
          <a:gradFill>
            <a:gsLst>
              <a:gs pos="0">
                <a:srgbClr val="EA4742">
                  <a:alpha val="61000"/>
                </a:srgbClr>
              </a:gs>
              <a:gs pos="17000">
                <a:srgbClr val="F3706A"/>
              </a:gs>
              <a:gs pos="49000">
                <a:srgbClr val="F13D68">
                  <a:alpha val="78000"/>
                </a:srgbClr>
              </a:gs>
              <a:gs pos="100000">
                <a:srgbClr val="906093">
                  <a:alpha val="77000"/>
                </a:srgbClr>
              </a:gs>
            </a:gsLst>
            <a:lin ang="2880000" scaled="0"/>
          </a:gradFill>
          <a:ln>
            <a:noFill/>
          </a:ln>
          <a:effectLst>
            <a:reflection blurRad="6350" stA="18000" endA="300" endPos="1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3200"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2300605" y="600710"/>
            <a:ext cx="7590790" cy="64262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21050" y="703580"/>
            <a:ext cx="5737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dist">
              <a:buClrTx/>
              <a:buSzTx/>
              <a:buFontTx/>
            </a:pPr>
            <a:r>
              <a:rPr lang="en-US" altLang="zh-CN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04.</a:t>
            </a:r>
            <a:r>
              <a:rPr lang="zh-CN" altLang="en-US" sz="3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中国式现代化如何实现</a:t>
            </a:r>
            <a:endParaRPr lang="en-US" altLang="zh-CN" sz="3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29" name="图片 28"/>
          <p:cNvPicPr/>
          <p:nvPr>
            <p:custDataLst>
              <p:tags r:id="rId5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>
            <a:off x="10597515" y="434340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7"/>
            </p:custDataLst>
          </p:nvPr>
        </p:nvPicPr>
        <p:blipFill>
          <a:blip r:embed="rId6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4603750" y="2150745"/>
            <a:ext cx="652399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单击此处输入你的正文，文字是您思想的提炼，为了最终演示发布的良好效果，请尽量言简意赅的阐述观点；以便观者可以准确理解您所传达的信息。</a:t>
            </a:r>
            <a:endParaRPr lang="zh-CN" altLang="en-US" sz="1400">
              <a:solidFill>
                <a:schemeClr val="bg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9"/>
            </p:custDataLst>
          </p:nvPr>
        </p:nvCxnSpPr>
        <p:spPr>
          <a:xfrm>
            <a:off x="2512695" y="2121535"/>
            <a:ext cx="0" cy="671830"/>
          </a:xfrm>
          <a:prstGeom prst="line">
            <a:avLst/>
          </a:prstGeom>
          <a:ln>
            <a:solidFill>
              <a:srgbClr val="FFFFFF">
                <a:alpha val="45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059815" y="2025650"/>
            <a:ext cx="3429635" cy="855345"/>
            <a:chOff x="1473" y="3190"/>
            <a:chExt cx="5401" cy="1347"/>
          </a:xfrm>
        </p:grpSpPr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1473" y="3230"/>
              <a:ext cx="226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800">
                  <a:solidFill>
                    <a:schemeClr val="bg1"/>
                  </a:solidFill>
                  <a:latin typeface="庞门正道标题体3.0" panose="02010600030101010101" charset="-122"/>
                  <a:ea typeface="庞门正道标题体3.0" panose="02010600030101010101" charset="-122"/>
                  <a:cs typeface="思源黑体 CN Light" panose="020B0300000000000000" charset="-122"/>
                </a:rPr>
                <a:t>99</a:t>
              </a:r>
              <a:r>
                <a:rPr lang="en-US" altLang="zh-CN" sz="2800">
                  <a:solidFill>
                    <a:schemeClr val="bg1"/>
                  </a:solidFill>
                  <a:latin typeface="庞门正道标题体3.0" panose="02010600030101010101" charset="-122"/>
                  <a:ea typeface="庞门正道标题体3.0" panose="02010600030101010101" charset="-122"/>
                  <a:cs typeface="思源黑体 CN Light" panose="020B0300000000000000" charset="-122"/>
                </a:rPr>
                <a:t>%</a:t>
              </a:r>
              <a:endParaRPr lang="en-US" altLang="zh-CN" sz="28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4228" y="3190"/>
              <a:ext cx="2646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4800">
                  <a:solidFill>
                    <a:schemeClr val="bg1"/>
                  </a:solidFill>
                  <a:latin typeface="庞门正道标题体3.0" panose="02010600030101010101" charset="-122"/>
                  <a:ea typeface="庞门正道标题体3.0" panose="02010600030101010101" charset="-122"/>
                  <a:cs typeface="思源黑体 CN Light" panose="020B0300000000000000" charset="-122"/>
                  <a:sym typeface="+mn-ea"/>
                </a:rPr>
                <a:t>20</a:t>
              </a:r>
              <a:r>
                <a:rPr lang="en-US" altLang="zh-CN" sz="2400">
                  <a:solidFill>
                    <a:schemeClr val="bg1"/>
                  </a:solidFill>
                  <a:latin typeface="庞门正道标题体3.0" panose="02010600030101010101" charset="-122"/>
                  <a:ea typeface="庞门正道标题体3.0" panose="02010600030101010101" charset="-122"/>
                  <a:cs typeface="思源黑体 CN Light" panose="020B0300000000000000" charset="-122"/>
                  <a:sym typeface="+mn-ea"/>
                </a:rPr>
                <a:t>W</a:t>
              </a:r>
              <a:endParaRPr lang="en-US" altLang="zh-CN" sz="2400">
                <a:solidFill>
                  <a:schemeClr val="bg1"/>
                </a:soli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endParaRPr>
            </a:p>
          </p:txBody>
        </p:sp>
      </p:grpSp>
      <p:sp>
        <p:nvSpPr>
          <p:cNvPr id="16" name="圆角矩形 15"/>
          <p:cNvSpPr/>
          <p:nvPr>
            <p:custDataLst>
              <p:tags r:id="rId12"/>
            </p:custDataLst>
          </p:nvPr>
        </p:nvSpPr>
        <p:spPr>
          <a:xfrm>
            <a:off x="1020445" y="4365625"/>
            <a:ext cx="2120265" cy="563245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69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9100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1127760" y="4431665"/>
            <a:ext cx="1918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</a:rPr>
              <a:t>单击输入标题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772795" y="5144135"/>
            <a:ext cx="265366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endParaRPr lang="zh-CN" altLang="en-US" sz="1400">
              <a:solidFill>
                <a:schemeClr val="tx1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15"/>
            </p:custDataLst>
          </p:nvPr>
        </p:nvSpPr>
        <p:spPr>
          <a:xfrm>
            <a:off x="3674110" y="4380865"/>
            <a:ext cx="2120265" cy="563245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69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9100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3781425" y="4446905"/>
            <a:ext cx="1918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3426460" y="5159375"/>
            <a:ext cx="265366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endParaRPr lang="zh-CN" altLang="en-US" sz="14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7" name="圆角矩形 36"/>
          <p:cNvSpPr/>
          <p:nvPr>
            <p:custDataLst>
              <p:tags r:id="rId18"/>
            </p:custDataLst>
          </p:nvPr>
        </p:nvSpPr>
        <p:spPr>
          <a:xfrm>
            <a:off x="6353175" y="4365625"/>
            <a:ext cx="2120265" cy="563245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69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9100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6460490" y="4431665"/>
            <a:ext cx="1918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20"/>
            </p:custDataLst>
          </p:nvPr>
        </p:nvSpPr>
        <p:spPr>
          <a:xfrm>
            <a:off x="6105525" y="5144135"/>
            <a:ext cx="265366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endParaRPr lang="zh-CN" altLang="en-US" sz="14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1" name="圆角矩形 40"/>
          <p:cNvSpPr/>
          <p:nvPr>
            <p:custDataLst>
              <p:tags r:id="rId21"/>
            </p:custDataLst>
          </p:nvPr>
        </p:nvSpPr>
        <p:spPr>
          <a:xfrm>
            <a:off x="9006840" y="4380865"/>
            <a:ext cx="2120265" cy="563245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506AA3">
                  <a:alpha val="6900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3000"/>
                </a:srgbClr>
              </a:gs>
              <a:gs pos="2000">
                <a:srgbClr val="F8C8CA">
                  <a:alpha val="9100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思源黑体 CN Light" panose="020B0300000000000000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22"/>
            </p:custDataLst>
          </p:nvPr>
        </p:nvSpPr>
        <p:spPr>
          <a:xfrm>
            <a:off x="9114155" y="4446905"/>
            <a:ext cx="1918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单击输入标题</a:t>
            </a:r>
            <a:endParaRPr lang="zh-CN" altLang="en-US" sz="20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23"/>
            </p:custDataLst>
          </p:nvPr>
        </p:nvSpPr>
        <p:spPr>
          <a:xfrm>
            <a:off x="8759190" y="5159375"/>
            <a:ext cx="265366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endParaRPr lang="zh-CN" altLang="en-US" sz="1400">
              <a:latin typeface="思源黑体 CN Light" panose="020B0300000000000000" charset="-122"/>
              <a:ea typeface="思源黑体 CN Light" panose="020B03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45" name="环形箭头 44"/>
          <p:cNvSpPr/>
          <p:nvPr>
            <p:custDataLst>
              <p:tags r:id="rId24"/>
            </p:custDataLst>
          </p:nvPr>
        </p:nvSpPr>
        <p:spPr>
          <a:xfrm rot="21180000">
            <a:off x="2409825" y="3522345"/>
            <a:ext cx="1632585" cy="1632585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270051"/>
              <a:gd name="adj5" fmla="val 12500"/>
            </a:avLst>
          </a:prstGeom>
          <a:gradFill>
            <a:gsLst>
              <a:gs pos="0">
                <a:srgbClr val="D6100A">
                  <a:alpha val="0"/>
                </a:srgbClr>
              </a:gs>
              <a:gs pos="100000">
                <a:srgbClr val="D6100A">
                  <a:alpha val="3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cs typeface="思源黑体 CN Light" panose="020B0300000000000000" charset="-122"/>
            </a:endParaRPr>
          </a:p>
        </p:txBody>
      </p:sp>
      <p:sp>
        <p:nvSpPr>
          <p:cNvPr id="46" name="环形箭头 45"/>
          <p:cNvSpPr/>
          <p:nvPr>
            <p:custDataLst>
              <p:tags r:id="rId25"/>
            </p:custDataLst>
          </p:nvPr>
        </p:nvSpPr>
        <p:spPr>
          <a:xfrm rot="21180000">
            <a:off x="5013960" y="3522980"/>
            <a:ext cx="1632585" cy="1632585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270051"/>
              <a:gd name="adj5" fmla="val 12500"/>
            </a:avLst>
          </a:prstGeom>
          <a:gradFill>
            <a:gsLst>
              <a:gs pos="0">
                <a:srgbClr val="D6100A">
                  <a:alpha val="0"/>
                </a:srgbClr>
              </a:gs>
              <a:gs pos="100000">
                <a:srgbClr val="D6100A">
                  <a:alpha val="3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cs typeface="思源黑体 CN Light" panose="020B0300000000000000" charset="-122"/>
            </a:endParaRPr>
          </a:p>
        </p:txBody>
      </p:sp>
      <p:sp>
        <p:nvSpPr>
          <p:cNvPr id="47" name="环形箭头 46"/>
          <p:cNvSpPr/>
          <p:nvPr>
            <p:custDataLst>
              <p:tags r:id="rId26"/>
            </p:custDataLst>
          </p:nvPr>
        </p:nvSpPr>
        <p:spPr>
          <a:xfrm rot="21180000">
            <a:off x="7719695" y="3523615"/>
            <a:ext cx="1632585" cy="1632585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270051"/>
              <a:gd name="adj5" fmla="val 12500"/>
            </a:avLst>
          </a:prstGeom>
          <a:gradFill>
            <a:gsLst>
              <a:gs pos="0">
                <a:srgbClr val="D6100A">
                  <a:alpha val="0"/>
                </a:srgbClr>
              </a:gs>
              <a:gs pos="100000">
                <a:srgbClr val="D6100A">
                  <a:alpha val="3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cs typeface="思源黑体 CN Light" panose="020B0300000000000000" charset="-122"/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-5080"/>
            <a:ext cx="12252325" cy="6783705"/>
          </a:xfrm>
          <a:prstGeom prst="rect">
            <a:avLst/>
          </a:prstGeom>
        </p:spPr>
      </p:pic>
      <p:pic>
        <p:nvPicPr>
          <p:cNvPr id="6" name="图片 5" descr="e43d4035225868677d24b7f761d21a20c5592fc664944-Q0YdEU"/>
          <p:cNvPicPr>
            <a:picLocks noChangeAspect="1"/>
          </p:cNvPicPr>
          <p:nvPr/>
        </p:nvPicPr>
        <p:blipFill>
          <a:blip r:embed="rId2"/>
          <a:srcRect b="12862"/>
          <a:stretch>
            <a:fillRect/>
          </a:stretch>
        </p:blipFill>
        <p:spPr>
          <a:xfrm flipH="1">
            <a:off x="0" y="1051560"/>
            <a:ext cx="12192000" cy="580517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3"/>
            </p:custDataLst>
          </p:nvPr>
        </p:nvSpPr>
        <p:spPr>
          <a:xfrm>
            <a:off x="2188845" y="3404235"/>
            <a:ext cx="7590790" cy="556260"/>
          </a:xfrm>
          <a:prstGeom prst="rect">
            <a:avLst/>
          </a:prstGeom>
          <a:gradFill>
            <a:gsLst>
              <a:gs pos="99000">
                <a:srgbClr val="506AA3">
                  <a:alpha val="0"/>
                </a:srgbClr>
              </a:gs>
              <a:gs pos="75000">
                <a:srgbClr val="506AA3">
                  <a:alpha val="11000"/>
                </a:srgbClr>
              </a:gs>
              <a:gs pos="49000">
                <a:srgbClr val="906093">
                  <a:alpha val="18000"/>
                </a:srgbClr>
              </a:gs>
              <a:gs pos="2000">
                <a:srgbClr val="F8C8CA">
                  <a:alpha val="0"/>
                </a:srgbClr>
              </a:gs>
              <a:gs pos="26000">
                <a:srgbClr val="F8C8CA">
                  <a:alpha val="23000"/>
                </a:srgbClr>
              </a:gs>
            </a:gsLst>
            <a:lin ang="0" scaled="0"/>
          </a:gradFill>
          <a:ln>
            <a:gradFill>
              <a:gsLst>
                <a:gs pos="49000">
                  <a:srgbClr val="906093">
                    <a:alpha val="40000"/>
                  </a:srgbClr>
                </a:gs>
                <a:gs pos="0">
                  <a:srgbClr val="F8C8CA">
                    <a:alpha val="0"/>
                  </a:srgbClr>
                </a:gs>
                <a:gs pos="100000">
                  <a:srgbClr val="A8A9E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64615" y="1772920"/>
            <a:ext cx="95230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2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庞门正道标题体3.0" panose="02010600030101010101" charset="-122"/>
                <a:ea typeface="庞门正道标题体3.0" panose="02010600030101010101" charset="-122"/>
                <a:cs typeface="思源黑体 CN Light" panose="020B0300000000000000" charset="-122"/>
                <a:sym typeface="+mn-ea"/>
              </a:rPr>
              <a:t>感谢您的观看</a:t>
            </a:r>
            <a:endParaRPr lang="zh-CN" altLang="en-US" sz="112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庞门正道标题体3.0" panose="02010600030101010101" charset="-122"/>
              <a:ea typeface="庞门正道标题体3.0" panose="02010600030101010101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111" name="图片 110"/>
          <p:cNvPicPr/>
          <p:nvPr>
            <p:custDataLst>
              <p:tags r:id="rId4"/>
            </p:custDataLst>
          </p:nvPr>
        </p:nvPicPr>
        <p:blipFill>
          <a:blip r:embed="rId5"/>
          <a:srcRect t="11174"/>
          <a:stretch>
            <a:fillRect/>
          </a:stretch>
        </p:blipFill>
        <p:spPr>
          <a:xfrm>
            <a:off x="8246745" y="-5080"/>
            <a:ext cx="4005580" cy="6965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圆角矩形 10"/>
          <p:cNvSpPr/>
          <p:nvPr/>
        </p:nvSpPr>
        <p:spPr>
          <a:xfrm>
            <a:off x="3514090" y="5074285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3629025" y="5130165"/>
            <a:ext cx="15836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dist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汇报人：稻小壳</a:t>
            </a:r>
            <a:endParaRPr lang="zh-CN" altLang="en-US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04110" y="3475355"/>
            <a:ext cx="71647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-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简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约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大气党政风中国式现代化党建党课主题教育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ppt</a:t>
            </a:r>
            <a:r>
              <a:rPr lang="zh-CN" altLang="en-US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模板</a:t>
            </a:r>
            <a:r>
              <a:rPr lang="en-US" altLang="zh-CN" sz="2000" dirty="0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-</a:t>
            </a:r>
            <a:endParaRPr lang="en-US" altLang="zh-CN" sz="2000" dirty="0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73120" y="1249045"/>
            <a:ext cx="5276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8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不忘初心</a:t>
            </a:r>
            <a:r>
              <a:rPr lang="en-US" altLang="zh-CN" sz="28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</a:t>
            </a:r>
            <a:r>
              <a:rPr lang="zh-CN" altLang="en-US" sz="2800" b="1">
                <a:gradFill>
                  <a:gsLst>
                    <a:gs pos="29000">
                      <a:srgbClr val="F3706A"/>
                    </a:gs>
                    <a:gs pos="47000">
                      <a:srgbClr val="F13D68"/>
                    </a:gs>
                    <a:gs pos="0">
                      <a:srgbClr val="E83D39"/>
                    </a:gs>
                    <a:gs pos="96000">
                      <a:srgbClr val="8B6295"/>
                    </a:gs>
                  </a:gsLst>
                  <a:lin ang="2640000" scaled="0"/>
                </a:gra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牢记使命</a:t>
            </a:r>
            <a:endParaRPr lang="zh-CN" altLang="en-US" sz="2800" b="1">
              <a:gradFill>
                <a:gsLst>
                  <a:gs pos="29000">
                    <a:srgbClr val="F3706A"/>
                  </a:gs>
                  <a:gs pos="47000">
                    <a:srgbClr val="F13D68"/>
                  </a:gs>
                  <a:gs pos="0">
                    <a:srgbClr val="E83D39"/>
                  </a:gs>
                  <a:gs pos="96000">
                    <a:srgbClr val="8B6295"/>
                  </a:gs>
                </a:gsLst>
                <a:lin ang="2640000" scaled="0"/>
              </a:gra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485890" y="5074285"/>
            <a:ext cx="1813560" cy="4032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A4742"/>
              </a:gs>
              <a:gs pos="29000">
                <a:srgbClr val="F3706A"/>
              </a:gs>
              <a:gs pos="71000">
                <a:srgbClr val="F13D68"/>
              </a:gs>
              <a:gs pos="100000">
                <a:srgbClr val="906093"/>
              </a:gs>
            </a:gsLst>
            <a:lin ang="28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Light" panose="020B03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6539230" y="5130165"/>
            <a:ext cx="1698625" cy="321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dist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汇报时间：</a:t>
            </a: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月</a:t>
            </a:r>
            <a:r>
              <a:rPr lang="en-US" altLang="zh-CN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x</a:t>
            </a:r>
            <a:r>
              <a:rPr lang="zh-CN" altLang="en-US" sz="14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Light" panose="020B0300000000000000" charset="-122"/>
                <a:sym typeface="+mn-ea"/>
              </a:rPr>
              <a:t>日</a:t>
            </a:r>
            <a:endParaRPr lang="zh-CN" altLang="en-US" sz="14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Light" panose="020B0300000000000000" charset="-122"/>
              <a:sym typeface="+mn-ea"/>
            </a:endParaRPr>
          </a:p>
        </p:txBody>
      </p:sp>
      <p:pic>
        <p:nvPicPr>
          <p:cNvPr id="15" name="图片 14"/>
          <p:cNvPicPr/>
          <p:nvPr>
            <p:custDataLst>
              <p:tags r:id="rId8"/>
            </p:custDataLst>
          </p:nvPr>
        </p:nvPicPr>
        <p:blipFill>
          <a:blip r:embed="rId9">
            <a:alphaModFix amt="66000"/>
            <a:lum bright="36000" contrast="12000"/>
          </a:blip>
          <a:stretch>
            <a:fillRect/>
          </a:stretch>
        </p:blipFill>
        <p:spPr>
          <a:xfrm>
            <a:off x="1938020" y="0"/>
            <a:ext cx="8147685" cy="8909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图片 18" descr="000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77458"/>
          <a:stretch>
            <a:fillRect/>
          </a:stretch>
        </p:blipFill>
        <p:spPr>
          <a:xfrm>
            <a:off x="7620" y="5396547"/>
            <a:ext cx="12192000" cy="1475105"/>
          </a:xfrm>
          <a:prstGeom prst="rect">
            <a:avLst/>
          </a:prstGeom>
        </p:spPr>
      </p:pic>
      <p:pic>
        <p:nvPicPr>
          <p:cNvPr id="29" name="图片 28"/>
          <p:cNvPicPr/>
          <p:nvPr>
            <p:custDataLst>
              <p:tags r:id="rId12"/>
            </p:custDataLst>
          </p:nvPr>
        </p:nvPicPr>
        <p:blipFill>
          <a:blip r:embed="rId13">
            <a:lum bright="12000"/>
          </a:blip>
          <a:stretch>
            <a:fillRect/>
          </a:stretch>
        </p:blipFill>
        <p:spPr>
          <a:xfrm>
            <a:off x="10597515" y="1367155"/>
            <a:ext cx="1069340" cy="1069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图片 29"/>
          <p:cNvPicPr/>
          <p:nvPr>
            <p:custDataLst>
              <p:tags r:id="rId14"/>
            </p:custDataLst>
          </p:nvPr>
        </p:nvPicPr>
        <p:blipFill>
          <a:blip r:embed="rId13">
            <a:lum bright="12000"/>
          </a:blip>
          <a:stretch>
            <a:fillRect/>
          </a:stretch>
        </p:blipFill>
        <p:spPr>
          <a:xfrm flipH="1">
            <a:off x="648335" y="478155"/>
            <a:ext cx="770890" cy="7708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4.xml><?xml version="1.0" encoding="utf-8"?>
<p:tagLst xmlns:p="http://schemas.openxmlformats.org/presentationml/2006/main">
  <p:tag name="COMMONDATA" val="eyJoZGlkIjoiYzI5NjdiMDg2OWUxYjcyZDEzYmMyY2E3OGVkMDJhMTg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思源黑体 CN Light"/>
        <a:ea typeface="思源黑体 CN Light"/>
        <a:cs typeface=""/>
      </a:majorFont>
      <a:minorFont>
        <a:latin typeface="思源黑体 CN Light"/>
        <a:ea typeface="思源黑体 CN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思源黑体 CN Light"/>
        <a:font script="Hebr" typeface="思源黑体 CN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黑体 CN Light"/>
        <a:font script="Hant" typeface="新細明體"/>
        <a:font script="Arab" typeface="思源黑体 CN Light"/>
        <a:font script="Hebr" typeface="思源黑体 CN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3076</Words>
  <Application>WPS 演示</Application>
  <PresentationFormat>宽屏</PresentationFormat>
  <Paragraphs>340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思源黑体 CN Light</vt:lpstr>
      <vt:lpstr>Wingdings</vt:lpstr>
      <vt:lpstr>庞门正道标题体3.0</vt:lpstr>
      <vt:lpstr>思源黑体 CN Medium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孙婧妍</cp:lastModifiedBy>
  <cp:revision>157</cp:revision>
  <dcterms:created xsi:type="dcterms:W3CDTF">2019-06-19T02:08:00Z</dcterms:created>
  <dcterms:modified xsi:type="dcterms:W3CDTF">2026-04-18T07:39:32Z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1D508E11FC9D415097BAC94D9C2D3B7C_11</vt:lpwstr>
  </property>
  <property fmtid="{D5CDD505-2E9C-101B-9397-08002B2CF9AE}" pid="4" name="KSOTemplateUUID">
    <vt:lpwstr>v1.0_mb_Ck/vAChz488XpBRHmnY92A==</vt:lpwstr>
  </property>
</Properties>
</file>